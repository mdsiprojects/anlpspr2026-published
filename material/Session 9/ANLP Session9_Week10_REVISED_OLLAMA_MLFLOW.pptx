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notesMasters/notesMaster1.xml" ContentType="application/vnd.openxmlformats-officedocument.presentationml.notesMaster+xml"/>
  <Override PartName="/ppt/notesMasters/theme/theme6.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588c18fe3b431b" /><Relationship Type="http://schemas.openxmlformats.org/officeDocument/2006/relationships/extended-properties" Target="/docProps/app.xml" Id="Re2ee83ce12ac4541" /><Relationship Type="http://schemas.openxmlformats.org/officeDocument/2006/relationships/officeDocument" Target="/ppt/presentation.xml" Id="Rdab86ea02f93430a" /></Relationships>
</file>

<file path=ppt/presentation.xml><?xml version="1.0" encoding="utf-8"?>
<p:presentation xmlns:p="http://schemas.openxmlformats.org/presentationml/2006/main">
  <p:sldMasterIdLst>
    <p:sldMasterId xmlns:r="http://schemas.openxmlformats.org/officeDocument/2006/relationships" id="2147483648" r:id="Rc5f9b275ac424452"/>
    <p:sldMasterId xmlns:r="http://schemas.openxmlformats.org/officeDocument/2006/relationships" id="2147483662" r:id="Rf9ea3fcb47f64a57"/>
    <p:sldMasterId xmlns:r="http://schemas.openxmlformats.org/officeDocument/2006/relationships" id="2147483674" r:id="R689ce9f4caca4144"/>
    <p:sldMasterId xmlns:r="http://schemas.openxmlformats.org/officeDocument/2006/relationships" id="2147483686" r:id="Re80ef6c040674694"/>
  </p:sldMasterIdLst>
  <p:notesMasterIdLst>
    <p:notesMasterId xmlns:r="http://schemas.openxmlformats.org/officeDocument/2006/relationships" r:id="Rbabca227180048cb"/>
  </p:notesMasterIdLst>
  <p:sldIdLst>
    <p:sldId xmlns:r="http://schemas.openxmlformats.org/officeDocument/2006/relationships" id="256" r:id="R41353a8df3944cc2"/>
    <p:sldId xmlns:r="http://schemas.openxmlformats.org/officeDocument/2006/relationships" id="257" r:id="Rb766636d9c5e43c9"/>
    <p:sldId xmlns:r="http://schemas.openxmlformats.org/officeDocument/2006/relationships" id="258" r:id="R842e67fc10a44fa8"/>
    <p:sldId xmlns:r="http://schemas.openxmlformats.org/officeDocument/2006/relationships" id="259" r:id="R23c4aaccb6d94662"/>
    <p:sldId xmlns:r="http://schemas.openxmlformats.org/officeDocument/2006/relationships" id="260" r:id="R2b1d2e2fb12f4439"/>
    <p:sldId xmlns:r="http://schemas.openxmlformats.org/officeDocument/2006/relationships" id="261" r:id="Ra993529c3b044663"/>
    <p:sldId xmlns:r="http://schemas.openxmlformats.org/officeDocument/2006/relationships" id="262" r:id="R0884e26dcf3248ea"/>
    <p:sldId xmlns:r="http://schemas.openxmlformats.org/officeDocument/2006/relationships" id="263" r:id="R7059ef4525e441d5"/>
    <p:sldId xmlns:r="http://schemas.openxmlformats.org/officeDocument/2006/relationships" id="264" r:id="R5a888b194c3d424f"/>
    <p:sldId xmlns:r="http://schemas.openxmlformats.org/officeDocument/2006/relationships" id="265" r:id="R9fa3c10fda504a72"/>
    <p:sldId xmlns:r="http://schemas.openxmlformats.org/officeDocument/2006/relationships" id="266" r:id="R33a4de20014e486f"/>
    <p:sldId xmlns:r="http://schemas.openxmlformats.org/officeDocument/2006/relationships" id="267" r:id="R7d14eda1d78749c1"/>
    <p:sldId xmlns:r="http://schemas.openxmlformats.org/officeDocument/2006/relationships" id="268" r:id="R008b9e8bd59642f2"/>
    <p:sldId xmlns:r="http://schemas.openxmlformats.org/officeDocument/2006/relationships" id="269" r:id="R40ee30cff56741f4"/>
    <p:sldId xmlns:r="http://schemas.openxmlformats.org/officeDocument/2006/relationships" id="270" r:id="R90e9f32edd6d4a92"/>
    <p:sldId xmlns:r="http://schemas.openxmlformats.org/officeDocument/2006/relationships" id="271" r:id="Rb3be81e3b8fc4ef4"/>
    <p:sldId xmlns:r="http://schemas.openxmlformats.org/officeDocument/2006/relationships" id="272" r:id="Re05a433886544770"/>
    <p:sldId xmlns:r="http://schemas.openxmlformats.org/officeDocument/2006/relationships" id="273" r:id="R9dab76c3f59d4008"/>
    <p:sldId xmlns:r="http://schemas.openxmlformats.org/officeDocument/2006/relationships" id="274" r:id="R41104ac1a9754f34"/>
    <p:sldId xmlns:r="http://schemas.openxmlformats.org/officeDocument/2006/relationships" id="275" r:id="R312a7577a7314469"/>
    <p:sldId xmlns:r="http://schemas.openxmlformats.org/officeDocument/2006/relationships" id="276" r:id="R5ade81ea1ce749b6"/>
    <p:sldId xmlns:r="http://schemas.openxmlformats.org/officeDocument/2006/relationships" id="277" r:id="Rfc6ec5ff20be46c9"/>
    <p:sldId xmlns:r="http://schemas.openxmlformats.org/officeDocument/2006/relationships" id="278" r:id="R28ca48b6feaa4021"/>
    <p:sldId xmlns:r="http://schemas.openxmlformats.org/officeDocument/2006/relationships" id="279" r:id="Rb0acef473aee4c0b"/>
    <p:sldId xmlns:r="http://schemas.openxmlformats.org/officeDocument/2006/relationships" id="280" r:id="R325df3634a86456f"/>
    <p:sldId xmlns:r="http://schemas.openxmlformats.org/officeDocument/2006/relationships" id="281" r:id="Rea0f25611676493d"/>
    <p:sldId xmlns:r="http://schemas.openxmlformats.org/officeDocument/2006/relationships" id="282" r:id="Rcda04007f7e04b89"/>
    <p:sldId xmlns:r="http://schemas.openxmlformats.org/officeDocument/2006/relationships" id="283" r:id="R87cbd1870a694f7d"/>
    <p:sldId xmlns:r="http://schemas.openxmlformats.org/officeDocument/2006/relationships" id="284" r:id="Rfa5165007ad04335"/>
    <p:sldId xmlns:r="http://schemas.openxmlformats.org/officeDocument/2006/relationships" id="285" r:id="R3fb40bb4722b4e74"/>
    <p:sldId xmlns:r="http://schemas.openxmlformats.org/officeDocument/2006/relationships" id="286" r:id="R639c12738e1c496b"/>
    <p:sldId xmlns:r="http://schemas.openxmlformats.org/officeDocument/2006/relationships" id="287" r:id="Ra650df17557a43ab"/>
    <p:sldId xmlns:r="http://schemas.openxmlformats.org/officeDocument/2006/relationships" id="288" r:id="Rbb191fe7c77549d4"/>
    <p:sldId xmlns:r="http://schemas.openxmlformats.org/officeDocument/2006/relationships" id="289" r:id="R2768beffe34f458b"/>
    <p:sldId xmlns:r="http://schemas.openxmlformats.org/officeDocument/2006/relationships" id="290" r:id="R2aff8f943e514f0b"/>
    <p:sldId xmlns:r="http://schemas.openxmlformats.org/officeDocument/2006/relationships" id="291" r:id="Rb23b0f2470904c97"/>
    <p:sldId xmlns:r="http://schemas.openxmlformats.org/officeDocument/2006/relationships" id="292" r:id="Rce1c71462ec14cfe"/>
    <p:sldId xmlns:r="http://schemas.openxmlformats.org/officeDocument/2006/relationships" id="293" r:id="Rc2657a13ad7049dc"/>
    <p:sldId xmlns:r="http://schemas.openxmlformats.org/officeDocument/2006/relationships" id="294" r:id="Rf8d4616358c24c62"/>
    <p:sldId xmlns:r="http://schemas.openxmlformats.org/officeDocument/2006/relationships" id="295" r:id="Rf9a7a822cbda444e"/>
    <p:sldId xmlns:r="http://schemas.openxmlformats.org/officeDocument/2006/relationships" id="296" r:id="Rb1c8a69f07d24a82"/>
    <p:sldId xmlns:r="http://schemas.openxmlformats.org/officeDocument/2006/relationships" id="297" r:id="R2cfe8de8fd3d4c15"/>
    <p:sldId xmlns:r="http://schemas.openxmlformats.org/officeDocument/2006/relationships" id="298" r:id="R3c710f4ab4214c43"/>
    <p:sldId xmlns:r="http://schemas.openxmlformats.org/officeDocument/2006/relationships" id="299" r:id="R50889af297a34610"/>
    <p:sldId xmlns:r="http://schemas.openxmlformats.org/officeDocument/2006/relationships" id="300" r:id="Ra0d3e9083d954f3b"/>
    <p:sldId xmlns:r="http://schemas.openxmlformats.org/officeDocument/2006/relationships" id="301" r:id="Ra0ef9569d28f4bf6"/>
    <p:sldId xmlns:r="http://schemas.openxmlformats.org/officeDocument/2006/relationships" id="302" r:id="R2257c0396f2d41ad"/>
    <p:sldId xmlns:r="http://schemas.openxmlformats.org/officeDocument/2006/relationships" id="303" r:id="Rab5661fa67c540ad"/>
    <p:sldId xmlns:r="http://schemas.openxmlformats.org/officeDocument/2006/relationships" id="304" r:id="Rfd750eb5443e4a57"/>
    <p:sldId xmlns:r="http://schemas.openxmlformats.org/officeDocument/2006/relationships" id="305" r:id="R2103fbc067854a40"/>
    <p:sldId xmlns:r="http://schemas.openxmlformats.org/officeDocument/2006/relationships" id="306" r:id="Reac6b201b3e94910"/>
    <p:sldId xmlns:r="http://schemas.openxmlformats.org/officeDocument/2006/relationships" id="307" r:id="R14f0ae8aa9eb47a1"/>
    <p:sldId xmlns:r="http://schemas.openxmlformats.org/officeDocument/2006/relationships" id="308" r:id="Rae16bc2b55894bce"/>
    <p:sldId xmlns:r="http://schemas.openxmlformats.org/officeDocument/2006/relationships" id="309" r:id="Rfa9374d6830a4d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774d3d65baf4ec5" /><Relationship Type="http://schemas.openxmlformats.org/officeDocument/2006/relationships/slideMaster" Target="/ppt/slideMasters/slideMaster1.xml" Id="Rc5f9b275ac424452" /><Relationship Type="http://schemas.openxmlformats.org/officeDocument/2006/relationships/slideMaster" Target="/ppt/slideMasters/slideMaster2.xml" Id="Rf9ea3fcb47f64a57" /><Relationship Type="http://schemas.openxmlformats.org/officeDocument/2006/relationships/slideMaster" Target="/ppt/slideMasters/slideMaster3.xml" Id="R689ce9f4caca4144" /><Relationship Type="http://schemas.openxmlformats.org/officeDocument/2006/relationships/slideMaster" Target="/ppt/slideMasters/slideMaster4.xml" Id="Re80ef6c040674694" /><Relationship Type="http://schemas.openxmlformats.org/officeDocument/2006/relationships/notesMaster" Target="/ppt/notesMasters/notesMaster1.xml" Id="Rbabca227180048cb" /><Relationship Type="http://schemas.openxmlformats.org/officeDocument/2006/relationships/presProps" Target="/ppt/presProps.xml" Id="R404e599759cd42c8" /><Relationship Type="http://schemas.openxmlformats.org/officeDocument/2006/relationships/viewProps" Target="/ppt/viewProps.xml" Id="R3dbe0eb05f134c7a" /><Relationship Type="http://schemas.openxmlformats.org/officeDocument/2006/relationships/tableStyles" Target="/ppt/tableStyles.xml" Id="R9d4a0a2774a840c8" /><Relationship Type="http://schemas.openxmlformats.org/officeDocument/2006/relationships/slide" Target="/ppt/slides/slide1.xml" Id="R41353a8df3944cc2" /><Relationship Type="http://schemas.openxmlformats.org/officeDocument/2006/relationships/slide" Target="/ppt/slides/slide2.xml" Id="Rb766636d9c5e43c9" /><Relationship Type="http://schemas.openxmlformats.org/officeDocument/2006/relationships/slide" Target="/ppt/slides/slide3.xml" Id="R842e67fc10a44fa8" /><Relationship Type="http://schemas.openxmlformats.org/officeDocument/2006/relationships/slide" Target="/ppt/slides/slide4.xml" Id="R23c4aaccb6d94662" /><Relationship Type="http://schemas.openxmlformats.org/officeDocument/2006/relationships/slide" Target="/ppt/slides/slide5.xml" Id="R2b1d2e2fb12f4439" /><Relationship Type="http://schemas.openxmlformats.org/officeDocument/2006/relationships/slide" Target="/ppt/slides/slide6.xml" Id="Ra993529c3b044663" /><Relationship Type="http://schemas.openxmlformats.org/officeDocument/2006/relationships/slide" Target="/ppt/slides/slide7.xml" Id="R0884e26dcf3248ea" /><Relationship Type="http://schemas.openxmlformats.org/officeDocument/2006/relationships/slide" Target="/ppt/slides/slide8.xml" Id="R7059ef4525e441d5" /><Relationship Type="http://schemas.openxmlformats.org/officeDocument/2006/relationships/slide" Target="/ppt/slides/slide9.xml" Id="R5a888b194c3d424f" /><Relationship Type="http://schemas.openxmlformats.org/officeDocument/2006/relationships/slide" Target="/ppt/slides/slide10.xml" Id="R9fa3c10fda504a72" /><Relationship Type="http://schemas.openxmlformats.org/officeDocument/2006/relationships/slide" Target="/ppt/slides/slide11.xml" Id="R33a4de20014e486f" /><Relationship Type="http://schemas.openxmlformats.org/officeDocument/2006/relationships/slide" Target="/ppt/slides/slide12.xml" Id="R7d14eda1d78749c1" /><Relationship Type="http://schemas.openxmlformats.org/officeDocument/2006/relationships/slide" Target="/ppt/slides/slide13.xml" Id="R008b9e8bd59642f2" /><Relationship Type="http://schemas.openxmlformats.org/officeDocument/2006/relationships/slide" Target="/ppt/slides/slide14.xml" Id="R40ee30cff56741f4" /><Relationship Type="http://schemas.openxmlformats.org/officeDocument/2006/relationships/slide" Target="/ppt/slides/slide15.xml" Id="R90e9f32edd6d4a92" /><Relationship Type="http://schemas.openxmlformats.org/officeDocument/2006/relationships/slide" Target="/ppt/slides/slide16.xml" Id="Rb3be81e3b8fc4ef4" /><Relationship Type="http://schemas.openxmlformats.org/officeDocument/2006/relationships/slide" Target="/ppt/slides/slide17.xml" Id="Re05a433886544770" /><Relationship Type="http://schemas.openxmlformats.org/officeDocument/2006/relationships/slide" Target="/ppt/slides/slide18.xml" Id="R9dab76c3f59d4008" /><Relationship Type="http://schemas.openxmlformats.org/officeDocument/2006/relationships/slide" Target="/ppt/slides/slide19.xml" Id="R41104ac1a9754f34" /><Relationship Type="http://schemas.openxmlformats.org/officeDocument/2006/relationships/slide" Target="/ppt/slides/slide20.xml" Id="R312a7577a7314469" /><Relationship Type="http://schemas.openxmlformats.org/officeDocument/2006/relationships/slide" Target="/ppt/slides/slide21.xml" Id="R5ade81ea1ce749b6" /><Relationship Type="http://schemas.openxmlformats.org/officeDocument/2006/relationships/slide" Target="/ppt/slides/slide22.xml" Id="Rfc6ec5ff20be46c9" /><Relationship Type="http://schemas.openxmlformats.org/officeDocument/2006/relationships/slide" Target="/ppt/slides/slide23.xml" Id="R28ca48b6feaa4021" /><Relationship Type="http://schemas.openxmlformats.org/officeDocument/2006/relationships/slide" Target="/ppt/slides/slide24.xml" Id="Rb0acef473aee4c0b" /><Relationship Type="http://schemas.openxmlformats.org/officeDocument/2006/relationships/slide" Target="/ppt/slides/slide25.xml" Id="R325df3634a86456f" /><Relationship Type="http://schemas.openxmlformats.org/officeDocument/2006/relationships/slide" Target="/ppt/slides/slide26.xml" Id="Rea0f25611676493d" /><Relationship Type="http://schemas.openxmlformats.org/officeDocument/2006/relationships/slide" Target="/ppt/slides/slide27.xml" Id="Rcda04007f7e04b89" /><Relationship Type="http://schemas.openxmlformats.org/officeDocument/2006/relationships/slide" Target="/ppt/slides/slide28.xml" Id="R87cbd1870a694f7d" /><Relationship Type="http://schemas.openxmlformats.org/officeDocument/2006/relationships/slide" Target="/ppt/slides/slide29.xml" Id="Rfa5165007ad04335" /><Relationship Type="http://schemas.openxmlformats.org/officeDocument/2006/relationships/slide" Target="/ppt/slides/slide30.xml" Id="R3fb40bb4722b4e74" /><Relationship Type="http://schemas.openxmlformats.org/officeDocument/2006/relationships/slide" Target="/ppt/slides/slide31.xml" Id="R639c12738e1c496b" /><Relationship Type="http://schemas.openxmlformats.org/officeDocument/2006/relationships/slide" Target="/ppt/slides/slide32.xml" Id="Ra650df17557a43ab" /><Relationship Type="http://schemas.openxmlformats.org/officeDocument/2006/relationships/slide" Target="/ppt/slides/slide33.xml" Id="Rbb191fe7c77549d4" /><Relationship Type="http://schemas.openxmlformats.org/officeDocument/2006/relationships/slide" Target="/ppt/slides/slide34.xml" Id="R2768beffe34f458b" /><Relationship Type="http://schemas.openxmlformats.org/officeDocument/2006/relationships/slide" Target="/ppt/slides/slide35.xml" Id="R2aff8f943e514f0b" /><Relationship Type="http://schemas.openxmlformats.org/officeDocument/2006/relationships/slide" Target="/ppt/slides/slide36.xml" Id="Rb23b0f2470904c97" /><Relationship Type="http://schemas.openxmlformats.org/officeDocument/2006/relationships/slide" Target="/ppt/slides/slide37.xml" Id="Rce1c71462ec14cfe" /><Relationship Type="http://schemas.openxmlformats.org/officeDocument/2006/relationships/slide" Target="/ppt/slides/slide38.xml" Id="Rc2657a13ad7049dc" /><Relationship Type="http://schemas.openxmlformats.org/officeDocument/2006/relationships/slide" Target="/ppt/slides/slide39.xml" Id="Rf8d4616358c24c62" /><Relationship Type="http://schemas.openxmlformats.org/officeDocument/2006/relationships/slide" Target="/ppt/slides/slide40.xml" Id="Rf9a7a822cbda444e" /><Relationship Type="http://schemas.openxmlformats.org/officeDocument/2006/relationships/slide" Target="/ppt/slides/slide41.xml" Id="Rb1c8a69f07d24a82" /><Relationship Type="http://schemas.openxmlformats.org/officeDocument/2006/relationships/slide" Target="/ppt/slides/slide42.xml" Id="R2cfe8de8fd3d4c15" /><Relationship Type="http://schemas.openxmlformats.org/officeDocument/2006/relationships/slide" Target="/ppt/slides/slide43.xml" Id="R3c710f4ab4214c43" /><Relationship Type="http://schemas.openxmlformats.org/officeDocument/2006/relationships/slide" Target="/ppt/slides/slide44.xml" Id="R50889af297a34610" /><Relationship Type="http://schemas.openxmlformats.org/officeDocument/2006/relationships/slide" Target="/ppt/slides/slide45.xml" Id="Ra0d3e9083d954f3b" /><Relationship Type="http://schemas.openxmlformats.org/officeDocument/2006/relationships/slide" Target="/ppt/slides/slide46.xml" Id="Ra0ef9569d28f4bf6" /><Relationship Type="http://schemas.openxmlformats.org/officeDocument/2006/relationships/slide" Target="/ppt/slides/slide47.xml" Id="R2257c0396f2d41ad" /><Relationship Type="http://schemas.openxmlformats.org/officeDocument/2006/relationships/slide" Target="/ppt/slides/slide48.xml" Id="Rab5661fa67c540ad" /><Relationship Type="http://schemas.openxmlformats.org/officeDocument/2006/relationships/slide" Target="/ppt/slides/slide49.xml" Id="Rfd750eb5443e4a57" /><Relationship Type="http://schemas.openxmlformats.org/officeDocument/2006/relationships/slide" Target="/ppt/slides/slide50.xml" Id="R2103fbc067854a40" /><Relationship Type="http://schemas.openxmlformats.org/officeDocument/2006/relationships/slide" Target="/ppt/slides/slide51.xml" Id="Reac6b201b3e94910" /><Relationship Type="http://schemas.openxmlformats.org/officeDocument/2006/relationships/slide" Target="/ppt/slides/slide52.xml" Id="R14f0ae8aa9eb47a1" /><Relationship Type="http://schemas.openxmlformats.org/officeDocument/2006/relationships/slide" Target="/ppt/slides/slide53.xml" Id="Rae16bc2b55894bce" /><Relationship Type="http://schemas.openxmlformats.org/officeDocument/2006/relationships/slide" Target="/ppt/slides/slide54.xml" Id="Rfa9374d6830a4d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6.xml" Id="R7eb79e484c6343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17842ae2a042c6" /><Relationship Type="http://schemas.openxmlformats.org/officeDocument/2006/relationships/notesMaster" Target="/ppt/notesMasters/notesMaster1.xml" Id="R201888da38494f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ddfa79484e45e4" /><Relationship Type="http://schemas.openxmlformats.org/officeDocument/2006/relationships/notesMaster" Target="/ppt/notesMasters/notesMaster1.xml" Id="R247773e9dc6044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edc671dee74afa" /><Relationship Type="http://schemas.openxmlformats.org/officeDocument/2006/relationships/notesMaster" Target="/ppt/notesMasters/notesMaster1.xml" Id="R99d78b80da144b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a417737bac43b2" /><Relationship Type="http://schemas.openxmlformats.org/officeDocument/2006/relationships/notesMaster" Target="/ppt/notesMasters/notesMaster1.xml" Id="R19f101b579b849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534bb36d2b4554" /><Relationship Type="http://schemas.openxmlformats.org/officeDocument/2006/relationships/notesMaster" Target="/ppt/notesMasters/notesMaster1.xml" Id="R8c4df5f4f9784e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8c1c0e756a40ee" /><Relationship Type="http://schemas.openxmlformats.org/officeDocument/2006/relationships/notesMaster" Target="/ppt/notesMasters/notesMaster1.xml" Id="Rb382d33dbe1b45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dc26045de94759" /><Relationship Type="http://schemas.openxmlformats.org/officeDocument/2006/relationships/notesMaster" Target="/ppt/notesMasters/notesMaster1.xml" Id="R41d7b67237c140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4985e56d304ebc" /><Relationship Type="http://schemas.openxmlformats.org/officeDocument/2006/relationships/notesMaster" Target="/ppt/notesMasters/notesMaster1.xml" Id="R19b9824706e242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6dd4109e58428c" /><Relationship Type="http://schemas.openxmlformats.org/officeDocument/2006/relationships/notesMaster" Target="/ppt/notesMasters/notesMaster1.xml" Id="Rd45f078b538145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d68bad06b244f7" /><Relationship Type="http://schemas.openxmlformats.org/officeDocument/2006/relationships/notesMaster" Target="/ppt/notesMasters/notesMaster1.xml" Id="Rb852f2b4f45f4a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c9727afcb34df3" /><Relationship Type="http://schemas.openxmlformats.org/officeDocument/2006/relationships/notesMaster" Target="/ppt/notesMasters/notesMaster1.xml" Id="R634023242f4e46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25133f927b4e1d" /><Relationship Type="http://schemas.openxmlformats.org/officeDocument/2006/relationships/notesMaster" Target="/ppt/notesMasters/notesMaster1.xml" Id="R14c6d9ab735a46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b44f89f4b04827" /><Relationship Type="http://schemas.openxmlformats.org/officeDocument/2006/relationships/notesMaster" Target="/ppt/notesMasters/notesMaster1.xml" Id="R8e1b8cb4b82241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e5112d5e4a4c5a" /><Relationship Type="http://schemas.openxmlformats.org/officeDocument/2006/relationships/notesMaster" Target="/ppt/notesMasters/notesMaster1.xml" Id="Rdeb713ea8a944d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66ded1609fd4279" /><Relationship Type="http://schemas.openxmlformats.org/officeDocument/2006/relationships/notesMaster" Target="/ppt/notesMasters/notesMaster1.xml" Id="R7003d2d3819b4b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dd8e2ee09a4bb9" /><Relationship Type="http://schemas.openxmlformats.org/officeDocument/2006/relationships/notesMaster" Target="/ppt/notesMasters/notesMaster1.xml" Id="Rbd16f986378d4c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a358959c3c4425" /><Relationship Type="http://schemas.openxmlformats.org/officeDocument/2006/relationships/notesMaster" Target="/ppt/notesMasters/notesMaster1.xml" Id="Rf785a0713a5043a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96036a6fe964cc7" /><Relationship Type="http://schemas.openxmlformats.org/officeDocument/2006/relationships/notesMaster" Target="/ppt/notesMasters/notesMaster1.xml" Id="Rdba7d529d7024aa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5dcc7482834c57" /><Relationship Type="http://schemas.openxmlformats.org/officeDocument/2006/relationships/notesMaster" Target="/ppt/notesMasters/notesMaster1.xml" Id="R5fadf76bef6749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d12c63cb77f474d" /><Relationship Type="http://schemas.openxmlformats.org/officeDocument/2006/relationships/notesMaster" Target="/ppt/notesMasters/notesMaster1.xml" Id="R5eba4d3c51c3413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fba4499a0ae4f11" /><Relationship Type="http://schemas.openxmlformats.org/officeDocument/2006/relationships/notesMaster" Target="/ppt/notesMasters/notesMaster1.xml" Id="R8940e89550de4b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ed0e82213c941ad" /><Relationship Type="http://schemas.openxmlformats.org/officeDocument/2006/relationships/notesMaster" Target="/ppt/notesMasters/notesMaster1.xml" Id="R00d82ebfcee64cd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73a79c52d654b1a" /><Relationship Type="http://schemas.openxmlformats.org/officeDocument/2006/relationships/notesMaster" Target="/ppt/notesMasters/notesMaster1.xml" Id="R05df451035384f3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5b9cf90c95a420e" /><Relationship Type="http://schemas.openxmlformats.org/officeDocument/2006/relationships/notesMaster" Target="/ppt/notesMasters/notesMaster1.xml" Id="R63e14dbaeec74f8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7148645014f4867" /><Relationship Type="http://schemas.openxmlformats.org/officeDocument/2006/relationships/notesMaster" Target="/ppt/notesMasters/notesMaster1.xml" Id="R88199095af97441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11939b8972d4fae" /><Relationship Type="http://schemas.openxmlformats.org/officeDocument/2006/relationships/notesMaster" Target="/ppt/notesMasters/notesMaster1.xml" Id="R690b4b2dc8db447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f62490e34c043d7" /><Relationship Type="http://schemas.openxmlformats.org/officeDocument/2006/relationships/notesMaster" Target="/ppt/notesMasters/notesMaster1.xml" Id="R69a9f1cce6e1403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d53650eb547481a" /><Relationship Type="http://schemas.openxmlformats.org/officeDocument/2006/relationships/notesMaster" Target="/ppt/notesMasters/notesMaster1.xml" Id="R595b935355984ff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b4b29ad78d24d1c" /><Relationship Type="http://schemas.openxmlformats.org/officeDocument/2006/relationships/notesMaster" Target="/ppt/notesMasters/notesMaster1.xml" Id="R65cf5abb9ee649d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79696d539fd41ad" /><Relationship Type="http://schemas.openxmlformats.org/officeDocument/2006/relationships/notesMaster" Target="/ppt/notesMasters/notesMaster1.xml" Id="Re2aa6bbfd2ec477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587ab78f4dc43f7" /><Relationship Type="http://schemas.openxmlformats.org/officeDocument/2006/relationships/notesMaster" Target="/ppt/notesMasters/notesMaster1.xml" Id="Re413739ff0374c3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1a02b1c6a984a80" /><Relationship Type="http://schemas.openxmlformats.org/officeDocument/2006/relationships/notesMaster" Target="/ppt/notesMasters/notesMaster1.xml" Id="R02486cdc20e64ee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3f36b19657746bc" /><Relationship Type="http://schemas.openxmlformats.org/officeDocument/2006/relationships/notesMaster" Target="/ppt/notesMasters/notesMaster1.xml" Id="R8709bb6badf0431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622b9213914465e" /><Relationship Type="http://schemas.openxmlformats.org/officeDocument/2006/relationships/notesMaster" Target="/ppt/notesMasters/notesMaster1.xml" Id="R48abda3289e34da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93696b12a204fe5" /><Relationship Type="http://schemas.openxmlformats.org/officeDocument/2006/relationships/notesMaster" Target="/ppt/notesMasters/notesMaster1.xml" Id="R191d97f983de4e9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6ec52ff8d8c4e17" /><Relationship Type="http://schemas.openxmlformats.org/officeDocument/2006/relationships/notesMaster" Target="/ppt/notesMasters/notesMaster1.xml" Id="R2392e3b1b95f41a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99085096b6e4801" /><Relationship Type="http://schemas.openxmlformats.org/officeDocument/2006/relationships/notesMaster" Target="/ppt/notesMasters/notesMaster1.xml" Id="Rf14cc467594247a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14f6d0671f844ef" /><Relationship Type="http://schemas.openxmlformats.org/officeDocument/2006/relationships/notesMaster" Target="/ppt/notesMasters/notesMaster1.xml" Id="Rc36f8ba2e9f8452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0799625298b4e17" /><Relationship Type="http://schemas.openxmlformats.org/officeDocument/2006/relationships/notesMaster" Target="/ppt/notesMasters/notesMaster1.xml" Id="Re9309e257b204bb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8796efea5024a16" /><Relationship Type="http://schemas.openxmlformats.org/officeDocument/2006/relationships/notesMaster" Target="/ppt/notesMasters/notesMaster1.xml" Id="R26342ae1c93545d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46ddc8130d04d12" /><Relationship Type="http://schemas.openxmlformats.org/officeDocument/2006/relationships/notesMaster" Target="/ppt/notesMasters/notesMaster1.xml" Id="R20c78aee1c5e4db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d52ead311b145b0" /><Relationship Type="http://schemas.openxmlformats.org/officeDocument/2006/relationships/notesMaster" Target="/ppt/notesMasters/notesMaster1.xml" Id="R59f5a3923c4b49f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7e8a88c7b5d417b" /><Relationship Type="http://schemas.openxmlformats.org/officeDocument/2006/relationships/notesMaster" Target="/ppt/notesMasters/notesMaster1.xml" Id="Rf236cc8a5dce44b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04d058f112349dd" /><Relationship Type="http://schemas.openxmlformats.org/officeDocument/2006/relationships/notesMaster" Target="/ppt/notesMasters/notesMaster1.xml" Id="R349d9f23f4a4483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a75fa44a414448d" /><Relationship Type="http://schemas.openxmlformats.org/officeDocument/2006/relationships/notesMaster" Target="/ppt/notesMasters/notesMaster1.xml" Id="R0b054c4393884d3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948dfb92c584d9c" /><Relationship Type="http://schemas.openxmlformats.org/officeDocument/2006/relationships/notesMaster" Target="/ppt/notesMasters/notesMaster1.xml" Id="R2096a620a2fd41d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2e7c6db55a448a6" /><Relationship Type="http://schemas.openxmlformats.org/officeDocument/2006/relationships/notesMaster" Target="/ppt/notesMasters/notesMaster1.xml" Id="Rb61586b374034c1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bf6421920f14ea1" /><Relationship Type="http://schemas.openxmlformats.org/officeDocument/2006/relationships/notesMaster" Target="/ppt/notesMasters/notesMaster1.xml" Id="Rd63534dff9524c5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54d9bd9fab844fe" /><Relationship Type="http://schemas.openxmlformats.org/officeDocument/2006/relationships/notesMaster" Target="/ppt/notesMasters/notesMaster1.xml" Id="Rdc79aa5f79c741b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4b2b4629bbe4abc" /><Relationship Type="http://schemas.openxmlformats.org/officeDocument/2006/relationships/notesMaster" Target="/ppt/notesMasters/notesMaster1.xml" Id="Rebaa6a30d87b42f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1b9f0f9922f4083" /><Relationship Type="http://schemas.openxmlformats.org/officeDocument/2006/relationships/notesMaster" Target="/ppt/notesMasters/notesMaster1.xml" Id="R39fca35c9690479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ffd1a8f845d4df8" /><Relationship Type="http://schemas.openxmlformats.org/officeDocument/2006/relationships/notesMaster" Target="/ppt/notesMasters/notesMaster1.xml" Id="Rfb051cf94849415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8e03052ea834090" /><Relationship Type="http://schemas.openxmlformats.org/officeDocument/2006/relationships/notesMaster" Target="/ppt/notesMasters/notesMaster1.xml" Id="R20012025432a49c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90664ff1711421b" /><Relationship Type="http://schemas.openxmlformats.org/officeDocument/2006/relationships/notesMaster" Target="/ppt/notesMasters/notesMaster1.xml" Id="Raee9b8ba0b284a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342900">
              <a:lnSpc>
                <a:spcPct val="100000"/>
              </a:lnSpc>
              <a:spcBef>
                <a:spcPts val="0"/>
              </a:spcBef>
              <a:spcAft>
                <a:spcPts val="0"/>
              </a:spcAft>
              <a:buClrTx/>
              <a:buSzTx/>
              <a:buFontTx/>
              <a:buNone/>
            </a:pPr>
            <a:r>
              <a:t>https://handbook.uts.edu.au/subjects/36118.html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OpenAI Agents SDK documentation, https://openai.github.io/openai-agents-python/ (accessed 16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Orchestrating multiple agents - OpenAI Agents SDK</a:t>
            </a:r>
            <a:endParaRPr/>
          </a:p>
          <a:p xmlns:a="http://schemas.openxmlformats.org/drawingml/2006/main">
            <a:endParaRPr/>
          </a:p>
          <a:p xmlns:a="http://schemas.openxmlformats.org/drawingml/2006/main">
            <a:r>
              <a:t>https://openai.github.io/openai-agents-python/multi_agent/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b="1"/>
              <a:t>Agent handoffs refer to the process by which one autonomous agent delegates a task to another agent within a multi-agent system.</a:t>
            </a:r>
            <a:r>
              <a:t> This capability is crucial for designing scalable and modular agentic architectures, where each agent encapsulates domain-specific logic or functionality. For example, in a customer support application, separate agents may be instantiated to manage tasks such as retrieving order status, handling refund requests, or resolving frequently asked questions. By leveraging specialization through handoffs, systems can improve task efficiency, maintain clearer responsibility boundaries, and support more sophisticated orchestration strategies.</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https://gabrielchua.me/posts/openai-agents-sdk-first-thoughts/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Andrew Ng Feb 2024</a:t>
            </a:r>
          </a:p>
          <a:p xmlns:a="http://schemas.openxmlformats.org/drawingml/2006/main">
            <a:r>
              <a:t>Four AI Agent Strategies That Improve GPT-4 and GPT-3.5 Performance</a:t>
            </a:r>
            <a:endParaRPr/>
          </a:p>
          <a:p xmlns:a="http://schemas.openxmlformats.org/drawingml/2006/main">
            <a:endParaRPr/>
          </a:p>
          <a:p xmlns:a="http://schemas.openxmlformats.org/drawingml/2006/main">
            <a:r>
              <a:t>https://github.com/openai/openai-agents-python/tree/main/examples/agent_patterns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Agentic Design Patterns Part 2: Reflection</a:t>
            </a:r>
            <a:endParaRPr/>
          </a:p>
          <a:p xmlns:a="http://schemas.openxmlformats.org/drawingml/2006/main">
            <a:endParaRPr/>
          </a:p>
          <a:p xmlns:a="http://schemas.openxmlformats.org/drawingml/2006/main">
            <a:r>
              <a:t>https://www.deeplearning.ai/the-batch/agentic-design-patterns-part-2-reflection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open notebook 05 and run the same Agents SDK agent with local Ollama models.</a:t>
            </a:r>
          </a:p>
          <a:p xmlns:a="http://schemas.openxmlformats.org/drawingml/2006/main">
            <a:r>
              <a:t>The default path disables OpenAI trace export and records traces locally with MLflow. OpenAI export is opt-in.</a:t>
            </a:r>
          </a:p>
          <a:p xmlns:a="http://schemas.openxmlformats.org/drawingml/2006/main">
            <a:r>
              <a:t>Student notebook: https://github.com/mdsiprojects/anlpspr2026-published/blob/main/material/Session%209/notebooks/05_ollama_model_switch.ipynb</a:t>
            </a:r>
          </a:p>
          <a:p xmlns:a="http://schemas.openxmlformats.org/drawingml/2006/main">
            <a:r>
              <a:t>Sources: https://openai.github.io/openai-agents-python/models/</a:t>
            </a:r>
          </a:p>
          <a:p xmlns:a="http://schemas.openxmlformats.org/drawingml/2006/main">
            <a:r>
              <a:t>https://docs.ollama.com/api/openai-compatibility</a:t>
            </a:r>
          </a:p>
          <a:p xmlns:a="http://schemas.openxmlformats.org/drawingml/2006/main">
            <a:r>
              <a:t>https://mlflow.org/docs/latest/genai/tracing/integrations/listing/openai-agent/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Discussion prompts:</a:t>
            </a:r>
          </a:p>
          <a:p xmlns:a="http://schemas.openxmlformats.org/drawingml/2006/main">
            <a:r>
              <a:t>How does the system protect private data and reduce biased outcomes?</a:t>
            </a:r>
          </a:p>
          <a:p xmlns:a="http://schemas.openxmlformats.org/drawingml/2006/main">
            <a:r>
              <a:t>Can users inspect important decisions and identify who is accountable?</a:t>
            </a:r>
          </a:p>
          <a:p xmlns:a="http://schemas.openxmlformats.org/drawingml/2006/main">
            <a:r>
              <a:t>Which actions need a human approval boundary?</a:t>
            </a:r>
          </a:p>
          <a:p xmlns:a="http://schemas.openxmlformats.org/drawingml/2006/main">
            <a:r>
              <a:t>How does the system contain unintended tool side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OpenAI Agents SDK, https://openai.github.io/openai-agents-python/</a:t>
            </a:r>
          </a:p>
          <a:p xmlns:a="http://schemas.openxmlformats.org/drawingml/2006/main">
            <a:r>
              <a:t>Microsoft Agent Framework 1.0, https://devblogs.microsoft.com/agent-framework/microsoft-agent-framework-at-build-2026-announce/</a:t>
            </a:r>
          </a:p>
          <a:p xmlns:a="http://schemas.openxmlformats.org/drawingml/2006/main">
            <a:r>
              <a:t>Framework project documentation for LangGraph, CrewAI, and Google ADK (accessed 16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MCP Python SDK v2, https://github.com/modelcontextprotocol/python-sdk</a:t>
            </a:r>
          </a:p>
          <a:p xmlns:a="http://schemas.openxmlformats.org/drawingml/2006/main">
            <a:r>
              <a:t>MCP donation to AAIF, https://www.anthropic.com/news/donating-the-model-context-protocol-and-establishing-of-the-agentic-ai-foundation</a:t>
            </a:r>
          </a:p>
          <a:p xmlns:a="http://schemas.openxmlformats.org/drawingml/2006/main">
            <a:r>
              <a:t>A2A project, https://a2a-protocol.org/ (accessed 16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Framework selection is a design guide for this course, not a benchmark ranking. See the official framework documentation linked on the following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links checked against their official project documentation on 16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Andrew Ng Feb 2024</a:t>
            </a:r>
          </a:p>
          <a:p xmlns:a="http://schemas.openxmlformats.org/drawingml/2006/main">
            <a:r>
              <a:t>Four AI Agent Strategies That Improve GPT-4 and GPT-3.5 Performance</a:t>
            </a:r>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b4841cd81442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aff7406324f48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35b556283047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21e8ac493a4b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d5d6ccd64445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ed0dd7f94f424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9bc57b0d7e14da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ea49ef877ad4bb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77a17571227474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58b68c6a752409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c87a8b6d7a5466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9ab4469bee21421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0b6af5f4d73d4626"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aa1b46ebb8e44b9b"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b8d5cd8ace934204"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823d101041be4cd3"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a598752c9c8a4dc3"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1c162b18e7954e71"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e2bb84c7e81b4a4f"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d85a8054bf7c4450"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2684ea94fe1f45c5"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f3793c75ba0a482a"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5a619047193c4064"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a0a31033543a4cc0"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3.xml" Id="Rfa3d2c2f9bf743fb"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3.xml" Id="Rea26b16d32c54966"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3.xml" Id="R00f137fb83dc4d2d"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3.xml" Id="R5ff1617a6bf64d08"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3.xml" Id="Rb7c361642dda432d"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3.xml" Id="R0441b534d7e3432b"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3.xml" Id="R3139c198c2884ad9" /><Relationship Type="http://schemas.openxmlformats.org/officeDocument/2006/relationships/image" Target="/ppt/media/image.jpeg" Id="Rc153d599fac2484b"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3.xml" Id="R13864e90ecf1416b"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3.xml" Id="R6a35c41ba6ae4678" /><Relationship Type="http://schemas.openxmlformats.org/officeDocument/2006/relationships/image" Target="/ppt/media/image.png" Id="R3bd9d864bea94551"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3.xml" Id="Rdaad13e4176540d7" /><Relationship Type="http://schemas.openxmlformats.org/officeDocument/2006/relationships/image" Target="/ppt/media/image2.png" Id="Rb535af13f5eb4e6f" /><Relationship Type="http://schemas.openxmlformats.org/officeDocument/2006/relationships/image" Target="/ppt/media/image3.png" Id="Rc85624cd5d634e65"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3.xml" Id="R3da09eb6aaec4321"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4.xml" Id="Rfc2a0ba4aaf9490b" /><Relationship Type="http://schemas.openxmlformats.org/officeDocument/2006/relationships/image" Target="/ppt/media/image4.png" Id="R7681d039c9b14226" /><Relationship Type="http://schemas.openxmlformats.org/officeDocument/2006/relationships/image" Target="/ppt/media/image5.png" Id="R88aacf00aca34992"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4.xml" Id="R6ea141d04f324e7a" /><Relationship Type="http://schemas.openxmlformats.org/officeDocument/2006/relationships/image" Target="/ppt/media/image6.png" Id="Rdba2e7bf20524775" /><Relationship Type="http://schemas.openxmlformats.org/officeDocument/2006/relationships/image" Target="/ppt/media/image5.png" Id="R01517f41b5734cc6"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4.xml" Id="R0c972d0a29844b82" /><Relationship Type="http://schemas.openxmlformats.org/officeDocument/2006/relationships/image" Target="/ppt/media/image7.png" Id="Rb862cbe71cb8430c"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4.xml" Id="R2b1636b0c53b4b1e" /><Relationship Type="http://schemas.openxmlformats.org/officeDocument/2006/relationships/image" Target="/ppt/media/image8.png" Id="Rd90fd53850a44048"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4.xml" Id="R6e32e746051c42ab"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4.xml" Id="R2c16838024c5400e" /><Relationship Type="http://schemas.openxmlformats.org/officeDocument/2006/relationships/image" Target="/ppt/media/image8.png" Id="R255a1328f5414b23"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4.xml" Id="R00ca61b987d04f53"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4.xml" Id="R8fc923028c43439f" /><Relationship Type="http://schemas.openxmlformats.org/officeDocument/2006/relationships/image" Target="/ppt/media/image8.png" Id="R86437f66c8ae460f"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4.xml" Id="Rc37dea96a3b84f61"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4.xml" Id="R455b0832530441f0" /><Relationship Type="http://schemas.openxmlformats.org/officeDocument/2006/relationships/image" Target="/ppt/media/image9.png" Id="Rd463c05d0edd4ea4"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4.xml" Id="Re0cb4197a3e94a94"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4.xml" Id="R2183f12471b245bf"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4.xml" Id="R1bf217cbc60446c0" /><Relationship Type="http://schemas.openxmlformats.org/officeDocument/2006/relationships/image" Target="/ppt/media/image10.png" Id="R87023dd74b074118"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4.xml" Id="Ra8cb5d6142b3408b"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4.xml" Id="R92c69f0cbc9b4913" /><Relationship Type="http://schemas.openxmlformats.org/officeDocument/2006/relationships/image" Target="/ppt/media/image11.png" Id="Rf4bd9a347e354fe4"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4.xml" Id="R42c7ff09a1b14708"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4.xml" Id="R3b06bfd185b34a78" /><Relationship Type="http://schemas.openxmlformats.org/officeDocument/2006/relationships/image" Target="/ppt/media/image9.png" Id="R734a1abda13d4640"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4.xml" Id="R3fa5f747e5d04455"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4.xml" Id="Rd5203dbf00c641d6" /><Relationship Type="http://schemas.openxmlformats.org/officeDocument/2006/relationships/image" Target="/ppt/media/image10.png" Id="R83652350f3554f3e"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4.xml" Id="R295d1b3949e340cd"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4.xml" Id="R94ee74db24764660" /><Relationship Type="http://schemas.openxmlformats.org/officeDocument/2006/relationships/image" Target="/ppt/media/image10.png" Id="R4f56a395300c44c7"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4.xml" Id="Ref99c0793d0f4daa"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4.xml" Id="Ref2d7676b3e44745" /><Relationship Type="http://schemas.openxmlformats.org/officeDocument/2006/relationships/image" Target="/ppt/media/image10.png" Id="R52dc9b0217a84946"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4.xml" Id="Ra37ac5f3b5534e32"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4.xml" Id="R5034a682dc4548f5" /><Relationship Type="http://schemas.openxmlformats.org/officeDocument/2006/relationships/image" Target="/ppt/media/image10.png" Id="Rc02dadf2ce094a78"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4.xml" Id="R0e3f5aeee0d5426a"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4.xml" Id="R8c1f5a1fdb264e7a" /><Relationship Type="http://schemas.openxmlformats.org/officeDocument/2006/relationships/image" Target="/ppt/media/image12.png" Id="R08b31c9b72684d3f"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4.xml" Id="R13fee2d1ef2f4a04" /></Relationships>
</file>

<file path=ppt/slideLayouts/_rels/slideLayout64.xml.rels>&#65279;<?xml version="1.0" encoding="utf-8"?><Relationships xmlns="http://schemas.openxmlformats.org/package/2006/relationships"><Relationship Type="http://schemas.openxmlformats.org/officeDocument/2006/relationships/slideMaster" Target="/ppt/slideMasters/slideMaster4.xml" Id="R8ac0976723254731" /></Relationships>
</file>

<file path=ppt/slideLayouts/_rels/slideLayout65.xml.rels>&#65279;<?xml version="1.0" encoding="utf-8"?><Relationships xmlns="http://schemas.openxmlformats.org/package/2006/relationships"><Relationship Type="http://schemas.openxmlformats.org/officeDocument/2006/relationships/slideMaster" Target="/ppt/slideMasters/slideMaster4.xml" Id="R81c0f3d86a344987" /><Relationship Type="http://schemas.openxmlformats.org/officeDocument/2006/relationships/image" Target="/ppt/media/image13.png" Id="R380d027acb434684" /></Relationships>
</file>

<file path=ppt/slideLayouts/_rels/slideLayout66.xml.rels>&#65279;<?xml version="1.0" encoding="utf-8"?><Relationships xmlns="http://schemas.openxmlformats.org/package/2006/relationships"><Relationship Type="http://schemas.openxmlformats.org/officeDocument/2006/relationships/slideMaster" Target="/ppt/slideMasters/slideMaster4.xml" Id="R4dd96a6d3f3e4bca" /><Relationship Type="http://schemas.openxmlformats.org/officeDocument/2006/relationships/image" Target="/ppt/media/image2.jpeg" Id="R0a280058421d45f3" /></Relationships>
</file>

<file path=ppt/slideLayouts/_rels/slideLayout67.xml.rels>&#65279;<?xml version="1.0" encoding="utf-8"?><Relationships xmlns="http://schemas.openxmlformats.org/package/2006/relationships"><Relationship Type="http://schemas.openxmlformats.org/officeDocument/2006/relationships/slideMaster" Target="/ppt/slideMasters/slideMaster4.xml" Id="R73d41cbacd6348dd" /></Relationships>
</file>

<file path=ppt/slideLayouts/_rels/slideLayout68.xml.rels>&#65279;<?xml version="1.0" encoding="utf-8"?><Relationships xmlns="http://schemas.openxmlformats.org/package/2006/relationships"><Relationship Type="http://schemas.openxmlformats.org/officeDocument/2006/relationships/slideMaster" Target="/ppt/slideMasters/slideMaster4.xml" Id="R161e45faabea4064" /></Relationships>
</file>

<file path=ppt/slideLayouts/_rels/slideLayout69.xml.rels>&#65279;<?xml version="1.0" encoding="utf-8"?><Relationships xmlns="http://schemas.openxmlformats.org/package/2006/relationships"><Relationship Type="http://schemas.openxmlformats.org/officeDocument/2006/relationships/slideMaster" Target="/ppt/slideMasters/slideMaster4.xml" Id="R743be13e466842a4" /></Relationships>
</file>

<file path=ppt/slideLayouts/_rels/slideLayout70.xml.rels>&#65279;<?xml version="1.0" encoding="utf-8"?><Relationships xmlns="http://schemas.openxmlformats.org/package/2006/relationships"><Relationship Type="http://schemas.openxmlformats.org/officeDocument/2006/relationships/slideMaster" Target="/ppt/slideMasters/slideMaster4.xml" Id="Rdc7c49934c4643cd" /></Relationships>
</file>

<file path=ppt/slideLayouts/_rels/slideLayout71.xml.rels>&#65279;<?xml version="1.0" encoding="utf-8"?><Relationships xmlns="http://schemas.openxmlformats.org/package/2006/relationships"><Relationship Type="http://schemas.openxmlformats.org/officeDocument/2006/relationships/slideMaster" Target="/ppt/slideMasters/slideMaster4.xml" Id="R58300c237f8e4077" /><Relationship Type="http://schemas.openxmlformats.org/officeDocument/2006/relationships/image" Target="/ppt/media/image3.jpeg" Id="R1be0cec79e6b4c75" /></Relationships>
</file>

<file path=ppt/slideLayouts/_rels/slideLayout72.xml.rels>&#65279;<?xml version="1.0" encoding="utf-8"?><Relationships xmlns="http://schemas.openxmlformats.org/package/2006/relationships"><Relationship Type="http://schemas.openxmlformats.org/officeDocument/2006/relationships/slideMaster" Target="/ppt/slideMasters/slideMaster4.xml" Id="R8aaea59fe9d24ce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6413CE-D696-DABA-69D6-47E4A07AB1AB}"/>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4CA5B415-9E59-F1C7-EC70-9B592D0E3501}"/>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AEC1C96B-8F25-B706-A13A-ED01AB923F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B1C229D1-17FB-1DA2-1193-3A4A6AB90D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5C870E9-EE3E-4AD8-4AAB-5F01AEEDF1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2D853A1-1D35-41DF-8D85-5E625591274D}"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D9DEEF-BBB4-4B67-66E8-24A786426D3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6A3D933-C9C4-1151-BDDB-440801CBAEF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F3DB2B5-3306-D7A0-7070-4AF025295DB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B22B3DEA-7C05-8AA2-E4BD-968911AEF1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2ECC86E-1EC2-393C-2270-CE119F794E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2D853A1-1D35-41DF-8D85-5E625591274D}"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FD55938-1CEA-CEAB-AA00-7E4960BC6E5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BDF25E0-9208-F800-2C7E-0C7985681D5D}"/>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B195E582-5814-BD0F-E2D1-DFF1D558BF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5F5C8A51-62FD-0C12-2F77-2CFF8812B7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FFE266B-4079-905B-100C-12E5202589D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2D853A1-1D35-41DF-8D85-5E625591274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342490-1DD2-2870-CA24-21CCD22BB1D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B913EC6-D4A8-BE67-EB5A-EB6BE8BC8A3E}"/>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BEFF6418-62FA-1C46-694C-CE5CEE6172A2}"/>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5F6EBBD-E676-00A4-95AC-E27D1E4FAA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6" name="Footer Placeholder 5">
            <a:extLst xmlns:a="http://schemas.openxmlformats.org/drawingml/2006/main">
              <a:ext uri="{FF2B5EF4-FFF2-40B4-BE49-F238E27FC236}">
                <a16:creationId xmlns:a16="http://schemas.microsoft.com/office/drawing/2014/main" id="{480D7956-C80F-66C2-6498-CEC9B7E9E0C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2EA6B77-11E9-B816-2EFB-5742671E5C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2D853A1-1D35-41DF-8D85-5E625591274D}"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2F4B33-E37E-F911-D66D-91EFDE2A64C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AB3ECB0-6007-89CC-4D85-EDFEADFF24C1}"/>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A14752C-BA37-EEF3-7FF0-E6E58E3997FE}"/>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487253D1-2301-6271-8818-038CE71A6150}"/>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8B2A73D-A561-4F53-A964-5785AE1F434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A83612A-5135-5F95-C150-3CB39C26CB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8" name="Footer Placeholder 7">
            <a:extLst xmlns:a="http://schemas.openxmlformats.org/drawingml/2006/main">
              <a:ext uri="{FF2B5EF4-FFF2-40B4-BE49-F238E27FC236}">
                <a16:creationId xmlns:a16="http://schemas.microsoft.com/office/drawing/2014/main" id="{749BCC54-3722-FFFA-1B34-F4431545CF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18C21F6D-8A49-5499-E2BA-CCADE6E6E5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2D853A1-1D35-41DF-8D85-5E625591274D}"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F3D2A1-8BA0-E262-8C88-F3FE15B9CF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80AF68BD-2D81-87EB-4667-71D26E98A6E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4" name="Footer Placeholder 3">
            <a:extLst xmlns:a="http://schemas.openxmlformats.org/drawingml/2006/main">
              <a:ext uri="{FF2B5EF4-FFF2-40B4-BE49-F238E27FC236}">
                <a16:creationId xmlns:a16="http://schemas.microsoft.com/office/drawing/2014/main" id="{E682348D-B5EE-C95D-8627-C09FAC67961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523A7060-B6A2-2EBD-90F4-B669A3DBB5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2D853A1-1D35-41DF-8D85-5E625591274D}"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9AB41D1-6B6D-CAEC-E245-5E130B2FA7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3" name="Footer Placeholder 2">
            <a:extLst xmlns:a="http://schemas.openxmlformats.org/drawingml/2006/main">
              <a:ext uri="{FF2B5EF4-FFF2-40B4-BE49-F238E27FC236}">
                <a16:creationId xmlns:a16="http://schemas.microsoft.com/office/drawing/2014/main" id="{699B76BF-8E02-939F-6C18-2B1FAC3E28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4F86D533-DFD9-AC40-0733-0C3755E0F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2D853A1-1D35-41DF-8D85-5E625591274D}"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C88263-FB85-E37F-E29D-96D334956C3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1566B25-A535-45E6-EBDF-C3A114A0E80A}"/>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064DD5C4-5CE4-FFCA-2632-DD4B5A828EDA}"/>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25E4617-C0E0-6716-D20E-576E9C23FBB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6" name="Footer Placeholder 5">
            <a:extLst xmlns:a="http://schemas.openxmlformats.org/drawingml/2006/main">
              <a:ext uri="{FF2B5EF4-FFF2-40B4-BE49-F238E27FC236}">
                <a16:creationId xmlns:a16="http://schemas.microsoft.com/office/drawing/2014/main" id="{F73EE531-9E1C-0DB8-23B4-72CA67992C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5EA3EAC-4FA4-BDB0-5841-BB95808B03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2D853A1-1D35-41DF-8D85-5E625591274D}"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A90A09D-555B-260E-F40A-AAA51FE7EE5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477DBE9-51D7-BEC0-F31A-087AACABCD0A}"/>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80F6292-592C-EC1E-B3AA-820BA1A9B51D}"/>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1E2A11A-8955-3472-195A-E8B4909CE48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6" name="Footer Placeholder 5">
            <a:extLst xmlns:a="http://schemas.openxmlformats.org/drawingml/2006/main">
              <a:ext uri="{FF2B5EF4-FFF2-40B4-BE49-F238E27FC236}">
                <a16:creationId xmlns:a16="http://schemas.microsoft.com/office/drawing/2014/main" id="{E6496C1D-F5A8-B1C0-D476-5990FB0A5E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F755D0B-7B04-0FD1-1CFB-39F3F2E75A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2D853A1-1D35-41DF-8D85-5E625591274D}"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5B4106-9D4C-C076-97F5-09EF8D4710C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E77340A-127C-C630-CA73-244B472375B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8266484-D9B6-A475-ABA6-DCD6CA41DD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FAFE56A7-3582-27D4-AF6A-17F5F76353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1FE181D-F793-33CA-DFC9-C6E73A6571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2D853A1-1D35-41DF-8D85-5E625591274D}"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4E7FC5E-DCDA-2ED9-9EAE-08D2CF23764F}"/>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CDA0A8D-EFFB-07A8-4B7F-01D9178345D4}"/>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B2B18B8-67AF-7AEE-7FCB-58A94DFE3D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42D5E230-BF2B-13C7-E308-A1666541C4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54E136-C00C-01A7-1943-A54C50E00C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2D853A1-1D35-41DF-8D85-5E625591274D}" type="slidenum">
              <a:t>‹#›</a:t>
            </a:fld>
            <a:endParaRPr/>
          </a:p>
        </p:txBody>
      </p:sp>
    </p:spTree>
  </p:cSld>
</p:sldLayout>
</file>

<file path=ppt/slideLayouts/slideLayout12.xml><?xml version="1.0" encoding="utf-8"?>
<p:sldLayout xmlns:p="http://schemas.openxmlformats.org/presentationml/2006/main" userDrawn="1">
  <p:cSld name="Top_Banner_NoTert_White">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F025B98F-75D1-1C12-C38F-3ABA1B9F3F9A}"/>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10" name="Text Placeholder 2">
            <a:extLst xmlns:a="http://schemas.openxmlformats.org/drawingml/2006/main">
              <a:ext uri="{FF2B5EF4-FFF2-40B4-BE49-F238E27FC236}">
                <a16:creationId xmlns:a16="http://schemas.microsoft.com/office/drawing/2014/main" id="{AF0B0EAB-A284-A8BB-179E-428AF2429D6E}"/>
              </a:ext>
            </a:extLst>
          </p:cNvPr>
          <p:cNvSpPr>
            <a:spLocks xmlns:a="http://schemas.openxmlformats.org/drawingml/2006/main" noGrp="1"/>
          </p:cNvSpPr>
          <p:nvPr>
            <p:ph type="body" idx="11" hasCustomPrompt="1"/>
          </p:nvPr>
        </p:nvSpPr>
        <p:spPr>
          <a:xfrm xmlns:a="http://schemas.openxmlformats.org/drawingml/2006/main">
            <a:off x="563499" y="186252"/>
            <a:ext cx="11045888" cy="553998"/>
          </a:xfrm>
          <a:prstGeom xmlns:a="http://schemas.openxmlformats.org/drawingml/2006/main" prst="rect">
            <a:avLst/>
          </a:prstGeom>
        </p:spPr>
        <p:txBody>
          <a:bodyPr xmlns:a="http://schemas.openxmlformats.org/drawingml/2006/main"/>
          <a:lstStyle xmlns:a="http://schemas.openxmlformats.org/drawingml/2006/main">
            <a:lvl1pPr marL="0" indent="0">
              <a:buNone/>
              <a:defRPr sz="3600" b="1" i="0">
                <a:solidFill>
                  <a:schemeClr val="tx1"/>
                </a:solidFill>
                <a:latin typeface="Segoe UI Variable Display"/>
                <a:ea typeface="Segoe UI Variable Display"/>
                <a:cs typeface="Segoe UI Variable Display"/>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4" name="Footer Placeholder 1">
            <a:extLst xmlns:a="http://schemas.openxmlformats.org/drawingml/2006/main">
              <a:ext uri="{FF2B5EF4-FFF2-40B4-BE49-F238E27FC236}">
                <a16:creationId xmlns:a16="http://schemas.microsoft.com/office/drawing/2014/main" id="{1755EFB9-9C51-91C0-FEAF-31297B8B2C68}"/>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r>
              <a:t>Microsoft Confidential</a:t>
            </a:r>
          </a:p>
        </p:txBody>
      </p:sp>
      <p:sp>
        <p:nvSpPr>
          <p:cNvPr id="7" name="Text Placeholder 4">
            <a:extLst xmlns:a="http://schemas.openxmlformats.org/drawingml/2006/main">
              <a:ext uri="{FF2B5EF4-FFF2-40B4-BE49-F238E27FC236}">
                <a16:creationId xmlns:a16="http://schemas.microsoft.com/office/drawing/2014/main" id="{91382626-CED8-2B9E-7D3C-5E126A56B6CB}"/>
              </a:ext>
            </a:extLst>
          </p:cNvPr>
          <p:cNvSpPr>
            <a:spLocks xmlns:a="http://schemas.openxmlformats.org/drawingml/2006/main" noGrp="1"/>
          </p:cNvSpPr>
          <p:nvPr>
            <p:ph type="body" idx="13" hasCustomPrompt="1"/>
          </p:nvPr>
        </p:nvSpPr>
        <p:spPr>
          <a:xfrm xmlns:a="http://schemas.openxmlformats.org/drawingml/2006/main">
            <a:off x="563498" y="1125401"/>
            <a:ext cx="11045889" cy="5177863"/>
          </a:xfrm>
          <a:prstGeom xmlns:a="http://schemas.openxmlformats.org/drawingml/2006/main" prst="rect">
            <a:avLst/>
          </a:prstGeom>
        </p:spPr>
        <p:txBody>
          <a:bodyPr xmlns:a="http://schemas.openxmlformats.org/drawingml/2006/main"/>
          <a:lstStyle xmlns:a="http://schemas.openxmlformats.org/drawingml/2006/main">
            <a:lvl1pPr marL="0" indent="0">
              <a:buNone/>
              <a:defRPr sz="2000" b="0"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Tree>
  </p:cSld>
</p:sldLayout>
</file>

<file path=ppt/slideLayouts/slideLayout13.xml><?xml version="1.0" encoding="utf-8"?>
<p:sldLayout xmlns:p="http://schemas.openxmlformats.org/presentationml/2006/main" userDrawn="1">
  <p:cSld name="Workshop">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71402FB-9485-1F47-ACE1-BF440A541405}"/>
              </a:ext>
            </a:extLst>
          </p:cNvPr>
          <p:cNvSpPr>
            <a:spLocks xmlns:a="http://schemas.openxmlformats.org/drawingml/2006/main" noGrp="1"/>
          </p:cNvSpPr>
          <p:nvPr>
            <p:ph type="ctrTitle" idx="0" hasCustomPrompt="1"/>
          </p:nvPr>
        </p:nvSpPr>
        <p:spPr>
          <a:xfrm xmlns:a="http://schemas.openxmlformats.org/drawingml/2006/main">
            <a:off x="530475" y="482850"/>
            <a:ext cx="11118068" cy="487313"/>
          </a:xfrm>
        </p:spPr>
        <p:txBody>
          <a:bodyPr xmlns:a="http://schemas.openxmlformats.org/drawingml/2006/main" wrap="square" lIns="0" tIns="0" rIns="0" bIns="0" anchor="t">
            <a:spAutoFit/>
          </a:bodyPr>
          <a:lstStyle xmlns:a="http://schemas.openxmlformats.org/drawingml/2006/main">
            <a:lvl1pPr algn="l">
              <a:lnSpc>
                <a:spcPts val="3800"/>
              </a:lnSpc>
              <a:spcAft>
                <a:spcPts val="0"/>
              </a:spcAft>
              <a:buNone/>
              <a:defRPr sz="3800" b="0" i="0" cap="all" spc="300" baseline="0">
                <a:solidFill>
                  <a:schemeClr val="tx1"/>
                </a:solidFill>
                <a:latin typeface="+mn-lt"/>
                <a:ea typeface="+mn-lt"/>
                <a:cs typeface="+mn-lt"/>
              </a:defRPr>
            </a:lvl1pPr>
          </a:lstStyle>
          <a:p xmlns:a="http://schemas.openxmlformats.org/drawingml/2006/main">
            <a:r>
              <a:t>Click to edit title</a:t>
            </a:r>
            <a:endParaRPr/>
          </a:p>
        </p:txBody>
      </p:sp>
      <p:sp>
        <p:nvSpPr>
          <p:cNvPr id="25" name="Subtitle 2">
            <a:extLst xmlns:a="http://schemas.openxmlformats.org/drawingml/2006/main">
              <a:ext uri="{FF2B5EF4-FFF2-40B4-BE49-F238E27FC236}">
                <a16:creationId xmlns:a16="http://schemas.microsoft.com/office/drawing/2014/main" id="{14F0820A-E3DB-0544-9188-9332D4F36CB7}"/>
              </a:ext>
            </a:extLst>
          </p:cNvPr>
          <p:cNvSpPr>
            <a:spLocks xmlns:a="http://schemas.openxmlformats.org/drawingml/2006/main" noGrp="1"/>
          </p:cNvSpPr>
          <p:nvPr>
            <p:ph type="subTitle" idx="1" hasCustomPrompt="1"/>
          </p:nvPr>
        </p:nvSpPr>
        <p:spPr>
          <a:xfrm xmlns:a="http://schemas.openxmlformats.org/drawingml/2006/main">
            <a:off x="540000" y="2539333"/>
            <a:ext cx="11118068" cy="215444"/>
          </a:xfrm>
        </p:spPr>
        <p:txBody>
          <a:bodyPr xmlns:a="http://schemas.openxmlformats.org/drawingml/2006/main" lIns="0" tIns="0" rIns="0" bIns="0">
            <a:spAutoFit/>
          </a:bodyPr>
          <a:lstStyle xmlns:a="http://schemas.openxmlformats.org/drawingml/2006/main">
            <a:lvl1pPr marL="0" indent="0" algn="l">
              <a:lnSpc>
                <a:spcPct val="100000"/>
              </a:lnSpc>
              <a:spcBef>
                <a:spcPts val="0"/>
              </a:spcBef>
              <a:spcAft>
                <a:spcPts val="0"/>
              </a:spcAft>
              <a:buNone/>
              <a:defRPr sz="1400" b="0" i="0">
                <a:solidFill>
                  <a:schemeClr val="tx1"/>
                </a:solidFill>
                <a:latin typeface="+mn-lt"/>
                <a:ea typeface="+mn-lt"/>
                <a:cs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text</a:t>
            </a:r>
          </a:p>
        </p:txBody>
      </p:sp>
      <p:sp>
        <p:nvSpPr>
          <p:cNvPr id="6" name="Text Placeholder 5">
            <a:extLst xmlns:a="http://schemas.openxmlformats.org/drawingml/2006/main">
              <a:ext uri="{FF2B5EF4-FFF2-40B4-BE49-F238E27FC236}">
                <a16:creationId xmlns:a16="http://schemas.microsoft.com/office/drawing/2014/main" id="{C87A1F48-7148-7246-9BE0-DD260CB7C2A2}"/>
              </a:ext>
            </a:extLst>
          </p:cNvPr>
          <p:cNvSpPr>
            <a:spLocks xmlns:a="http://schemas.openxmlformats.org/drawingml/2006/main" noGrp="1"/>
          </p:cNvSpPr>
          <p:nvPr>
            <p:ph type="body" idx="10" hasCustomPrompt="1"/>
          </p:nvPr>
        </p:nvSpPr>
        <p:spPr>
          <a:xfrm xmlns:a="http://schemas.openxmlformats.org/drawingml/2006/main">
            <a:off x="539750" y="1884863"/>
            <a:ext cx="11109325" cy="246221"/>
          </a:xfrm>
        </p:spPr>
        <p:txBody>
          <a:bodyPr xmlns:a="http://schemas.openxmlformats.org/drawingml/2006/main" lIns="0" tIns="0" rIns="0" bIns="0">
            <a:spAutoFit/>
          </a:bodyPr>
          <a:lstStyle xmlns:a="http://schemas.openxmlformats.org/drawingml/2006/main">
            <a:lvl1pPr marL="0" indent="0">
              <a:lnSpc>
                <a:spcPct val="100000"/>
              </a:lnSpc>
              <a:spcBef>
                <a:spcPts val="0"/>
              </a:spcBef>
              <a:spcAft>
                <a:spcPts val="0"/>
              </a:spcAft>
              <a:buNone/>
              <a:defRPr sz="1600" b="0" i="0">
                <a:solidFill>
                  <a:schemeClr val="tx1"/>
                </a:solidFill>
                <a:latin typeface="+mn-lt"/>
                <a:ea typeface="+mn-lt"/>
                <a:cs typeface="+mn-lt"/>
              </a:defRPr>
            </a:lvl1pPr>
            <a:lvl2pPr marL="457200" indent="0">
              <a:lnSpc>
                <a:spcPts val="2000"/>
              </a:lnSpc>
              <a:spcBef>
                <a:spcPts val="0"/>
              </a:spcBef>
              <a:spcAft>
                <a:spcPts val="600"/>
              </a:spcAft>
              <a:buNone/>
              <a:defRPr sz="1800" b="0" i="0">
                <a:latin typeface="Segoe UI"/>
                <a:ea typeface="Segoe UI"/>
                <a:cs typeface="Segoe UI"/>
              </a:defRPr>
            </a:lvl2pPr>
            <a:lvl3pPr marL="914400" indent="0">
              <a:lnSpc>
                <a:spcPts val="2000"/>
              </a:lnSpc>
              <a:spcBef>
                <a:spcPts val="0"/>
              </a:spcBef>
              <a:spcAft>
                <a:spcPts val="600"/>
              </a:spcAft>
              <a:buNone/>
              <a:defRPr sz="1800" b="0" i="0">
                <a:latin typeface="Segoe UI"/>
                <a:ea typeface="Segoe UI"/>
                <a:cs typeface="Segoe UI"/>
              </a:defRPr>
            </a:lvl3pPr>
            <a:lvl4pPr marL="1371600" indent="0">
              <a:lnSpc>
                <a:spcPts val="2000"/>
              </a:lnSpc>
              <a:spcBef>
                <a:spcPts val="0"/>
              </a:spcBef>
              <a:spcAft>
                <a:spcPts val="600"/>
              </a:spcAft>
              <a:buNone/>
              <a:defRPr sz="1800" b="0" i="0">
                <a:latin typeface="Segoe UI"/>
                <a:ea typeface="Segoe UI"/>
                <a:cs typeface="Segoe UI"/>
              </a:defRPr>
            </a:lvl4pPr>
            <a:lvl5pPr marL="1828800" indent="0">
              <a:lnSpc>
                <a:spcPts val="2000"/>
              </a:lnSpc>
              <a:spcBef>
                <a:spcPts val="0"/>
              </a:spcBef>
              <a:spcAft>
                <a:spcPts val="600"/>
              </a:spcAft>
              <a:buNone/>
              <a:defRPr sz="1800" b="0" i="0">
                <a:latin typeface="Segoe UI"/>
                <a:ea typeface="Segoe UI"/>
                <a:cs typeface="Segoe UI"/>
              </a:defRPr>
            </a:lvl5pPr>
          </a:lstStyle>
          <a:p xmlns:a="http://schemas.openxmlformats.org/drawingml/2006/main">
            <a:pPr lvl="0">
              <a:buNone/>
            </a:pPr>
            <a:r>
              <a:t>Click to edit text</a:t>
            </a:r>
          </a:p>
        </p:txBody>
      </p:sp>
      <p:sp>
        <p:nvSpPr>
          <p:cNvPr id="8" name="Text Placeholder 7">
            <a:extLst xmlns:a="http://schemas.openxmlformats.org/drawingml/2006/main">
              <a:ext uri="{FF2B5EF4-FFF2-40B4-BE49-F238E27FC236}">
                <a16:creationId xmlns:a16="http://schemas.microsoft.com/office/drawing/2014/main" id="{35CE67D4-41B3-4B4E-A752-2202096A3E5C}"/>
              </a:ext>
            </a:extLst>
          </p:cNvPr>
          <p:cNvSpPr>
            <a:spLocks xmlns:a="http://schemas.openxmlformats.org/drawingml/2006/main" noGrp="1"/>
          </p:cNvSpPr>
          <p:nvPr>
            <p:ph type="body" idx="11" hasCustomPrompt="1"/>
          </p:nvPr>
        </p:nvSpPr>
        <p:spPr>
          <a:xfrm xmlns:a="http://schemas.openxmlformats.org/drawingml/2006/main">
            <a:off x="539750" y="3149798"/>
            <a:ext cx="11118850" cy="153888"/>
          </a:xfrm>
        </p:spPr>
        <p:txBody>
          <a:bodyPr xmlns:a="http://schemas.openxmlformats.org/drawingml/2006/main" lIns="0" tIns="0" rIns="0" bIns="0">
            <a:spAutoFit/>
          </a:bodyPr>
          <a:lstStyle xmlns:a="http://schemas.openxmlformats.org/drawingml/2006/main">
            <a:lvl1pPr marL="0" indent="0">
              <a:lnSpc>
                <a:spcPct val="100000"/>
              </a:lnSpc>
              <a:spcBef>
                <a:spcPts val="0"/>
              </a:spcBef>
              <a:spcAft>
                <a:spcPts val="0"/>
              </a:spcAft>
              <a:buNone/>
              <a:defRPr sz="1000" b="0" i="0">
                <a:solidFill>
                  <a:schemeClr val="tx1"/>
                </a:solidFill>
                <a:latin typeface="+mn-lt"/>
                <a:ea typeface="+mn-lt"/>
                <a:cs typeface="+mn-lt"/>
              </a:defRPr>
            </a:lvl1pPr>
            <a:lvl2pPr marL="457200" indent="0">
              <a:lnSpc>
                <a:spcPts val="1400"/>
              </a:lnSpc>
              <a:spcBef>
                <a:spcPts val="0"/>
              </a:spcBef>
              <a:spcAft>
                <a:spcPts val="600"/>
              </a:spcAft>
              <a:buNone/>
              <a:defRPr sz="1200" b="0" i="0">
                <a:latin typeface="Segoe UI"/>
                <a:ea typeface="Segoe UI"/>
                <a:cs typeface="Segoe UI"/>
              </a:defRPr>
            </a:lvl2pPr>
            <a:lvl3pPr marL="914400" indent="0">
              <a:lnSpc>
                <a:spcPts val="1400"/>
              </a:lnSpc>
              <a:spcBef>
                <a:spcPts val="0"/>
              </a:spcBef>
              <a:spcAft>
                <a:spcPts val="600"/>
              </a:spcAft>
              <a:buNone/>
              <a:defRPr sz="1200" b="0" i="0">
                <a:latin typeface="Segoe UI"/>
                <a:ea typeface="Segoe UI"/>
                <a:cs typeface="Segoe UI"/>
              </a:defRPr>
            </a:lvl3pPr>
            <a:lvl4pPr marL="1371600" indent="0">
              <a:lnSpc>
                <a:spcPts val="1400"/>
              </a:lnSpc>
              <a:spcBef>
                <a:spcPts val="0"/>
              </a:spcBef>
              <a:spcAft>
                <a:spcPts val="600"/>
              </a:spcAft>
              <a:buNone/>
              <a:defRPr sz="1200" b="0" i="0">
                <a:latin typeface="Segoe UI"/>
                <a:ea typeface="Segoe UI"/>
                <a:cs typeface="Segoe UI"/>
              </a:defRPr>
            </a:lvl4pPr>
            <a:lvl5pPr marL="1828800" indent="0">
              <a:lnSpc>
                <a:spcPts val="1400"/>
              </a:lnSpc>
              <a:spcBef>
                <a:spcPts val="0"/>
              </a:spcBef>
              <a:spcAft>
                <a:spcPts val="600"/>
              </a:spcAft>
              <a:buNone/>
              <a:defRPr sz="1200" b="0" i="0">
                <a:latin typeface="Segoe UI"/>
                <a:ea typeface="Segoe UI"/>
                <a:cs typeface="Segoe UI"/>
              </a:defRPr>
            </a:lvl5pPr>
          </a:lstStyle>
          <a:p xmlns:a="http://schemas.openxmlformats.org/drawingml/2006/main">
            <a:pPr lvl="0">
              <a:buNone/>
            </a:pPr>
            <a:r>
              <a:t>Click to edit text</a:t>
            </a:r>
          </a:p>
        </p:txBody>
      </p:sp>
    </p:spTree>
  </p:cSld>
</p:sldLayout>
</file>

<file path=ppt/slideLayouts/slideLayout14.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8168D1-65FB-439B-9A03-93316EB752AA}"/>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50027E22-675B-4A89-938D-00796E11BEC7}"/>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C59DB086-77F9-4659-887B-4F46C9C91F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2A7392EF-E048-48A5-9B85-784E27BC9F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96AA045-DBE3-42E2-80F6-08B6F2BC91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15.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3430F9-97ED-441B-AE7C-5DBE8200E57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407CF88-70F6-4189-8CD8-1F6EB800185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D65489A-5608-485A-8939-DE4622734F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7476D8D4-65A4-423E-A51B-E56085D2F9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3B5C98-73A8-4F4A-A458-65C2E4EED1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16.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8A3E3A-54AD-4D66-9DD8-CCE8B3B226A8}"/>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26795DB-D981-456F-8BA6-9FAFAF3C6FD6}"/>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595FEED0-03EF-4E3E-A832-962A2FB4984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1CC7FFE5-3DE9-4734-9C6F-912551791F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96821C8-F5FA-4948-8C7D-C8AA5FE215A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17.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D2BEE90-A328-4B45-AE02-9857BA35D97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D4F8CEF-734C-4104-A967-0EF9EB57BC26}"/>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67E46A31-59F1-4EF6-934F-9A3EC30E6B19}"/>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3A0C4932-701F-4C74-B8BD-7C60AD24CA5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6" name="Footer Placeholder 5">
            <a:extLst xmlns:a="http://schemas.openxmlformats.org/drawingml/2006/main">
              <a:ext uri="{FF2B5EF4-FFF2-40B4-BE49-F238E27FC236}">
                <a16:creationId xmlns:a16="http://schemas.microsoft.com/office/drawing/2014/main" id="{78AB62EE-7A29-475D-ADBD-66CAEAF6467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AF5DF76-EE06-499D-9E46-9718E0FC48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18.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931F00-078C-4F42-82E0-DCE74A2D16E0}"/>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68849B1-944E-4AB3-B263-F4C5B19608A2}"/>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BB43E22-148E-4E8D-AC8C-FC1E4D9C4493}"/>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676A337E-CE3D-48C5-B4CC-754BB4BEADFF}"/>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78D9049-028D-469F-BB15-6ED567AC1923}"/>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C34EABFE-090F-4176-9458-4AFBE071AA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8" name="Footer Placeholder 7">
            <a:extLst xmlns:a="http://schemas.openxmlformats.org/drawingml/2006/main">
              <a:ext uri="{FF2B5EF4-FFF2-40B4-BE49-F238E27FC236}">
                <a16:creationId xmlns:a16="http://schemas.microsoft.com/office/drawing/2014/main" id="{F1193F66-3635-431B-B8B9-963B250231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E7B2D27-9A42-4752-806A-5469C8B667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19.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BDA0AF-D5C6-4656-8704-4325EF7EC5E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8A4673D8-D86D-4450-8142-6A02E6D9A5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4" name="Footer Placeholder 3">
            <a:extLst xmlns:a="http://schemas.openxmlformats.org/drawingml/2006/main">
              <a:ext uri="{FF2B5EF4-FFF2-40B4-BE49-F238E27FC236}">
                <a16:creationId xmlns:a16="http://schemas.microsoft.com/office/drawing/2014/main" id="{BCAB1FA3-9968-48E6-B66C-C188CF5A65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A760CAC-1EEE-413C-BBAC-01306EBBCF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20.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5A61EA5-449F-487C-BC6B-27924C9B93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3" name="Footer Placeholder 2">
            <a:extLst xmlns:a="http://schemas.openxmlformats.org/drawingml/2006/main">
              <a:ext uri="{FF2B5EF4-FFF2-40B4-BE49-F238E27FC236}">
                <a16:creationId xmlns:a16="http://schemas.microsoft.com/office/drawing/2014/main" id="{5B904E81-832D-463C-8AFA-C1C87D2CEA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46E2D579-98F1-4B65-815A-0AB39F9058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21.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88BED7D-721A-4163-BC54-875ADFA1437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FE5D57B-F133-45A9-BFEF-73713E61A333}"/>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282AA19-C148-4ACC-B4AF-ED8A07A490BF}"/>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F85964D-37B4-4DFB-B69D-174E4EE6AA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6" name="Footer Placeholder 5">
            <a:extLst xmlns:a="http://schemas.openxmlformats.org/drawingml/2006/main">
              <a:ext uri="{FF2B5EF4-FFF2-40B4-BE49-F238E27FC236}">
                <a16:creationId xmlns:a16="http://schemas.microsoft.com/office/drawing/2014/main" id="{066A5BF9-64B8-4833-933E-933A32E5E69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FEFE315-9C5F-4A5F-AE70-2554733D72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22.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17D1B7-9512-4001-962D-4937EEEA97B4}"/>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26FEE536-C099-4768-B183-BB3B9A26BB39}"/>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7BAD1E6-67FD-442E-817B-4A42D8D95FC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15AD216-DF06-459B-A5FF-A601C2AE88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6" name="Footer Placeholder 5">
            <a:extLst xmlns:a="http://schemas.openxmlformats.org/drawingml/2006/main">
              <a:ext uri="{FF2B5EF4-FFF2-40B4-BE49-F238E27FC236}">
                <a16:creationId xmlns:a16="http://schemas.microsoft.com/office/drawing/2014/main" id="{783D5828-65CB-4321-AD60-2D9CCFE016D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4B84E8F-EAF7-46E6-8C41-3CF138277A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23.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AEC1F6F-B7FF-4E64-A9CA-A35D3B21C6D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C8868B7-44B4-4465-95DD-614BC139CD2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6838F95-134B-4E8E-B5F8-13FE730D47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26ACE348-DCD8-496B-A6FB-9FBD4A466A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17D8951-F250-477E-A94D-2BEC7B4DA9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24.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5889522-C2C8-44DD-8506-A89D1CC4F56E}"/>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2C0D21E-C06E-49B4-BFC3-6AE852282430}"/>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B318FCC-94C4-4E55-8A13-58FD416B66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45C1763B-EDF1-48AC-A329-1B82CA9711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EA76F39-0944-4BF3-B7FC-5FAB971AD2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25.xml><?xml version="1.0" encoding="utf-8"?>
<p:sldLayout xmlns:p="http://schemas.openxmlformats.org/presentationml/2006/main" preserve="1" userDrawn="1">
  <p:cSld name="13_Title Slide">
    <p:bg>
      <p:bgPr>
        <a:solidFill xmlns:a="http://schemas.openxmlformats.org/drawingml/2006/main">
          <a:schemeClr val="accent4"/>
        </a:solidFill>
      </p:bgPr>
    </p:bg>
    <p:spTree>
      <p:nvGrpSpPr>
        <p:cNvPr id="1" name=""/>
        <p:cNvGrpSpPr/>
        <p:nvPr/>
      </p:nvGrpSpPr>
      <p:grpSpPr>
        <a:xfrm xmlns:a="http://schemas.openxmlformats.org/drawingml/2006/main"/>
      </p:grpSpPr>
      <p:sp>
        <p:nvSpPr>
          <p:cNvPr id="21" name="AutoShape 1">
            <a:extLst xmlns:a="http://schemas.openxmlformats.org/drawingml/2006/main">
              <a:ext uri="{FF2B5EF4-FFF2-40B4-BE49-F238E27FC236}">
                <a16:creationId xmlns:a16="http://schemas.microsoft.com/office/drawing/2014/main" id="{D1575B20-72E2-4A55-9A19-4699A88ACE85}"/>
              </a:ext>
            </a:extLst>
          </p:cNvPr>
          <p:cNvSpPr>
            <a:spLocks xmlns:a="http://schemas.openxmlformats.org/drawingml/2006/main" noGrp="1"/>
          </p:cNvSpPr>
          <p:nvPr/>
        </p:nvSpPr>
        <p:spPr>
          <a:xfrm xmlns:a="http://schemas.openxmlformats.org/drawingml/2006/main" rot="0" flipH="0" flipV="0">
            <a:off x="0" y="0"/>
            <a:ext cx="4436820" cy="5479886"/>
          </a:xfrm>
          <a:custGeom xmlns:a="http://schemas.openxmlformats.org/drawingml/2006/main">
            <a:rect l="0" t="0" r="r" b="b"/>
            <a:pathLst>
              <a:path w="21600" h="21600">
                <a:moveTo>
                  <a:pt x="8692" y="0"/>
                </a:moveTo>
                <a:lnTo>
                  <a:pt x="0" y="3605"/>
                </a:lnTo>
                <a:lnTo>
                  <a:pt x="0" y="16802"/>
                </a:lnTo>
                <a:lnTo>
                  <a:pt x="7189" y="21600"/>
                </a:lnTo>
                <a:lnTo>
                  <a:pt x="21600" y="15622"/>
                </a:lnTo>
                <a:lnTo>
                  <a:pt x="17148" y="4519"/>
                </a:lnTo>
                <a:lnTo>
                  <a:pt x="10377" y="0"/>
                </a:lnTo>
                <a:cubicBezTo>
                  <a:pt x="10377" y="0"/>
                  <a:pt x="8692" y="0"/>
                  <a:pt x="8692" y="0"/>
                </a:cubicBezTo>
                <a:close/>
                <a:moveTo>
                  <a:pt x="8692" y="0"/>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2400"/>
          </a:p>
        </p:txBody>
      </p:sp>
      <p:sp>
        <p:nvSpPr>
          <p:cNvPr id="31" name="AutoShape 2">
            <a:extLst xmlns:a="http://schemas.openxmlformats.org/drawingml/2006/main">
              <a:ext uri="{FF2B5EF4-FFF2-40B4-BE49-F238E27FC236}">
                <a16:creationId xmlns:a16="http://schemas.microsoft.com/office/drawing/2014/main" id="{F8379DAD-378E-4F32-AED5-AA1ADD9C92FE}"/>
              </a:ext>
            </a:extLst>
          </p:cNvPr>
          <p:cNvSpPr>
            <a:spLocks xmlns:a="http://schemas.openxmlformats.org/drawingml/2006/main" noGrp="1"/>
          </p:cNvSpPr>
          <p:nvPr/>
        </p:nvSpPr>
        <p:spPr>
          <a:xfrm xmlns:a="http://schemas.openxmlformats.org/drawingml/2006/main" rot="0" flipH="0" flipV="0">
            <a:off x="7694047" y="0"/>
            <a:ext cx="4495369" cy="5430178"/>
          </a:xfrm>
          <a:custGeom xmlns:a="http://schemas.openxmlformats.org/drawingml/2006/main">
            <a:rect l="0" t="0" r="r" b="b"/>
            <a:pathLst>
              <a:path w="21600" h="21600">
                <a:moveTo>
                  <a:pt x="11087" y="0"/>
                </a:moveTo>
                <a:lnTo>
                  <a:pt x="0" y="8303"/>
                </a:lnTo>
                <a:lnTo>
                  <a:pt x="6845" y="15960"/>
                </a:lnTo>
                <a:lnTo>
                  <a:pt x="14828" y="21600"/>
                </a:lnTo>
                <a:lnTo>
                  <a:pt x="21600" y="16528"/>
                </a:lnTo>
                <a:lnTo>
                  <a:pt x="21600" y="7874"/>
                </a:lnTo>
                <a:lnTo>
                  <a:pt x="19389" y="5401"/>
                </a:lnTo>
                <a:lnTo>
                  <a:pt x="11745" y="0"/>
                </a:lnTo>
                <a:cubicBezTo>
                  <a:pt x="11745" y="0"/>
                  <a:pt x="11087" y="0"/>
                  <a:pt x="11087" y="0"/>
                </a:cubicBezTo>
                <a:close/>
                <a:moveTo>
                  <a:pt x="11087" y="0"/>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2400"/>
          </a:p>
        </p:txBody>
      </p:sp>
      <p:sp>
        <p:nvSpPr>
          <p:cNvPr id="32" name="AutoShape 3">
            <a:extLst xmlns:a="http://schemas.openxmlformats.org/drawingml/2006/main">
              <a:ext uri="{FF2B5EF4-FFF2-40B4-BE49-F238E27FC236}">
                <a16:creationId xmlns:a16="http://schemas.microsoft.com/office/drawing/2014/main" id="{0E45DF50-1436-4D9C-8DBE-FEE546FB27FF}"/>
              </a:ext>
            </a:extLst>
          </p:cNvPr>
          <p:cNvSpPr>
            <a:spLocks xmlns:a="http://schemas.openxmlformats.org/drawingml/2006/main" noGrp="1"/>
          </p:cNvSpPr>
          <p:nvPr/>
        </p:nvSpPr>
        <p:spPr>
          <a:xfrm xmlns:a="http://schemas.openxmlformats.org/drawingml/2006/main" rot="0" flipH="0" flipV="0">
            <a:off x="0" y="3561841"/>
            <a:ext cx="4135465" cy="3293587"/>
          </a:xfrm>
          <a:custGeom xmlns:a="http://schemas.openxmlformats.org/drawingml/2006/main">
            <a:rect l="0" t="0" r="r" b="b"/>
            <a:pathLst>
              <a:path w="21600" h="21600">
                <a:moveTo>
                  <a:pt x="0" y="15183"/>
                </a:moveTo>
                <a:lnTo>
                  <a:pt x="0" y="21600"/>
                </a:lnTo>
                <a:lnTo>
                  <a:pt x="19971" y="21600"/>
                </a:lnTo>
                <a:lnTo>
                  <a:pt x="21600" y="9328"/>
                </a:lnTo>
                <a:lnTo>
                  <a:pt x="5018" y="0"/>
                </a:lnTo>
                <a:cubicBezTo>
                  <a:pt x="5018" y="0"/>
                  <a:pt x="0" y="15183"/>
                  <a:pt x="0" y="15183"/>
                </a:cubicBezTo>
                <a:close/>
                <a:moveTo>
                  <a:pt x="0" y="15183"/>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2400"/>
          </a:p>
        </p:txBody>
      </p:sp>
      <p:sp>
        <p:nvSpPr>
          <p:cNvPr id="33" name="AutoShape 4">
            <a:extLst xmlns:a="http://schemas.openxmlformats.org/drawingml/2006/main">
              <a:ext uri="{FF2B5EF4-FFF2-40B4-BE49-F238E27FC236}">
                <a16:creationId xmlns:a16="http://schemas.microsoft.com/office/drawing/2014/main" id="{1BE75AAB-6381-437B-B24F-EC78ADF1ED83}"/>
              </a:ext>
            </a:extLst>
          </p:cNvPr>
          <p:cNvSpPr>
            <a:spLocks xmlns:a="http://schemas.openxmlformats.org/drawingml/2006/main" noGrp="1"/>
          </p:cNvSpPr>
          <p:nvPr/>
        </p:nvSpPr>
        <p:spPr>
          <a:xfrm xmlns:a="http://schemas.openxmlformats.org/drawingml/2006/main" rot="0" flipH="0" flipV="0">
            <a:off x="11420528" y="1645509"/>
            <a:ext cx="771471" cy="1916332"/>
          </a:xfrm>
          <a:custGeom xmlns:a="http://schemas.openxmlformats.org/drawingml/2006/main">
            <a:rect l="0" t="0" r="r" b="b"/>
            <a:pathLst>
              <a:path w="21600" h="21600">
                <a:moveTo>
                  <a:pt x="0" y="5984"/>
                </a:moveTo>
                <a:lnTo>
                  <a:pt x="21600" y="21600"/>
                </a:lnTo>
                <a:lnTo>
                  <a:pt x="21600" y="0"/>
                </a:lnTo>
                <a:cubicBezTo>
                  <a:pt x="21600" y="0"/>
                  <a:pt x="0" y="5984"/>
                  <a:pt x="0" y="5984"/>
                </a:cubicBezTo>
                <a:close/>
                <a:moveTo>
                  <a:pt x="0" y="5984"/>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2400"/>
          </a:p>
        </p:txBody>
      </p:sp>
      <p:sp>
        <p:nvSpPr>
          <p:cNvPr id="34" name="AutoShape 5">
            <a:extLst xmlns:a="http://schemas.openxmlformats.org/drawingml/2006/main">
              <a:ext uri="{FF2B5EF4-FFF2-40B4-BE49-F238E27FC236}">
                <a16:creationId xmlns:a16="http://schemas.microsoft.com/office/drawing/2014/main" id="{DB5C877A-7291-499A-A06B-B5118054D66C}"/>
              </a:ext>
            </a:extLst>
          </p:cNvPr>
          <p:cNvSpPr>
            <a:spLocks xmlns:a="http://schemas.openxmlformats.org/drawingml/2006/main" noGrp="1"/>
          </p:cNvSpPr>
          <p:nvPr/>
        </p:nvSpPr>
        <p:spPr>
          <a:xfrm xmlns:a="http://schemas.openxmlformats.org/drawingml/2006/main" rot="0" flipH="0" flipV="0">
            <a:off x="3292528" y="102844"/>
            <a:ext cx="5581112" cy="5171353"/>
          </a:xfrm>
          <a:custGeom xmlns:a="http://schemas.openxmlformats.org/drawingml/2006/main">
            <a:rect l="0" t="0" r="r" b="b"/>
            <a:pathLst>
              <a:path w="21600" h="21600">
                <a:moveTo>
                  <a:pt x="5240" y="18416"/>
                </a:moveTo>
                <a:lnTo>
                  <a:pt x="16767" y="21600"/>
                </a:lnTo>
                <a:lnTo>
                  <a:pt x="21600" y="8376"/>
                </a:lnTo>
                <a:lnTo>
                  <a:pt x="16360" y="3184"/>
                </a:lnTo>
                <a:lnTo>
                  <a:pt x="4833" y="0"/>
                </a:lnTo>
                <a:lnTo>
                  <a:pt x="0" y="13224"/>
                </a:lnTo>
                <a:cubicBezTo>
                  <a:pt x="0" y="13224"/>
                  <a:pt x="5240" y="18416"/>
                  <a:pt x="5240" y="18416"/>
                </a:cubicBezTo>
                <a:close/>
                <a:moveTo>
                  <a:pt x="5240" y="18416"/>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2400"/>
          </a:p>
        </p:txBody>
      </p:sp>
      <p:sp>
        <p:nvSpPr>
          <p:cNvPr id="35" name="AutoShape 6">
            <a:extLst xmlns:a="http://schemas.openxmlformats.org/drawingml/2006/main">
              <a:ext uri="{FF2B5EF4-FFF2-40B4-BE49-F238E27FC236}">
                <a16:creationId xmlns:a16="http://schemas.microsoft.com/office/drawing/2014/main" id="{B79B2DF4-E3DA-4D71-B1E9-AC0A0264DD1D}"/>
              </a:ext>
            </a:extLst>
          </p:cNvPr>
          <p:cNvSpPr>
            <a:spLocks xmlns:a="http://schemas.openxmlformats.org/drawingml/2006/main" noGrp="1"/>
          </p:cNvSpPr>
          <p:nvPr/>
        </p:nvSpPr>
        <p:spPr>
          <a:xfrm xmlns:a="http://schemas.openxmlformats.org/drawingml/2006/main" rot="0" flipH="0" flipV="0">
            <a:off x="8830590" y="0"/>
            <a:ext cx="3361410" cy="1186137"/>
          </a:xfrm>
          <a:custGeom xmlns:a="http://schemas.openxmlformats.org/drawingml/2006/main">
            <a:rect l="0" t="0" r="r" b="b"/>
            <a:pathLst>
              <a:path w="21600" h="21600">
                <a:moveTo>
                  <a:pt x="0" y="0"/>
                </a:moveTo>
                <a:lnTo>
                  <a:pt x="67" y="477"/>
                </a:lnTo>
                <a:lnTo>
                  <a:pt x="8072" y="21600"/>
                </a:lnTo>
                <a:lnTo>
                  <a:pt x="21600" y="2139"/>
                </a:lnTo>
                <a:lnTo>
                  <a:pt x="21600" y="0"/>
                </a:lnTo>
                <a:cubicBezTo>
                  <a:pt x="21600" y="0"/>
                  <a:pt x="0" y="0"/>
                  <a:pt x="0" y="0"/>
                </a:cubicBezTo>
                <a:close/>
                <a:moveTo>
                  <a:pt x="0" y="0"/>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2400"/>
          </a:p>
        </p:txBody>
      </p:sp>
      <p:sp>
        <p:nvSpPr>
          <p:cNvPr id="36" name="AutoShape 7">
            <a:extLst xmlns:a="http://schemas.openxmlformats.org/drawingml/2006/main">
              <a:ext uri="{FF2B5EF4-FFF2-40B4-BE49-F238E27FC236}">
                <a16:creationId xmlns:a16="http://schemas.microsoft.com/office/drawing/2014/main" id="{A3F42280-6AE0-49D2-9A35-74A4F730F450}"/>
              </a:ext>
            </a:extLst>
          </p:cNvPr>
          <p:cNvSpPr>
            <a:spLocks xmlns:a="http://schemas.openxmlformats.org/drawingml/2006/main" noGrp="1"/>
          </p:cNvSpPr>
          <p:nvPr/>
        </p:nvSpPr>
        <p:spPr>
          <a:xfrm xmlns:a="http://schemas.openxmlformats.org/drawingml/2006/main" rot="0" flipH="0" flipV="0">
            <a:off x="4194874" y="0"/>
            <a:ext cx="4067444" cy="821897"/>
          </a:xfrm>
          <a:custGeom xmlns:a="http://schemas.openxmlformats.org/drawingml/2006/main">
            <a:rect l="0" t="0" r="r" b="b"/>
            <a:pathLst>
              <a:path w="21600" h="21600">
                <a:moveTo>
                  <a:pt x="0" y="0"/>
                </a:moveTo>
                <a:lnTo>
                  <a:pt x="374" y="21600"/>
                </a:lnTo>
                <a:lnTo>
                  <a:pt x="21600" y="12817"/>
                </a:lnTo>
                <a:lnTo>
                  <a:pt x="21490" y="0"/>
                </a:lnTo>
                <a:cubicBezTo>
                  <a:pt x="21490" y="0"/>
                  <a:pt x="0" y="0"/>
                  <a:pt x="0" y="0"/>
                </a:cubicBezTo>
                <a:close/>
                <a:moveTo>
                  <a:pt x="0" y="0"/>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2400"/>
          </a:p>
        </p:txBody>
      </p:sp>
      <p:sp>
        <p:nvSpPr>
          <p:cNvPr id="37" name="AutoShape 8">
            <a:extLst xmlns:a="http://schemas.openxmlformats.org/drawingml/2006/main">
              <a:ext uri="{FF2B5EF4-FFF2-40B4-BE49-F238E27FC236}">
                <a16:creationId xmlns:a16="http://schemas.microsoft.com/office/drawing/2014/main" id="{5EB6E465-3B32-4217-8115-A7C0D302DB21}"/>
              </a:ext>
            </a:extLst>
          </p:cNvPr>
          <p:cNvSpPr>
            <a:spLocks xmlns:a="http://schemas.openxmlformats.org/drawingml/2006/main" noGrp="1"/>
          </p:cNvSpPr>
          <p:nvPr/>
        </p:nvSpPr>
        <p:spPr>
          <a:xfrm xmlns:a="http://schemas.openxmlformats.org/drawingml/2006/main" rot="0" flipH="0" flipV="0">
            <a:off x="0" y="0"/>
            <a:ext cx="3777281" cy="1628367"/>
          </a:xfrm>
          <a:custGeom xmlns:a="http://schemas.openxmlformats.org/drawingml/2006/main">
            <a:rect l="0" t="0" r="r" b="b"/>
            <a:pathLst>
              <a:path w="21600" h="21600">
                <a:moveTo>
                  <a:pt x="0" y="0"/>
                </a:moveTo>
                <a:lnTo>
                  <a:pt x="0" y="7734"/>
                </a:lnTo>
                <a:lnTo>
                  <a:pt x="12342" y="21600"/>
                </a:lnTo>
                <a:lnTo>
                  <a:pt x="21600" y="0"/>
                </a:lnTo>
                <a:cubicBezTo>
                  <a:pt x="21600" y="0"/>
                  <a:pt x="0" y="0"/>
                  <a:pt x="0" y="0"/>
                </a:cubicBezTo>
                <a:close/>
                <a:moveTo>
                  <a:pt x="0" y="0"/>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2400"/>
          </a:p>
        </p:txBody>
      </p:sp>
      <p:sp>
        <p:nvSpPr>
          <p:cNvPr id="38" name="AutoShape 9">
            <a:extLst xmlns:a="http://schemas.openxmlformats.org/drawingml/2006/main">
              <a:ext uri="{FF2B5EF4-FFF2-40B4-BE49-F238E27FC236}">
                <a16:creationId xmlns:a16="http://schemas.microsoft.com/office/drawing/2014/main" id="{0AC8A6D4-1D14-4C45-89B6-7C0C7DF68FF3}"/>
              </a:ext>
            </a:extLst>
          </p:cNvPr>
          <p:cNvSpPr>
            <a:spLocks xmlns:a="http://schemas.openxmlformats.org/drawingml/2006/main" noGrp="1"/>
          </p:cNvSpPr>
          <p:nvPr/>
        </p:nvSpPr>
        <p:spPr>
          <a:xfrm xmlns:a="http://schemas.openxmlformats.org/drawingml/2006/main" rot="0" flipH="0" flipV="0">
            <a:off x="2934345" y="2922205"/>
            <a:ext cx="5981485" cy="3930653"/>
          </a:xfrm>
          <a:custGeom xmlns:a="http://schemas.openxmlformats.org/drawingml/2006/main">
            <a:rect l="0" t="0" r="r" b="b"/>
            <a:pathLst>
              <a:path w="21600" h="21600">
                <a:moveTo>
                  <a:pt x="5652" y="6736"/>
                </a:moveTo>
                <a:lnTo>
                  <a:pt x="0" y="17946"/>
                </a:lnTo>
                <a:lnTo>
                  <a:pt x="684" y="21600"/>
                </a:lnTo>
                <a:lnTo>
                  <a:pt x="21600" y="21600"/>
                </a:lnTo>
                <a:lnTo>
                  <a:pt x="17560" y="0"/>
                </a:lnTo>
                <a:cubicBezTo>
                  <a:pt x="17560" y="0"/>
                  <a:pt x="5652" y="6736"/>
                  <a:pt x="5652" y="6736"/>
                </a:cubicBezTo>
                <a:close/>
                <a:moveTo>
                  <a:pt x="5652" y="6736"/>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2400"/>
          </a:p>
        </p:txBody>
      </p:sp>
      <p:sp>
        <p:nvSpPr>
          <p:cNvPr id="42" name="AutoShape 10">
            <a:extLst xmlns:a="http://schemas.openxmlformats.org/drawingml/2006/main">
              <a:ext uri="{FF2B5EF4-FFF2-40B4-BE49-F238E27FC236}">
                <a16:creationId xmlns:a16="http://schemas.microsoft.com/office/drawing/2014/main" id="{3991554B-8C6C-400D-9B31-41531B2721AD}"/>
              </a:ext>
            </a:extLst>
          </p:cNvPr>
          <p:cNvSpPr>
            <a:spLocks xmlns:a="http://schemas.openxmlformats.org/drawingml/2006/main" noGrp="1"/>
          </p:cNvSpPr>
          <p:nvPr/>
        </p:nvSpPr>
        <p:spPr>
          <a:xfrm xmlns:a="http://schemas.openxmlformats.org/drawingml/2006/main" rot="0" flipH="0" flipV="0">
            <a:off x="12164447" y="6808292"/>
            <a:ext cx="27552" cy="48851"/>
          </a:xfrm>
          <a:custGeom xmlns:a="http://schemas.openxmlformats.org/drawingml/2006/main">
            <a:rect l="0" t="0" r="r" b="b"/>
            <a:pathLst>
              <a:path w="21600" h="21600">
                <a:moveTo>
                  <a:pt x="0" y="21600"/>
                </a:moveTo>
                <a:lnTo>
                  <a:pt x="21600" y="21600"/>
                </a:lnTo>
                <a:lnTo>
                  <a:pt x="21600" y="0"/>
                </a:lnTo>
                <a:cubicBezTo>
                  <a:pt x="21600" y="0"/>
                  <a:pt x="0" y="21600"/>
                  <a:pt x="0" y="21600"/>
                </a:cubicBezTo>
                <a:close/>
                <a:moveTo>
                  <a:pt x="0" y="21600"/>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2400"/>
          </a:p>
        </p:txBody>
      </p:sp>
      <p:sp>
        <p:nvSpPr>
          <p:cNvPr id="43" name="AutoShape 11">
            <a:extLst xmlns:a="http://schemas.openxmlformats.org/drawingml/2006/main">
              <a:ext uri="{FF2B5EF4-FFF2-40B4-BE49-F238E27FC236}">
                <a16:creationId xmlns:a16="http://schemas.microsoft.com/office/drawing/2014/main" id="{083F1A6F-EDED-45C0-811E-075088C1AA67}"/>
              </a:ext>
            </a:extLst>
          </p:cNvPr>
          <p:cNvSpPr>
            <a:spLocks xmlns:a="http://schemas.openxmlformats.org/drawingml/2006/main" noGrp="1"/>
          </p:cNvSpPr>
          <p:nvPr/>
        </p:nvSpPr>
        <p:spPr>
          <a:xfrm xmlns:a="http://schemas.openxmlformats.org/drawingml/2006/main" rot="0" flipH="0" flipV="0">
            <a:off x="7349640" y="4141197"/>
            <a:ext cx="4841498" cy="2716803"/>
          </a:xfrm>
          <a:custGeom xmlns:a="http://schemas.openxmlformats.org/drawingml/2006/main">
            <a:rect l="0" t="0" r="r" b="b"/>
            <a:pathLst>
              <a:path w="21600" h="21600">
                <a:moveTo>
                  <a:pt x="6200" y="6653"/>
                </a:moveTo>
                <a:lnTo>
                  <a:pt x="0" y="16948"/>
                </a:lnTo>
                <a:lnTo>
                  <a:pt x="939" y="21600"/>
                </a:lnTo>
                <a:lnTo>
                  <a:pt x="21600" y="21600"/>
                </a:lnTo>
                <a:lnTo>
                  <a:pt x="21600" y="0"/>
                </a:lnTo>
                <a:cubicBezTo>
                  <a:pt x="21600" y="0"/>
                  <a:pt x="6200" y="6653"/>
                  <a:pt x="6200" y="6653"/>
                </a:cubicBezTo>
                <a:close/>
                <a:moveTo>
                  <a:pt x="6200" y="6653"/>
                </a:moveTo>
              </a:path>
            </a:pathLst>
          </a:custGeom>
          <a:solidFill xmlns:a="http://schemas.openxmlformats.org/drawingml/2006/main">
            <a:schemeClr val="tx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2400"/>
          </a:p>
        </p:txBody>
      </p:sp>
      <p:sp>
        <p:nvSpPr>
          <p:cNvPr id="2" name="Title 1">
            <a:extLst xmlns:a="http://schemas.openxmlformats.org/drawingml/2006/main">
              <a:ext uri="{FF2B5EF4-FFF2-40B4-BE49-F238E27FC236}">
                <a16:creationId xmlns:a16="http://schemas.microsoft.com/office/drawing/2014/main" id="{28345D9F-021F-44F2-ADC0-184537CD1E26}"/>
              </a:ext>
            </a:extLst>
          </p:cNvPr>
          <p:cNvSpPr>
            <a:spLocks xmlns:a="http://schemas.openxmlformats.org/drawingml/2006/main" noGrp="1"/>
          </p:cNvSpPr>
          <p:nvPr>
            <p:ph type="ctrTitle" idx="0" hasCustomPrompt="1"/>
          </p:nvPr>
        </p:nvSpPr>
        <p:spPr>
          <a:xfrm xmlns:a="http://schemas.openxmlformats.org/drawingml/2006/main">
            <a:off x="2426835" y="2040891"/>
            <a:ext cx="7904833" cy="2387600"/>
          </a:xfrm>
        </p:spPr>
        <p:txBody>
          <a:bodyPr xmlns:a="http://schemas.openxmlformats.org/drawingml/2006/main" lIns="0" tIns="0" rIns="0" bIns="0" anchor="t">
            <a:noAutofit/>
          </a:bodyPr>
          <a:lstStyle xmlns:a="http://schemas.openxmlformats.org/drawingml/2006/main">
            <a:lvl1pPr marL="0" indent="0" algn="l">
              <a:lnSpc>
                <a:spcPts val="5200"/>
              </a:lnSpc>
              <a:buNone/>
              <a:tabLst>
                <a:tab pos="1262031" algn="l"/>
                <a:tab pos="1865265" algn="l"/>
              </a:tabLst>
              <a:defRPr sz="5067">
                <a:solidFill>
                  <a:schemeClr val="bg1"/>
                </a:solidFill>
              </a:defRPr>
            </a:lvl1pPr>
          </a:lstStyle>
          <a:p xmlns:a="http://schemas.openxmlformats.org/drawingml/2006/main">
            <a:r>
              <a:t>Click to edit </a:t>
            </a:r>
            <a:br/>
            <a:r>
              <a:t>		Master </a:t>
            </a:r>
            <a:br/>
            <a:r>
              <a:t>	title style</a:t>
            </a:r>
          </a:p>
        </p:txBody>
      </p:sp>
      <p:sp>
        <p:nvSpPr>
          <p:cNvPr id="3" name="Subtitle 2">
            <a:extLst xmlns:a="http://schemas.openxmlformats.org/drawingml/2006/main">
              <a:ext uri="{FF2B5EF4-FFF2-40B4-BE49-F238E27FC236}">
                <a16:creationId xmlns:a16="http://schemas.microsoft.com/office/drawing/2014/main" id="{CABDB5FA-ED4F-4B65-A547-214796FCACBD}"/>
              </a:ext>
            </a:extLst>
          </p:cNvPr>
          <p:cNvSpPr>
            <a:spLocks xmlns:a="http://schemas.openxmlformats.org/drawingml/2006/main" noGrp="1"/>
          </p:cNvSpPr>
          <p:nvPr>
            <p:ph type="subTitle" idx="1"/>
          </p:nvPr>
        </p:nvSpPr>
        <p:spPr>
          <a:xfrm xmlns:a="http://schemas.openxmlformats.org/drawingml/2006/main">
            <a:off x="2426836" y="4998943"/>
            <a:ext cx="4407797" cy="860507"/>
          </a:xfrm>
        </p:spPr>
        <p:txBody>
          <a:bodyPr xmlns:a="http://schemas.openxmlformats.org/drawingml/2006/main" lIns="0" tIns="0" rIns="0" bIns="0" anchor="t">
            <a:noAutofit/>
          </a:bodyPr>
          <a:lstStyle xmlns:a="http://schemas.openxmlformats.org/drawingml/2006/main">
            <a:lvl1pPr marL="0" indent="0" algn="l">
              <a:buNone/>
              <a:defRPr sz="1600">
                <a:solidFill>
                  <a:schemeClr val="bg1"/>
                </a:solidFill>
              </a:defRPr>
            </a:lvl1pPr>
            <a:lvl2pPr marL="457166" indent="0" algn="ctr">
              <a:buNone/>
              <a:defRPr sz="2000"/>
            </a:lvl2pPr>
            <a:lvl3pPr marL="914332" indent="0" algn="ctr">
              <a:buNone/>
              <a:defRPr sz="1800"/>
            </a:lvl3pPr>
            <a:lvl4pPr marL="1371498" indent="0" algn="ctr">
              <a:buNone/>
              <a:defRPr sz="1600"/>
            </a:lvl4pPr>
            <a:lvl5pPr marL="1828662" indent="0" algn="ctr">
              <a:buNone/>
              <a:defRPr sz="1600"/>
            </a:lvl5pPr>
            <a:lvl6pPr marL="2285828" indent="0" algn="ctr">
              <a:buNone/>
              <a:defRPr sz="1600"/>
            </a:lvl6pPr>
            <a:lvl7pPr marL="2742994" indent="0" algn="ctr">
              <a:buNone/>
              <a:defRPr sz="1600"/>
            </a:lvl7pPr>
            <a:lvl8pPr marL="3200160" indent="0" algn="ctr">
              <a:buNone/>
              <a:defRPr sz="1600"/>
            </a:lvl8pPr>
            <a:lvl9pPr marL="3657326" indent="0" algn="ctr">
              <a:buNone/>
              <a:defRPr sz="1600"/>
            </a:lvl9pPr>
          </a:lstStyle>
          <a:p xmlns:a="http://schemas.openxmlformats.org/drawingml/2006/main">
            <a:r>
              <a:t>Click to edit Master subtitle style</a:t>
            </a:r>
          </a:p>
        </p:txBody>
      </p:sp>
      <p:sp>
        <p:nvSpPr>
          <p:cNvPr id="19" name="Text Placeholder 42">
            <a:extLst xmlns:a="http://schemas.openxmlformats.org/drawingml/2006/main">
              <a:ext uri="{FF2B5EF4-FFF2-40B4-BE49-F238E27FC236}">
                <a16:creationId xmlns:a16="http://schemas.microsoft.com/office/drawing/2014/main" id="{ABF15AE7-90F6-45D3-B272-6DDD9AD08BA2}"/>
              </a:ext>
            </a:extLst>
          </p:cNvPr>
          <p:cNvSpPr>
            <a:spLocks xmlns:a="http://schemas.openxmlformats.org/drawingml/2006/main" noGrp="1"/>
          </p:cNvSpPr>
          <p:nvPr>
            <p:ph type="body" idx="10" hasCustomPrompt="1"/>
          </p:nvPr>
        </p:nvSpPr>
        <p:spPr>
          <a:xfrm xmlns:a="http://schemas.openxmlformats.org/drawingml/2006/main">
            <a:off x="10154955" y="6363055"/>
            <a:ext cx="1540064" cy="173299"/>
          </a:xfrm>
        </p:spPr>
        <p:txBody>
          <a:bodyPr xmlns:a="http://schemas.openxmlformats.org/drawingml/2006/main" lIns="0" tIns="0" rIns="0" bIns="0">
            <a:noAutofit/>
          </a:bodyPr>
          <a:lstStyle xmlns:a="http://schemas.openxmlformats.org/drawingml/2006/main">
            <a:lvl1pPr marL="0" marR="0" indent="0" algn="l" defTabSz="695933">
              <a:lnSpc>
                <a:spcPct val="100000"/>
              </a:lnSpc>
              <a:spcBef>
                <a:spcPts val="0"/>
              </a:spcBef>
              <a:spcAft>
                <a:spcPts val="0"/>
              </a:spcAft>
              <a:buClrTx/>
              <a:buSzTx/>
              <a:buFont typeface="Arial"/>
              <a:buNone/>
              <a:defRPr sz="700">
                <a:solidFill>
                  <a:schemeClr val="bg1"/>
                </a:solidFill>
              </a:defRPr>
            </a:lvl1pPr>
            <a:lvl2pPr>
              <a:buNone/>
              <a:defRPr sz="400">
                <a:solidFill>
                  <a:schemeClr val="bg1"/>
                </a:solidFill>
              </a:defRPr>
            </a:lvl2pPr>
            <a:lvl3pPr>
              <a:buNone/>
              <a:defRPr sz="400">
                <a:solidFill>
                  <a:schemeClr val="bg1"/>
                </a:solidFill>
              </a:defRPr>
            </a:lvl3pPr>
            <a:lvl4pPr>
              <a:buNone/>
              <a:defRPr sz="400">
                <a:solidFill>
                  <a:schemeClr val="bg1"/>
                </a:solidFill>
              </a:defRPr>
            </a:lvl4pPr>
            <a:lvl5pPr>
              <a:buNone/>
              <a:defRPr sz="400">
                <a:solidFill>
                  <a:schemeClr val="bg1"/>
                </a:solidFill>
              </a:defRPr>
            </a:lvl5pPr>
          </a:lstStyle>
          <a:p xmlns:a="http://schemas.openxmlformats.org/drawingml/2006/main">
            <a:pPr marL="0" marR="0" lvl="0" indent="0" algn="l" defTabSz="695933">
              <a:lnSpc>
                <a:spcPct val="100000"/>
              </a:lnSpc>
              <a:spcBef>
                <a:spcPts val="0"/>
              </a:spcBef>
              <a:spcAft>
                <a:spcPts val="0"/>
              </a:spcAft>
              <a:buClrTx/>
              <a:buSzTx/>
              <a:buFont typeface="Arial"/>
              <a:buNone/>
            </a:pPr>
            <a:r>
              <a:t>UTS CRICOS Provider Code: 00099F</a:t>
            </a:r>
          </a:p>
        </p:txBody>
      </p:sp>
      <p:sp>
        <p:nvSpPr>
          <p:cNvPr id="18" name="Content Placeholder 5">
            <a:extLst xmlns:a="http://schemas.openxmlformats.org/drawingml/2006/main">
              <a:ext uri="{FF2B5EF4-FFF2-40B4-BE49-F238E27FC236}">
                <a16:creationId xmlns:a16="http://schemas.microsoft.com/office/drawing/2014/main" id="{61BC34BA-2DD0-420C-B564-B8849F0E6A7B}"/>
              </a:ext>
            </a:extLst>
          </p:cNvPr>
          <p:cNvSpPr>
            <a:spLocks xmlns:a="http://schemas.openxmlformats.org/drawingml/2006/main" noGrp="1"/>
          </p:cNvSpPr>
          <p:nvPr>
            <p:ph idx="4"/>
          </p:nvPr>
        </p:nvSpPr>
        <p:spPr>
          <a:xfrm xmlns:a="http://schemas.openxmlformats.org/drawingml/2006/main">
            <a:off x="2432585" y="5859449"/>
            <a:ext cx="4402048" cy="683195"/>
          </a:xfrm>
        </p:spPr>
        <p:txBody>
          <a:bodyPr xmlns:a="http://schemas.openxmlformats.org/drawingml/2006/main" lIns="0">
            <a:noAutofit/>
          </a:bodyPr>
          <a:lstStyle xmlns:a="http://schemas.openxmlformats.org/drawingml/2006/main">
            <a:lvl1pPr marL="0" indent="0">
              <a:buNone/>
              <a:defRPr sz="1600" b="1">
                <a:solidFill>
                  <a:schemeClr val="bg1"/>
                </a:solidFill>
              </a:defRPr>
            </a:lvl1pPr>
          </a:lstStyle>
          <a:p xmlns:a="http://schemas.openxmlformats.org/drawingml/2006/main">
            <a:pPr lvl="0">
              <a:buNone/>
            </a:pPr>
            <a:r>
              <a:t>Click to edit Master text styles</a:t>
            </a:r>
          </a:p>
        </p:txBody>
      </p:sp>
      <p:sp>
        <p:nvSpPr>
          <p:cNvPr id="45" name="AutoShape 1">
            <a:extLst xmlns:a="http://schemas.openxmlformats.org/drawingml/2006/main">
              <a:ext uri="{FF2B5EF4-FFF2-40B4-BE49-F238E27FC236}">
                <a16:creationId xmlns:a16="http://schemas.microsoft.com/office/drawing/2014/main" id="{44D44C70-89C1-459F-9FA2-FE2AAF553998}"/>
              </a:ext>
            </a:extLst>
          </p:cNvPr>
          <p:cNvSpPr>
            <a:spLocks xmlns:a="http://schemas.openxmlformats.org/drawingml/2006/main" noGrp="1"/>
          </p:cNvSpPr>
          <p:nvPr/>
        </p:nvSpPr>
        <p:spPr>
          <a:xfrm xmlns:a="http://schemas.openxmlformats.org/drawingml/2006/main" rot="0" flipH="0" flipV="0">
            <a:off x="10799386" y="698300"/>
            <a:ext cx="698037" cy="697992"/>
          </a:xfrm>
          <a:custGeom xmlns:a="http://schemas.openxmlformats.org/drawingml/2006/main">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xmlns:a="http://schemas.openxmlformats.org/drawingml/2006/main">
            <a:schemeClr val="tx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46" name="AutoShape 2">
            <a:extLst xmlns:a="http://schemas.openxmlformats.org/drawingml/2006/main">
              <a:ext uri="{FF2B5EF4-FFF2-40B4-BE49-F238E27FC236}">
                <a16:creationId xmlns:a16="http://schemas.microsoft.com/office/drawing/2014/main" id="{E59E399A-9680-4D70-922C-4CE3E69CF9EA}"/>
              </a:ext>
            </a:extLst>
          </p:cNvPr>
          <p:cNvSpPr>
            <a:spLocks xmlns:a="http://schemas.openxmlformats.org/drawingml/2006/main" noGrp="1"/>
          </p:cNvSpPr>
          <p:nvPr/>
        </p:nvSpPr>
        <p:spPr>
          <a:xfrm xmlns:a="http://schemas.openxmlformats.org/drawingml/2006/main" rot="0" flipH="0" flipV="0">
            <a:off x="10924986" y="826355"/>
            <a:ext cx="460381" cy="440188"/>
          </a:xfrm>
          <a:custGeom xmlns:a="http://schemas.openxmlformats.org/drawingml/2006/main">
            <a:rect l="0" t="0" r="r" b="b"/>
            <a:pathLst>
              <a:path w="21600" h="21458">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moveTo>
                  <a:pt x="17637" y="18271"/>
                </a:moveTo>
              </a:path>
            </a:pathLst>
          </a:custGeom>
          <a:solidFill xmlns:a="http://schemas.openxmlformats.org/drawingml/2006/main">
            <a:schemeClr val="bg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Tree>
  </p:cSld>
</p:sldLayout>
</file>

<file path=ppt/slideLayouts/slideLayout26.xml><?xml version="1.0" encoding="utf-8"?>
<p:sldLayout xmlns:p="http://schemas.openxmlformats.org/presentationml/2006/main" userDrawn="1">
  <p:cSld name="10_Title Slide">
    <p:bg>
      <p:bgPr>
        <a:solidFill xmlns:a="http://schemas.openxmlformats.org/drawingml/2006/main">
          <a:schemeClr val="accent1"/>
        </a:solidFill>
      </p:bgPr>
    </p:bg>
    <p:spTree>
      <p:nvGrpSpPr>
        <p:cNvPr id="1" name=""/>
        <p:cNvGrpSpPr/>
        <p:nvPr/>
      </p:nvGrpSpPr>
      <p:grpSpPr>
        <a:xfrm xmlns:a="http://schemas.openxmlformats.org/drawingml/2006/main"/>
      </p:grpSpPr>
      <p:sp>
        <p:nvSpPr>
          <p:cNvPr id="47" name="AutoShape 1">
            <a:extLst xmlns:a="http://schemas.openxmlformats.org/drawingml/2006/main">
              <a:ext uri="{FF2B5EF4-FFF2-40B4-BE49-F238E27FC236}">
                <a16:creationId xmlns:a16="http://schemas.microsoft.com/office/drawing/2014/main" id="{EB4B3147-29D7-499A-8523-CE3194847277}"/>
              </a:ext>
            </a:extLst>
          </p:cNvPr>
          <p:cNvSpPr>
            <a:spLocks xmlns:a="http://schemas.openxmlformats.org/drawingml/2006/main" noGrp="1"/>
          </p:cNvSpPr>
          <p:nvPr/>
        </p:nvSpPr>
        <p:spPr>
          <a:xfrm xmlns:a="http://schemas.openxmlformats.org/drawingml/2006/main" rot="0" flipH="0" flipV="0">
            <a:off x="584240" y="539751"/>
            <a:ext cx="20638" cy="665956"/>
          </a:xfrm>
          <a:custGeom xmlns:a="http://schemas.openxmlformats.org/drawingml/2006/main">
            <a:rect l="0" t="0" r="r" b="b"/>
            <a:pathLst>
              <a:path w="21600" h="21600">
                <a:moveTo>
                  <a:pt x="0" y="0"/>
                </a:moveTo>
                <a:lnTo>
                  <a:pt x="21600" y="0"/>
                </a:lnTo>
                <a:lnTo>
                  <a:pt x="21600" y="21600"/>
                </a:lnTo>
                <a:lnTo>
                  <a:pt x="0" y="21600"/>
                </a:lnTo>
                <a:cubicBezTo>
                  <a:pt x="0" y="21600"/>
                  <a:pt x="0" y="0"/>
                  <a:pt x="0" y="0"/>
                </a:cubicBezTo>
                <a:close/>
                <a:moveTo>
                  <a:pt x="0" y="0"/>
                </a:moveTo>
              </a:path>
            </a:pathLst>
          </a:custGeom>
          <a:solidFill xmlns:a="http://schemas.openxmlformats.org/drawingml/2006/main">
            <a:schemeClr val="bg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48" name="AutoShape 2">
            <a:extLst xmlns:a="http://schemas.openxmlformats.org/drawingml/2006/main">
              <a:ext uri="{FF2B5EF4-FFF2-40B4-BE49-F238E27FC236}">
                <a16:creationId xmlns:a16="http://schemas.microsoft.com/office/drawing/2014/main" id="{1C56DBF9-1947-4289-8A91-D884D0EEA3D1}"/>
              </a:ext>
            </a:extLst>
          </p:cNvPr>
          <p:cNvSpPr>
            <a:spLocks xmlns:a="http://schemas.openxmlformats.org/drawingml/2006/main" noGrp="1"/>
          </p:cNvSpPr>
          <p:nvPr/>
        </p:nvSpPr>
        <p:spPr>
          <a:xfrm xmlns:a="http://schemas.openxmlformats.org/drawingml/2006/main" rot="0" flipH="0" flipV="0">
            <a:off x="965264" y="3009901"/>
            <a:ext cx="20638" cy="3156744"/>
          </a:xfrm>
          <a:custGeom xmlns:a="http://schemas.openxmlformats.org/drawingml/2006/main">
            <a:rect l="0" t="0" r="r" b="b"/>
            <a:pathLst>
              <a:path w="21600" h="21600">
                <a:moveTo>
                  <a:pt x="0" y="0"/>
                </a:moveTo>
                <a:lnTo>
                  <a:pt x="21600" y="0"/>
                </a:lnTo>
                <a:lnTo>
                  <a:pt x="21600" y="21600"/>
                </a:lnTo>
                <a:lnTo>
                  <a:pt x="0" y="21600"/>
                </a:lnTo>
                <a:cubicBezTo>
                  <a:pt x="0" y="21600"/>
                  <a:pt x="0" y="0"/>
                  <a:pt x="0" y="0"/>
                </a:cubicBezTo>
                <a:close/>
                <a:moveTo>
                  <a:pt x="0" y="0"/>
                </a:moveTo>
              </a:path>
            </a:pathLst>
          </a:custGeom>
          <a:solidFill xmlns:a="http://schemas.openxmlformats.org/drawingml/2006/main">
            <a:schemeClr val="bg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49" name="AutoShape 3">
            <a:extLst xmlns:a="http://schemas.openxmlformats.org/drawingml/2006/main">
              <a:ext uri="{FF2B5EF4-FFF2-40B4-BE49-F238E27FC236}">
                <a16:creationId xmlns:a16="http://schemas.microsoft.com/office/drawing/2014/main" id="{CAD30916-F52B-4369-9B13-305EA0E03420}"/>
              </a:ext>
            </a:extLst>
          </p:cNvPr>
          <p:cNvSpPr>
            <a:spLocks xmlns:a="http://schemas.openxmlformats.org/drawingml/2006/main" noGrp="1"/>
          </p:cNvSpPr>
          <p:nvPr/>
        </p:nvSpPr>
        <p:spPr>
          <a:xfrm xmlns:a="http://schemas.openxmlformats.org/drawingml/2006/main" rot="0" flipH="0" flipV="0">
            <a:off x="2622722" y="533401"/>
            <a:ext cx="20638" cy="665956"/>
          </a:xfrm>
          <a:custGeom xmlns:a="http://schemas.openxmlformats.org/drawingml/2006/main">
            <a:rect l="0" t="0" r="r" b="b"/>
            <a:pathLst>
              <a:path w="21600" h="21600">
                <a:moveTo>
                  <a:pt x="0" y="0"/>
                </a:moveTo>
                <a:lnTo>
                  <a:pt x="21600" y="0"/>
                </a:lnTo>
                <a:lnTo>
                  <a:pt x="21600" y="21600"/>
                </a:lnTo>
                <a:lnTo>
                  <a:pt x="0" y="21600"/>
                </a:lnTo>
                <a:cubicBezTo>
                  <a:pt x="0" y="21600"/>
                  <a:pt x="0" y="0"/>
                  <a:pt x="0" y="0"/>
                </a:cubicBezTo>
                <a:close/>
                <a:moveTo>
                  <a:pt x="0" y="0"/>
                </a:moveTo>
              </a:path>
            </a:pathLst>
          </a:custGeom>
          <a:solidFill xmlns:a="http://schemas.openxmlformats.org/drawingml/2006/main">
            <a:schemeClr val="bg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50" name="AutoShape 4">
            <a:extLst xmlns:a="http://schemas.openxmlformats.org/drawingml/2006/main">
              <a:ext uri="{FF2B5EF4-FFF2-40B4-BE49-F238E27FC236}">
                <a16:creationId xmlns:a16="http://schemas.microsoft.com/office/drawing/2014/main" id="{1CB75C89-08C5-4F3B-9182-5C6433C5098B}"/>
              </a:ext>
            </a:extLst>
          </p:cNvPr>
          <p:cNvSpPr>
            <a:spLocks xmlns:a="http://schemas.openxmlformats.org/drawingml/2006/main" noGrp="1"/>
          </p:cNvSpPr>
          <p:nvPr/>
        </p:nvSpPr>
        <p:spPr>
          <a:xfrm xmlns:a="http://schemas.openxmlformats.org/drawingml/2006/main" rot="0" flipH="0" flipV="0">
            <a:off x="2610021" y="3009901"/>
            <a:ext cx="20638" cy="3156744"/>
          </a:xfrm>
          <a:custGeom xmlns:a="http://schemas.openxmlformats.org/drawingml/2006/main">
            <a:rect l="0" t="0" r="r" b="b"/>
            <a:pathLst>
              <a:path w="21600" h="21600">
                <a:moveTo>
                  <a:pt x="0" y="0"/>
                </a:moveTo>
                <a:lnTo>
                  <a:pt x="21600" y="0"/>
                </a:lnTo>
                <a:lnTo>
                  <a:pt x="21600" y="21600"/>
                </a:lnTo>
                <a:lnTo>
                  <a:pt x="0" y="21600"/>
                </a:lnTo>
                <a:cubicBezTo>
                  <a:pt x="0" y="21600"/>
                  <a:pt x="0" y="0"/>
                  <a:pt x="0" y="0"/>
                </a:cubicBezTo>
                <a:close/>
                <a:moveTo>
                  <a:pt x="0" y="0"/>
                </a:moveTo>
              </a:path>
            </a:pathLst>
          </a:custGeom>
          <a:solidFill xmlns:a="http://schemas.openxmlformats.org/drawingml/2006/main">
            <a:schemeClr val="bg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51" name="AutoShape 5">
            <a:extLst xmlns:a="http://schemas.openxmlformats.org/drawingml/2006/main">
              <a:ext uri="{FF2B5EF4-FFF2-40B4-BE49-F238E27FC236}">
                <a16:creationId xmlns:a16="http://schemas.microsoft.com/office/drawing/2014/main" id="{6F3E6E88-28E1-4272-89FB-D08CD4BB4227}"/>
              </a:ext>
            </a:extLst>
          </p:cNvPr>
          <p:cNvSpPr>
            <a:spLocks xmlns:a="http://schemas.openxmlformats.org/drawingml/2006/main" noGrp="1"/>
          </p:cNvSpPr>
          <p:nvPr/>
        </p:nvSpPr>
        <p:spPr>
          <a:xfrm xmlns:a="http://schemas.openxmlformats.org/drawingml/2006/main" rot="0" flipH="0" flipV="0">
            <a:off x="5042230" y="533401"/>
            <a:ext cx="20638" cy="665956"/>
          </a:xfrm>
          <a:custGeom xmlns:a="http://schemas.openxmlformats.org/drawingml/2006/main">
            <a:rect l="0" t="0" r="r" b="b"/>
            <a:pathLst>
              <a:path w="21600" h="21600">
                <a:moveTo>
                  <a:pt x="0" y="0"/>
                </a:moveTo>
                <a:lnTo>
                  <a:pt x="21600" y="0"/>
                </a:lnTo>
                <a:lnTo>
                  <a:pt x="21600" y="21600"/>
                </a:lnTo>
                <a:lnTo>
                  <a:pt x="0" y="21600"/>
                </a:lnTo>
                <a:cubicBezTo>
                  <a:pt x="0" y="21600"/>
                  <a:pt x="0" y="0"/>
                  <a:pt x="0" y="0"/>
                </a:cubicBezTo>
                <a:close/>
                <a:moveTo>
                  <a:pt x="0" y="0"/>
                </a:moveTo>
              </a:path>
            </a:pathLst>
          </a:custGeom>
          <a:solidFill xmlns:a="http://schemas.openxmlformats.org/drawingml/2006/main">
            <a:schemeClr val="bg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52" name="AutoShape 6">
            <a:extLst xmlns:a="http://schemas.openxmlformats.org/drawingml/2006/main">
              <a:ext uri="{FF2B5EF4-FFF2-40B4-BE49-F238E27FC236}">
                <a16:creationId xmlns:a16="http://schemas.microsoft.com/office/drawing/2014/main" id="{63D961E9-7E87-4502-8BC7-419C34607E21}"/>
              </a:ext>
            </a:extLst>
          </p:cNvPr>
          <p:cNvSpPr>
            <a:spLocks xmlns:a="http://schemas.openxmlformats.org/drawingml/2006/main" noGrp="1"/>
          </p:cNvSpPr>
          <p:nvPr/>
        </p:nvSpPr>
        <p:spPr>
          <a:xfrm xmlns:a="http://schemas.openxmlformats.org/drawingml/2006/main" rot="0" flipH="0" flipV="0">
            <a:off x="4661205" y="3136901"/>
            <a:ext cx="20638" cy="3156744"/>
          </a:xfrm>
          <a:custGeom xmlns:a="http://schemas.openxmlformats.org/drawingml/2006/main">
            <a:rect l="0" t="0" r="r" b="b"/>
            <a:pathLst>
              <a:path w="21600" h="21600">
                <a:moveTo>
                  <a:pt x="0" y="0"/>
                </a:moveTo>
                <a:lnTo>
                  <a:pt x="21600" y="0"/>
                </a:lnTo>
                <a:lnTo>
                  <a:pt x="21600" y="21600"/>
                </a:lnTo>
                <a:lnTo>
                  <a:pt x="0" y="21600"/>
                </a:lnTo>
                <a:cubicBezTo>
                  <a:pt x="0" y="21600"/>
                  <a:pt x="0" y="0"/>
                  <a:pt x="0" y="0"/>
                </a:cubicBezTo>
                <a:close/>
                <a:moveTo>
                  <a:pt x="0" y="0"/>
                </a:moveTo>
              </a:path>
            </a:pathLst>
          </a:custGeom>
          <a:solidFill xmlns:a="http://schemas.openxmlformats.org/drawingml/2006/main">
            <a:schemeClr val="bg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53" name="AutoShape 7">
            <a:extLst xmlns:a="http://schemas.openxmlformats.org/drawingml/2006/main">
              <a:ext uri="{FF2B5EF4-FFF2-40B4-BE49-F238E27FC236}">
                <a16:creationId xmlns:a16="http://schemas.microsoft.com/office/drawing/2014/main" id="{DCB58167-ADD8-4CBD-9AD3-67F61D105B1A}"/>
              </a:ext>
            </a:extLst>
          </p:cNvPr>
          <p:cNvSpPr>
            <a:spLocks xmlns:a="http://schemas.openxmlformats.org/drawingml/2006/main" noGrp="1"/>
          </p:cNvSpPr>
          <p:nvPr/>
        </p:nvSpPr>
        <p:spPr>
          <a:xfrm xmlns:a="http://schemas.openxmlformats.org/drawingml/2006/main" rot="0" flipH="0" flipV="0">
            <a:off x="9030289" y="533401"/>
            <a:ext cx="20638" cy="665956"/>
          </a:xfrm>
          <a:custGeom xmlns:a="http://schemas.openxmlformats.org/drawingml/2006/main">
            <a:rect l="0" t="0" r="r" b="b"/>
            <a:pathLst>
              <a:path w="21600" h="21600">
                <a:moveTo>
                  <a:pt x="0" y="0"/>
                </a:moveTo>
                <a:lnTo>
                  <a:pt x="21600" y="0"/>
                </a:lnTo>
                <a:lnTo>
                  <a:pt x="21600" y="21600"/>
                </a:lnTo>
                <a:lnTo>
                  <a:pt x="0" y="21600"/>
                </a:lnTo>
                <a:cubicBezTo>
                  <a:pt x="0" y="21600"/>
                  <a:pt x="0" y="0"/>
                  <a:pt x="0" y="0"/>
                </a:cubicBezTo>
                <a:close/>
                <a:moveTo>
                  <a:pt x="0" y="0"/>
                </a:moveTo>
              </a:path>
            </a:pathLst>
          </a:custGeom>
          <a:solidFill xmlns:a="http://schemas.openxmlformats.org/drawingml/2006/main">
            <a:schemeClr val="bg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54" name="AutoShape 8">
            <a:extLst xmlns:a="http://schemas.openxmlformats.org/drawingml/2006/main">
              <a:ext uri="{FF2B5EF4-FFF2-40B4-BE49-F238E27FC236}">
                <a16:creationId xmlns:a16="http://schemas.microsoft.com/office/drawing/2014/main" id="{2A1FCB33-03A7-4496-8075-38EF7150221F}"/>
              </a:ext>
            </a:extLst>
          </p:cNvPr>
          <p:cNvSpPr>
            <a:spLocks xmlns:a="http://schemas.openxmlformats.org/drawingml/2006/main" noGrp="1"/>
          </p:cNvSpPr>
          <p:nvPr/>
        </p:nvSpPr>
        <p:spPr>
          <a:xfrm xmlns:a="http://schemas.openxmlformats.org/drawingml/2006/main" rot="0" flipH="0" flipV="0">
            <a:off x="6686987" y="3009901"/>
            <a:ext cx="20638" cy="3156744"/>
          </a:xfrm>
          <a:custGeom xmlns:a="http://schemas.openxmlformats.org/drawingml/2006/main">
            <a:rect l="0" t="0" r="r" b="b"/>
            <a:pathLst>
              <a:path w="21600" h="21600">
                <a:moveTo>
                  <a:pt x="0" y="0"/>
                </a:moveTo>
                <a:lnTo>
                  <a:pt x="21600" y="0"/>
                </a:lnTo>
                <a:lnTo>
                  <a:pt x="21600" y="21600"/>
                </a:lnTo>
                <a:lnTo>
                  <a:pt x="0" y="21600"/>
                </a:lnTo>
                <a:cubicBezTo>
                  <a:pt x="0" y="21600"/>
                  <a:pt x="0" y="0"/>
                  <a:pt x="0" y="0"/>
                </a:cubicBezTo>
                <a:close/>
                <a:moveTo>
                  <a:pt x="0" y="0"/>
                </a:moveTo>
              </a:path>
            </a:pathLst>
          </a:custGeom>
          <a:solidFill xmlns:a="http://schemas.openxmlformats.org/drawingml/2006/main">
            <a:schemeClr val="bg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55" name="AutoShape 9">
            <a:extLst xmlns:a="http://schemas.openxmlformats.org/drawingml/2006/main">
              <a:ext uri="{FF2B5EF4-FFF2-40B4-BE49-F238E27FC236}">
                <a16:creationId xmlns:a16="http://schemas.microsoft.com/office/drawing/2014/main" id="{08BCBB40-2EB5-4686-94C6-4698BB487418}"/>
              </a:ext>
            </a:extLst>
          </p:cNvPr>
          <p:cNvSpPr>
            <a:spLocks xmlns:a="http://schemas.openxmlformats.org/drawingml/2006/main" noGrp="1"/>
          </p:cNvSpPr>
          <p:nvPr/>
        </p:nvSpPr>
        <p:spPr>
          <a:xfrm xmlns:a="http://schemas.openxmlformats.org/drawingml/2006/main" rot="0" flipH="0" flipV="0">
            <a:off x="8757221" y="812007"/>
            <a:ext cx="20638" cy="666750"/>
          </a:xfrm>
          <a:custGeom xmlns:a="http://schemas.openxmlformats.org/drawingml/2006/main">
            <a:rect l="0" t="0" r="r" b="b"/>
            <a:pathLst>
              <a:path w="21600" h="21600">
                <a:moveTo>
                  <a:pt x="0" y="0"/>
                </a:moveTo>
                <a:lnTo>
                  <a:pt x="21600" y="0"/>
                </a:lnTo>
                <a:lnTo>
                  <a:pt x="21600" y="21600"/>
                </a:lnTo>
                <a:lnTo>
                  <a:pt x="0" y="21600"/>
                </a:lnTo>
                <a:cubicBezTo>
                  <a:pt x="0" y="21600"/>
                  <a:pt x="0" y="0"/>
                  <a:pt x="0" y="0"/>
                </a:cubicBezTo>
                <a:close/>
                <a:moveTo>
                  <a:pt x="0" y="0"/>
                </a:moveTo>
              </a:path>
            </a:pathLst>
          </a:custGeom>
          <a:solidFill xmlns:a="http://schemas.openxmlformats.org/drawingml/2006/main">
            <a:schemeClr val="bg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56" name="AutoShape 10">
            <a:extLst xmlns:a="http://schemas.openxmlformats.org/drawingml/2006/main">
              <a:ext uri="{FF2B5EF4-FFF2-40B4-BE49-F238E27FC236}">
                <a16:creationId xmlns:a16="http://schemas.microsoft.com/office/drawing/2014/main" id="{2C94F8E3-F52C-4543-9C75-D3C35A3EC930}"/>
              </a:ext>
            </a:extLst>
          </p:cNvPr>
          <p:cNvSpPr>
            <a:spLocks xmlns:a="http://schemas.openxmlformats.org/drawingml/2006/main" noGrp="1"/>
          </p:cNvSpPr>
          <p:nvPr/>
        </p:nvSpPr>
        <p:spPr>
          <a:xfrm xmlns:a="http://schemas.openxmlformats.org/drawingml/2006/main" rot="0" flipH="0" flipV="0">
            <a:off x="10916362" y="546101"/>
            <a:ext cx="20638" cy="665956"/>
          </a:xfrm>
          <a:custGeom xmlns:a="http://schemas.openxmlformats.org/drawingml/2006/main">
            <a:rect l="0" t="0" r="r" b="b"/>
            <a:pathLst>
              <a:path w="21600" h="21600">
                <a:moveTo>
                  <a:pt x="0" y="0"/>
                </a:moveTo>
                <a:lnTo>
                  <a:pt x="21600" y="0"/>
                </a:lnTo>
                <a:lnTo>
                  <a:pt x="21600" y="21600"/>
                </a:lnTo>
                <a:lnTo>
                  <a:pt x="0" y="21600"/>
                </a:lnTo>
                <a:cubicBezTo>
                  <a:pt x="0" y="21600"/>
                  <a:pt x="0" y="0"/>
                  <a:pt x="0" y="0"/>
                </a:cubicBezTo>
                <a:close/>
                <a:moveTo>
                  <a:pt x="0" y="0"/>
                </a:moveTo>
              </a:path>
            </a:pathLst>
          </a:custGeom>
          <a:solidFill xmlns:a="http://schemas.openxmlformats.org/drawingml/2006/main">
            <a:schemeClr val="bg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57" name="AutoShape 11">
            <a:extLst xmlns:a="http://schemas.openxmlformats.org/drawingml/2006/main">
              <a:ext uri="{FF2B5EF4-FFF2-40B4-BE49-F238E27FC236}">
                <a16:creationId xmlns:a16="http://schemas.microsoft.com/office/drawing/2014/main" id="{763544B2-D00E-442B-814B-C47824FF1840}"/>
              </a:ext>
            </a:extLst>
          </p:cNvPr>
          <p:cNvSpPr>
            <a:spLocks xmlns:a="http://schemas.openxmlformats.org/drawingml/2006/main" noGrp="1"/>
          </p:cNvSpPr>
          <p:nvPr/>
        </p:nvSpPr>
        <p:spPr>
          <a:xfrm xmlns:a="http://schemas.openxmlformats.org/drawingml/2006/main" rot="0" flipH="0" flipV="0">
            <a:off x="10840157" y="3009901"/>
            <a:ext cx="20638" cy="3156744"/>
          </a:xfrm>
          <a:custGeom xmlns:a="http://schemas.openxmlformats.org/drawingml/2006/main">
            <a:rect l="0" t="0" r="r" b="b"/>
            <a:pathLst>
              <a:path w="21600" h="21600">
                <a:moveTo>
                  <a:pt x="0" y="0"/>
                </a:moveTo>
                <a:lnTo>
                  <a:pt x="21600" y="0"/>
                </a:lnTo>
                <a:lnTo>
                  <a:pt x="21600" y="21600"/>
                </a:lnTo>
                <a:lnTo>
                  <a:pt x="0" y="21600"/>
                </a:lnTo>
                <a:cubicBezTo>
                  <a:pt x="0" y="21600"/>
                  <a:pt x="0" y="0"/>
                  <a:pt x="0" y="0"/>
                </a:cubicBezTo>
                <a:close/>
                <a:moveTo>
                  <a:pt x="0" y="0"/>
                </a:moveTo>
              </a:path>
            </a:pathLst>
          </a:custGeom>
          <a:solidFill xmlns:a="http://schemas.openxmlformats.org/drawingml/2006/main">
            <a:schemeClr val="bg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2" name="Title 1">
            <a:extLst xmlns:a="http://schemas.openxmlformats.org/drawingml/2006/main">
              <a:ext uri="{FF2B5EF4-FFF2-40B4-BE49-F238E27FC236}">
                <a16:creationId xmlns:a16="http://schemas.microsoft.com/office/drawing/2014/main" id="{1485A1D7-8E30-46B0-B73E-66469AD490B3}"/>
              </a:ext>
            </a:extLst>
          </p:cNvPr>
          <p:cNvSpPr>
            <a:spLocks xmlns:a="http://schemas.openxmlformats.org/drawingml/2006/main" noGrp="1"/>
          </p:cNvSpPr>
          <p:nvPr>
            <p:ph type="ctrTitle" idx="0" hasCustomPrompt="1"/>
          </p:nvPr>
        </p:nvSpPr>
        <p:spPr>
          <a:xfrm xmlns:a="http://schemas.openxmlformats.org/drawingml/2006/main">
            <a:off x="2036684" y="1686720"/>
            <a:ext cx="7813113" cy="2387600"/>
          </a:xfrm>
        </p:spPr>
        <p:txBody>
          <a:bodyPr xmlns:a="http://schemas.openxmlformats.org/drawingml/2006/main" lIns="0" tIns="0" rIns="0" bIns="0" anchor="t">
            <a:noAutofit/>
          </a:bodyPr>
          <a:lstStyle xmlns:a="http://schemas.openxmlformats.org/drawingml/2006/main">
            <a:lvl1pPr marL="0" indent="0" algn="l">
              <a:lnSpc>
                <a:spcPts val="5200"/>
              </a:lnSpc>
              <a:buNone/>
              <a:tabLst>
                <a:tab pos="1242981" algn="l"/>
                <a:tab pos="1865265" algn="l"/>
              </a:tabLst>
              <a:defRPr sz="5333">
                <a:solidFill>
                  <a:schemeClr val="bg1"/>
                </a:solidFill>
              </a:defRPr>
            </a:lvl1pPr>
          </a:lstStyle>
          <a:p xmlns:a="http://schemas.openxmlformats.org/drawingml/2006/main">
            <a:r>
              <a:t>Click to edit </a:t>
            </a:r>
            <a:br/>
            <a:r>
              <a:t>	Master title style</a:t>
            </a:r>
          </a:p>
        </p:txBody>
      </p:sp>
      <p:sp>
        <p:nvSpPr>
          <p:cNvPr id="16" name="Slide Number Placeholder 5">
            <a:extLst xmlns:a="http://schemas.openxmlformats.org/drawingml/2006/main">
              <a:ext uri="{FF2B5EF4-FFF2-40B4-BE49-F238E27FC236}">
                <a16:creationId xmlns:a16="http://schemas.microsoft.com/office/drawing/2014/main" id="{A7255504-DDBE-424A-9532-7379444B373D}"/>
              </a:ext>
            </a:extLst>
          </p:cNvPr>
          <p:cNvSpPr>
            <a:spLocks xmlns:a="http://schemas.openxmlformats.org/drawingml/2006/main" noGrp="1"/>
          </p:cNvSpPr>
          <p:nvPr>
            <p:ph type="sldNum" idx="4"/>
          </p:nvPr>
        </p:nvSpPr>
        <p:spPr>
          <a:xfrm xmlns:a="http://schemas.openxmlformats.org/drawingml/2006/main">
            <a:off x="11138161" y="284019"/>
            <a:ext cx="629156"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67" b="1">
                <a:solidFill>
                  <a:schemeClr val="bg1"/>
                </a:solidFill>
              </a:defRPr>
            </a:lvl1pPr>
          </a:lstStyle>
          <a:p xmlns:a="http://schemas.openxmlformats.org/drawingml/2006/main">
            <a:fld id="{E32CA18A-09E8-B346-9D1F-8EB2C340C7E4}" type="slidenum">
              <a:t>‹#›</a:t>
            </a:fld>
            <a:endParaRPr/>
          </a:p>
        </p:txBody>
      </p:sp>
      <p:sp>
        <p:nvSpPr>
          <p:cNvPr id="17" name="Footer Placeholder 4">
            <a:extLst xmlns:a="http://schemas.openxmlformats.org/drawingml/2006/main">
              <a:ext uri="{FF2B5EF4-FFF2-40B4-BE49-F238E27FC236}">
                <a16:creationId xmlns:a16="http://schemas.microsoft.com/office/drawing/2014/main" id="{72003279-8996-4418-AAAF-139DECB8963B}"/>
              </a:ext>
            </a:extLst>
          </p:cNvPr>
          <p:cNvSpPr>
            <a:spLocks xmlns:a="http://schemas.openxmlformats.org/drawingml/2006/main" noGrp="1"/>
          </p:cNvSpPr>
          <p:nvPr>
            <p:ph type="ftr" idx="3"/>
          </p:nvPr>
        </p:nvSpPr>
        <p:spPr>
          <a:xfrm xmlns:a="http://schemas.openxmlformats.org/drawingml/2006/main">
            <a:off x="521001" y="298197"/>
            <a:ext cx="7550411" cy="327823"/>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933">
                <a:solidFill>
                  <a:schemeClr val="bg1"/>
                </a:solidFill>
              </a:defRPr>
            </a:lvl1pPr>
          </a:lstStyle>
          <a:p xmlns:a="http://schemas.openxmlformats.org/drawingml/2006/main">
            <a:endParaRPr/>
          </a:p>
        </p:txBody>
      </p:sp>
    </p:spTree>
  </p:cSld>
</p:sldLayout>
</file>

<file path=ppt/slideLayouts/slideLayout27.xml><?xml version="1.0" encoding="utf-8"?>
<p:sldLayout xmlns:p="http://schemas.openxmlformats.org/presentationml/2006/main" userDrawn="1">
  <p:cSld name="Title, text 2 column and image">
    <p:bg>
      <p:bgPr>
        <a:solidFill xmlns:a="http://schemas.openxmlformats.org/drawingml/2006/main">
          <a:schemeClr val="bg1"/>
        </a:solidFill>
      </p:bgPr>
    </p:bg>
    <p:spTree>
      <p:nvGrpSpPr>
        <p:cNvPr id="1" name=""/>
        <p:cNvGrpSpPr/>
        <p:nvPr/>
      </p:nvGrpSpPr>
      <p:grpSpPr>
        <a:xfrm xmlns:a="http://schemas.openxmlformats.org/drawingml/2006/main"/>
      </p:grpSpPr>
      <p:sp>
        <p:nvSpPr>
          <p:cNvPr id="5" name="Oval 4">
            <a:extLst xmlns:a="http://schemas.openxmlformats.org/drawingml/2006/main">
              <a:ext uri="{FF2B5EF4-FFF2-40B4-BE49-F238E27FC236}">
                <a16:creationId xmlns:a16="http://schemas.microsoft.com/office/drawing/2014/main" id="{2DABB75B-BEA7-4FFD-8ED8-3C82EC811B63}"/>
              </a:ext>
            </a:extLst>
          </p:cNvPr>
          <p:cNvSpPr>
            <a:spLocks xmlns:a="http://schemas.openxmlformats.org/drawingml/2006/main" noGrp="1"/>
          </p:cNvSpPr>
          <p:nvPr/>
        </p:nvSpPr>
        <p:spPr>
          <a:xfrm xmlns:a="http://schemas.openxmlformats.org/drawingml/2006/main">
            <a:off x="8703408" y="2437777"/>
            <a:ext cx="2687851" cy="2687676"/>
          </a:xfrm>
          <a:prstGeom xmlns:a="http://schemas.openxmlformats.org/drawingml/2006/main" prst="ellipse">
            <a:avLst/>
          </a:prstGeom>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675"/>
          </a:p>
        </p:txBody>
      </p:sp>
      <p:sp>
        <p:nvSpPr>
          <p:cNvPr id="11" name="Picture Placeholder 10">
            <a:extLst xmlns:a="http://schemas.openxmlformats.org/drawingml/2006/main">
              <a:ext uri="{FF2B5EF4-FFF2-40B4-BE49-F238E27FC236}">
                <a16:creationId xmlns:a16="http://schemas.microsoft.com/office/drawing/2014/main" id="{8B16322D-1CDA-4D8F-95DE-EDB36EBEA3B8}"/>
              </a:ext>
            </a:extLst>
          </p:cNvPr>
          <p:cNvSpPr>
            <a:spLocks xmlns:a="http://schemas.openxmlformats.org/drawingml/2006/main" noGrp="1"/>
          </p:cNvSpPr>
          <p:nvPr>
            <p:ph type="pic" idx="13"/>
          </p:nvPr>
        </p:nvSpPr>
        <p:spPr>
          <a:xfrm xmlns:a="http://schemas.openxmlformats.org/drawingml/2006/main">
            <a:off x="8703242" y="3608060"/>
            <a:ext cx="2687812" cy="2687637"/>
          </a:xfrm>
          <a:prstGeom xmlns:a="http://schemas.openxmlformats.org/drawingml/2006/main" prst="ellipse">
            <a:avLst/>
          </a:prstGeom>
          <a:solidFill xmlns:a="http://schemas.openxmlformats.org/drawingml/2006/main">
            <a:schemeClr val="accent4"/>
          </a:solidFill>
        </p:spPr>
        <p:txBody>
          <a:bodyPr xmlns:a="http://schemas.openxmlformats.org/drawingml/2006/main" anchor="ctr">
            <a:normAutofit/>
          </a:bodyPr>
          <a:lstStyle xmlns:a="http://schemas.openxmlformats.org/drawingml/2006/main">
            <a:lvl1pPr marL="0" indent="0" algn="ctr">
              <a:buNone/>
              <a:defRPr sz="900"/>
            </a:lvl1pPr>
          </a:lstStyle>
          <a:p xmlns:a="http://schemas.openxmlformats.org/drawingml/2006/main">
            <a:endParaRPr/>
          </a:p>
        </p:txBody>
      </p:sp>
      <p:sp>
        <p:nvSpPr>
          <p:cNvPr id="2" name="Title 1">
            <a:extLst xmlns:a="http://schemas.openxmlformats.org/drawingml/2006/main">
              <a:ext uri="{FF2B5EF4-FFF2-40B4-BE49-F238E27FC236}">
                <a16:creationId xmlns:a16="http://schemas.microsoft.com/office/drawing/2014/main" id="{40DF43FA-3E32-4EF8-BB7A-CB976D47A2B2}"/>
              </a:ext>
            </a:extLst>
          </p:cNvPr>
          <p:cNvSpPr>
            <a:spLocks xmlns:a="http://schemas.openxmlformats.org/drawingml/2006/main" noGrp="1"/>
          </p:cNvSpPr>
          <p:nvPr>
            <p:ph type="ctrTitle" idx="0"/>
          </p:nvPr>
        </p:nvSpPr>
        <p:spPr>
          <a:xfrm xmlns:a="http://schemas.openxmlformats.org/drawingml/2006/main">
            <a:off x="672695" y="1205943"/>
            <a:ext cx="7364923" cy="1046440"/>
          </a:xfrm>
        </p:spPr>
        <p:txBody>
          <a:bodyPr xmlns:a="http://schemas.openxmlformats.org/drawingml/2006/main" lIns="0" tIns="0" rIns="0" bIns="0" anchor="t">
            <a:noAutofit/>
          </a:bodyPr>
          <a:lstStyle xmlns:a="http://schemas.openxmlformats.org/drawingml/2006/main">
            <a:lvl1pPr marL="0" indent="0" algn="l">
              <a:lnSpc>
                <a:spcPts val="3300"/>
              </a:lnSpc>
              <a:buNone/>
              <a:tabLst>
                <a:tab pos="1262031" algn="l"/>
                <a:tab pos="1865265" algn="l"/>
              </a:tabLst>
              <a:defRPr sz="2667">
                <a:solidFill>
                  <a:schemeClr val="accent1"/>
                </a:solidFill>
              </a:defRPr>
            </a:lvl1pPr>
          </a:lstStyle>
          <a:p xmlns:a="http://schemas.openxmlformats.org/drawingml/2006/main">
            <a:r>
              <a:t>Click to edit Master title style</a:t>
            </a:r>
          </a:p>
        </p:txBody>
      </p:sp>
      <p:sp>
        <p:nvSpPr>
          <p:cNvPr id="162" name="Text Placeholder 5">
            <a:extLst xmlns:a="http://schemas.openxmlformats.org/drawingml/2006/main">
              <a:ext uri="{FF2B5EF4-FFF2-40B4-BE49-F238E27FC236}">
                <a16:creationId xmlns:a16="http://schemas.microsoft.com/office/drawing/2014/main" id="{1E06163E-8156-47F8-801A-AE4548DDC298}"/>
              </a:ext>
            </a:extLst>
          </p:cNvPr>
          <p:cNvSpPr>
            <a:spLocks xmlns:a="http://schemas.openxmlformats.org/drawingml/2006/main" noGrp="1"/>
          </p:cNvSpPr>
          <p:nvPr>
            <p:ph type="body" idx="12"/>
          </p:nvPr>
        </p:nvSpPr>
        <p:spPr>
          <a:xfrm xmlns:a="http://schemas.openxmlformats.org/drawingml/2006/main">
            <a:off x="672695" y="2424953"/>
            <a:ext cx="7364923" cy="3462500"/>
          </a:xfrm>
        </p:spPr>
        <p:txBody>
          <a:bodyPr xmlns:a="http://schemas.openxmlformats.org/drawingml/2006/main" lIns="0" tIns="0" rIns="0" bIns="0">
            <a:noAutofit/>
          </a:bodyPr>
          <a:lstStyle xmlns:a="http://schemas.openxmlformats.org/drawingml/2006/main">
            <a:lvl1pPr marL="0" indent="0">
              <a:lnSpc>
                <a:spcPct val="100000"/>
              </a:lnSpc>
              <a:spcBef>
                <a:spcPts val="600"/>
              </a:spcBef>
              <a:spcAft>
                <a:spcPts val="300"/>
              </a:spcAft>
              <a:buNone/>
              <a:defRPr sz="1600">
                <a:solidFill>
                  <a:schemeClr val="accent1"/>
                </a:solidFill>
              </a:defRPr>
            </a:lvl1pPr>
            <a:lvl2pPr marL="0" indent="0">
              <a:lnSpc>
                <a:spcPct val="100000"/>
              </a:lnSpc>
              <a:spcBef>
                <a:spcPts val="600"/>
              </a:spcBef>
              <a:spcAft>
                <a:spcPts val="300"/>
              </a:spcAft>
              <a:buFont typeface="Arial"/>
              <a:buNone/>
              <a:defRPr sz="1600">
                <a:solidFill>
                  <a:schemeClr val="tx1"/>
                </a:solidFill>
              </a:defRPr>
            </a:lvl2pPr>
            <a:lvl3pPr marL="134934" indent="-126997">
              <a:lnSpc>
                <a:spcPct val="100000"/>
              </a:lnSpc>
              <a:spcBef>
                <a:spcPts val="600"/>
              </a:spcBef>
              <a:spcAft>
                <a:spcPts val="300"/>
              </a:spcAft>
              <a:buClr>
                <a:schemeClr val="accent1"/>
              </a:buClr>
              <a:buNone/>
              <a:defRPr sz="1600">
                <a:solidFill>
                  <a:schemeClr val="tx1"/>
                </a:solidFill>
              </a:defRPr>
            </a:lvl3pPr>
            <a:lvl4pPr marL="293681" indent="-142871">
              <a:lnSpc>
                <a:spcPct val="100000"/>
              </a:lnSpc>
              <a:spcBef>
                <a:spcPts val="600"/>
              </a:spcBef>
              <a:spcAft>
                <a:spcPts val="0"/>
              </a:spcAft>
              <a:buFont typeface=".AppleSystemUIFont"/>
              <a:buChar char="–"/>
              <a:defRPr sz="1600">
                <a:solidFill>
                  <a:schemeClr val="tx1"/>
                </a:solidFill>
              </a:defRPr>
            </a:lvl4pPr>
            <a:lvl5pPr marL="452426" indent="-174621">
              <a:lnSpc>
                <a:spcPct val="100000"/>
              </a:lnSpc>
              <a:spcBef>
                <a:spcPts val="600"/>
              </a:spcBef>
              <a:buFont typeface="+mj-lt"/>
              <a:buAutoNum type="arabicPeriod"/>
              <a:defRPr sz="16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0" name="AutoShape 7">
            <a:extLst xmlns:a="http://schemas.openxmlformats.org/drawingml/2006/main">
              <a:ext uri="{FF2B5EF4-FFF2-40B4-BE49-F238E27FC236}">
                <a16:creationId xmlns:a16="http://schemas.microsoft.com/office/drawing/2014/main" id="{660FA90A-B03B-4B0A-86C3-6D6CBF441AF0}"/>
              </a:ext>
            </a:extLst>
          </p:cNvPr>
          <p:cNvSpPr>
            <a:spLocks xmlns:a="http://schemas.openxmlformats.org/drawingml/2006/main" noGrp="1"/>
          </p:cNvSpPr>
          <p:nvPr/>
        </p:nvSpPr>
        <p:spPr>
          <a:xfrm xmlns:a="http://schemas.openxmlformats.org/drawingml/2006/main" rot="0" flipH="0" flipV="0">
            <a:off x="10934903" y="12701"/>
            <a:ext cx="255603" cy="239712"/>
          </a:xfrm>
          <a:custGeom xmlns:a="http://schemas.openxmlformats.org/drawingml/2006/main">
            <a:rect l="0" t="0" r="r" b="b"/>
            <a:pathLst>
              <a:path w="21600" h="21600">
                <a:moveTo>
                  <a:pt x="0" y="0"/>
                </a:moveTo>
                <a:lnTo>
                  <a:pt x="71" y="21600"/>
                </a:lnTo>
                <a:lnTo>
                  <a:pt x="21600" y="21519"/>
                </a:lnTo>
                <a:lnTo>
                  <a:pt x="21529" y="0"/>
                </a:lnTo>
                <a:cubicBezTo>
                  <a:pt x="21529" y="0"/>
                  <a:pt x="0" y="0"/>
                  <a:pt x="0" y="0"/>
                </a:cubicBezTo>
                <a:close/>
                <a:moveTo>
                  <a:pt x="0" y="0"/>
                </a:moveTo>
              </a:path>
            </a:pathLst>
          </a:custGeom>
          <a:solidFill xmlns:a="http://schemas.openxmlformats.org/drawingml/2006/main">
            <a:srgbClr val="000000"/>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172" name="AutoShape 9">
            <a:extLst xmlns:a="http://schemas.openxmlformats.org/drawingml/2006/main">
              <a:ext uri="{FF2B5EF4-FFF2-40B4-BE49-F238E27FC236}">
                <a16:creationId xmlns:a16="http://schemas.microsoft.com/office/drawing/2014/main" id="{74A6C377-7320-4CA5-8431-4C5834A4D4D6}"/>
              </a:ext>
            </a:extLst>
          </p:cNvPr>
          <p:cNvSpPr>
            <a:spLocks xmlns:a="http://schemas.openxmlformats.org/drawingml/2006/main" noGrp="1"/>
          </p:cNvSpPr>
          <p:nvPr/>
        </p:nvSpPr>
        <p:spPr>
          <a:xfrm xmlns:a="http://schemas.openxmlformats.org/drawingml/2006/main" rot="0" flipH="0" flipV="0">
            <a:off x="10680887" y="247650"/>
            <a:ext cx="255603" cy="255588"/>
          </a:xfrm>
          <a:custGeom xmlns:a="http://schemas.openxmlformats.org/drawingml/2006/main">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xmlns:a="http://schemas.openxmlformats.org/drawingml/2006/main">
            <a:srgbClr val="000000"/>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173" name="AutoShape 10">
            <a:extLst xmlns:a="http://schemas.openxmlformats.org/drawingml/2006/main">
              <a:ext uri="{FF2B5EF4-FFF2-40B4-BE49-F238E27FC236}">
                <a16:creationId xmlns:a16="http://schemas.microsoft.com/office/drawing/2014/main" id="{90729176-BA17-448E-8FF8-CEE92AE1AEA6}"/>
              </a:ext>
            </a:extLst>
          </p:cNvPr>
          <p:cNvSpPr>
            <a:spLocks xmlns:a="http://schemas.openxmlformats.org/drawingml/2006/main" noGrp="1"/>
          </p:cNvSpPr>
          <p:nvPr/>
        </p:nvSpPr>
        <p:spPr>
          <a:xfrm xmlns:a="http://schemas.openxmlformats.org/drawingml/2006/main" rot="0" flipH="0" flipV="0">
            <a:off x="10166503" y="254001"/>
            <a:ext cx="255603" cy="255588"/>
          </a:xfrm>
          <a:custGeom xmlns:a="http://schemas.openxmlformats.org/drawingml/2006/main">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xmlns:a="http://schemas.openxmlformats.org/drawingml/2006/main">
            <a:srgbClr val="000000"/>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178" name="AutoShape 15">
            <a:extLst xmlns:a="http://schemas.openxmlformats.org/drawingml/2006/main">
              <a:ext uri="{FF2B5EF4-FFF2-40B4-BE49-F238E27FC236}">
                <a16:creationId xmlns:a16="http://schemas.microsoft.com/office/drawing/2014/main" id="{BD4E4A59-763E-4725-AAFD-5B31BE6556D1}"/>
              </a:ext>
            </a:extLst>
          </p:cNvPr>
          <p:cNvSpPr>
            <a:spLocks xmlns:a="http://schemas.openxmlformats.org/drawingml/2006/main" noGrp="1"/>
          </p:cNvSpPr>
          <p:nvPr/>
        </p:nvSpPr>
        <p:spPr>
          <a:xfrm xmlns:a="http://schemas.openxmlformats.org/drawingml/2006/main" rot="0" flipH="0" flipV="0">
            <a:off x="11434211" y="708558"/>
            <a:ext cx="255603" cy="256381"/>
          </a:xfrm>
          <a:custGeom xmlns:a="http://schemas.openxmlformats.org/drawingml/2006/main">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33" name="AutoShape 13">
            <a:extLst xmlns:a="http://schemas.openxmlformats.org/drawingml/2006/main">
              <a:ext uri="{FF2B5EF4-FFF2-40B4-BE49-F238E27FC236}">
                <a16:creationId xmlns:a16="http://schemas.microsoft.com/office/drawing/2014/main" id="{B0EDD821-3251-456F-87FA-0AD38420E1D4}"/>
              </a:ext>
            </a:extLst>
          </p:cNvPr>
          <p:cNvSpPr>
            <a:spLocks xmlns:a="http://schemas.openxmlformats.org/drawingml/2006/main" noGrp="1"/>
          </p:cNvSpPr>
          <p:nvPr/>
        </p:nvSpPr>
        <p:spPr>
          <a:xfrm xmlns:a="http://schemas.openxmlformats.org/drawingml/2006/main" rot="0" flipH="0" flipV="0">
            <a:off x="11940657" y="254001"/>
            <a:ext cx="255603" cy="255588"/>
          </a:xfrm>
          <a:custGeom xmlns:a="http://schemas.openxmlformats.org/drawingml/2006/main">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25" name="Slide Number Placeholder 5">
            <a:extLst xmlns:a="http://schemas.openxmlformats.org/drawingml/2006/main">
              <a:ext uri="{FF2B5EF4-FFF2-40B4-BE49-F238E27FC236}">
                <a16:creationId xmlns:a16="http://schemas.microsoft.com/office/drawing/2014/main" id="{3D144950-41BE-4CA5-9047-A77876557C7A}"/>
              </a:ext>
            </a:extLst>
          </p:cNvPr>
          <p:cNvSpPr>
            <a:spLocks xmlns:a="http://schemas.openxmlformats.org/drawingml/2006/main" noGrp="1"/>
          </p:cNvSpPr>
          <p:nvPr>
            <p:ph type="sldNum" idx="4"/>
          </p:nvPr>
        </p:nvSpPr>
        <p:spPr>
          <a:xfrm xmlns:a="http://schemas.openxmlformats.org/drawingml/2006/main">
            <a:off x="11138161" y="284019"/>
            <a:ext cx="629156"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67" b="1">
                <a:solidFill>
                  <a:schemeClr val="accent1"/>
                </a:solidFill>
              </a:defRPr>
            </a:lvl1pPr>
          </a:lstStyle>
          <a:p xmlns:a="http://schemas.openxmlformats.org/drawingml/2006/main">
            <a:fld id="{E32CA18A-09E8-B346-9D1F-8EB2C340C7E4}" type="slidenum">
              <a:t>‹#›</a:t>
            </a:fld>
            <a:endParaRPr/>
          </a:p>
        </p:txBody>
      </p:sp>
      <p:sp>
        <p:nvSpPr>
          <p:cNvPr id="27" name="Footer Placeholder 4">
            <a:extLst xmlns:a="http://schemas.openxmlformats.org/drawingml/2006/main">
              <a:ext uri="{FF2B5EF4-FFF2-40B4-BE49-F238E27FC236}">
                <a16:creationId xmlns:a16="http://schemas.microsoft.com/office/drawing/2014/main" id="{4FC04C48-DC4B-4932-B792-F1962554CBF3}"/>
              </a:ext>
            </a:extLst>
          </p:cNvPr>
          <p:cNvSpPr>
            <a:spLocks xmlns:a="http://schemas.openxmlformats.org/drawingml/2006/main" noGrp="1"/>
          </p:cNvSpPr>
          <p:nvPr>
            <p:ph type="ftr" idx="3"/>
          </p:nvPr>
        </p:nvSpPr>
        <p:spPr>
          <a:xfrm xmlns:a="http://schemas.openxmlformats.org/drawingml/2006/main">
            <a:off x="521001" y="298197"/>
            <a:ext cx="7550411" cy="327823"/>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933">
                <a:solidFill>
                  <a:schemeClr val="accent1"/>
                </a:solidFill>
              </a:defRPr>
            </a:lvl1pPr>
          </a:lstStyle>
          <a:p xmlns:a="http://schemas.openxmlformats.org/drawingml/2006/main">
            <a:endParaRPr/>
          </a:p>
        </p:txBody>
      </p:sp>
    </p:spTree>
  </p:cSld>
</p:sldLayout>
</file>

<file path=ppt/slideLayouts/slideLayout28.xml><?xml version="1.0" encoding="utf-8"?>
<p:sldLayout xmlns:p="http://schemas.openxmlformats.org/presentationml/2006/main" preserve="1" userDrawn="1">
  <p:cSld name="3_Title and large text">
    <p:bg>
      <p:bgPr>
        <a:solidFill xmlns:a="http://schemas.openxmlformats.org/drawingml/2006/main">
          <a:schemeClr val="accent4"/>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72A65A7-FFC6-4AF0-AEC8-9B6A16C44587}"/>
              </a:ext>
            </a:extLst>
          </p:cNvPr>
          <p:cNvSpPr>
            <a:spLocks xmlns:a="http://schemas.openxmlformats.org/drawingml/2006/main" noGrp="1"/>
          </p:cNvSpPr>
          <p:nvPr>
            <p:ph type="ctrTitle" idx="0"/>
          </p:nvPr>
        </p:nvSpPr>
        <p:spPr>
          <a:xfrm xmlns:a="http://schemas.openxmlformats.org/drawingml/2006/main">
            <a:off x="672695" y="993916"/>
            <a:ext cx="10465464" cy="479733"/>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lvl1pPr marL="0" indent="0" algn="l">
              <a:lnSpc>
                <a:spcPts val="3300"/>
              </a:lnSpc>
              <a:buNone/>
              <a:tabLst>
                <a:tab pos="1262031" algn="l"/>
                <a:tab pos="1865265" algn="l"/>
              </a:tabLst>
              <a:defRPr sz="2667">
                <a:solidFill>
                  <a:schemeClr val="accent1"/>
                </a:solidFill>
              </a:defRPr>
            </a:lvl1pPr>
          </a:lstStyle>
          <a:p xmlns:a="http://schemas.openxmlformats.org/drawingml/2006/main">
            <a:r>
              <a:t>Click to edit Master title style</a:t>
            </a:r>
          </a:p>
        </p:txBody>
      </p:sp>
      <p:sp>
        <p:nvSpPr>
          <p:cNvPr id="162" name="Text Placeholder 5">
            <a:extLst xmlns:a="http://schemas.openxmlformats.org/drawingml/2006/main">
              <a:ext uri="{FF2B5EF4-FFF2-40B4-BE49-F238E27FC236}">
                <a16:creationId xmlns:a16="http://schemas.microsoft.com/office/drawing/2014/main" id="{AD539E64-60AC-46FD-BCBE-44109DEAC020}"/>
              </a:ext>
            </a:extLst>
          </p:cNvPr>
          <p:cNvSpPr>
            <a:spLocks xmlns:a="http://schemas.openxmlformats.org/drawingml/2006/main" noGrp="1"/>
          </p:cNvSpPr>
          <p:nvPr>
            <p:ph type="body" idx="12"/>
          </p:nvPr>
        </p:nvSpPr>
        <p:spPr>
          <a:xfrm xmlns:a="http://schemas.openxmlformats.org/drawingml/2006/main">
            <a:off x="442165" y="2370327"/>
            <a:ext cx="7629248" cy="2915117"/>
          </a:xfrm>
        </p:spPr>
        <p:txBody>
          <a:bodyPr xmlns:a="http://schemas.openxmlformats.org/drawingml/2006/main" lIns="0" tIns="0" rIns="0" bIns="0">
            <a:noAutofit/>
          </a:bodyPr>
          <a:lstStyle xmlns:a="http://schemas.openxmlformats.org/drawingml/2006/main">
            <a:lvl1pPr marL="239994" indent="0">
              <a:lnSpc>
                <a:spcPct val="100000"/>
              </a:lnSpc>
              <a:spcBef>
                <a:spcPts val="600"/>
              </a:spcBef>
              <a:spcAft>
                <a:spcPts val="300"/>
              </a:spcAft>
              <a:buNone/>
              <a:defRPr sz="1867">
                <a:solidFill>
                  <a:schemeClr val="tx1"/>
                </a:solidFill>
              </a:defRPr>
            </a:lvl1pPr>
            <a:lvl2pPr marL="239994" indent="-239994">
              <a:lnSpc>
                <a:spcPct val="100000"/>
              </a:lnSpc>
              <a:spcBef>
                <a:spcPts val="600"/>
              </a:spcBef>
              <a:spcAft>
                <a:spcPts val="300"/>
              </a:spcAft>
              <a:buClr>
                <a:schemeClr val="accent1"/>
              </a:buClr>
              <a:buFont typeface="Arial"/>
              <a:buChar char="•"/>
              <a:defRPr sz="1867">
                <a:solidFill>
                  <a:schemeClr val="tx1"/>
                </a:solidFill>
              </a:defRPr>
            </a:lvl2pPr>
            <a:lvl3pPr marL="539737" indent="-182558">
              <a:lnSpc>
                <a:spcPct val="100000"/>
              </a:lnSpc>
              <a:spcBef>
                <a:spcPts val="600"/>
              </a:spcBef>
              <a:spcAft>
                <a:spcPts val="300"/>
              </a:spcAft>
              <a:buClr>
                <a:schemeClr val="tx1"/>
              </a:buClr>
              <a:buNone/>
              <a:defRPr sz="1867">
                <a:solidFill>
                  <a:schemeClr val="tx1"/>
                </a:solidFill>
              </a:defRPr>
            </a:lvl3pPr>
            <a:lvl4pPr marL="825479" indent="-261931">
              <a:lnSpc>
                <a:spcPct val="100000"/>
              </a:lnSpc>
              <a:spcBef>
                <a:spcPts val="600"/>
              </a:spcBef>
              <a:spcAft>
                <a:spcPts val="0"/>
              </a:spcAft>
              <a:buFont typeface=".AppleSystemUIFont"/>
              <a:buChar char="–"/>
              <a:defRPr sz="1867">
                <a:solidFill>
                  <a:schemeClr val="tx1"/>
                </a:solidFill>
              </a:defRPr>
            </a:lvl4pPr>
            <a:lvl5pPr marL="825479" indent="-285744">
              <a:lnSpc>
                <a:spcPct val="100000"/>
              </a:lnSpc>
              <a:spcBef>
                <a:spcPts val="600"/>
              </a:spcBef>
              <a:buFont typeface="+mj-lt"/>
              <a:buAutoNum type="arabicPeriod"/>
              <a:defRPr sz="1867">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8" name="AutoShape 7">
            <a:extLst xmlns:a="http://schemas.openxmlformats.org/drawingml/2006/main">
              <a:ext uri="{FF2B5EF4-FFF2-40B4-BE49-F238E27FC236}">
                <a16:creationId xmlns:a16="http://schemas.microsoft.com/office/drawing/2014/main" id="{F75D0322-A907-4572-AB12-21DA7F41E65F}"/>
              </a:ext>
            </a:extLst>
          </p:cNvPr>
          <p:cNvSpPr>
            <a:spLocks xmlns:a="http://schemas.openxmlformats.org/drawingml/2006/main" noGrp="1"/>
          </p:cNvSpPr>
          <p:nvPr/>
        </p:nvSpPr>
        <p:spPr>
          <a:xfrm xmlns:a="http://schemas.openxmlformats.org/drawingml/2006/main" rot="0" flipH="0" flipV="0">
            <a:off x="10934903" y="12701"/>
            <a:ext cx="255603" cy="239712"/>
          </a:xfrm>
          <a:custGeom xmlns:a="http://schemas.openxmlformats.org/drawingml/2006/main">
            <a:rect l="0" t="0" r="r" b="b"/>
            <a:pathLst>
              <a:path w="21600" h="21600">
                <a:moveTo>
                  <a:pt x="0" y="0"/>
                </a:moveTo>
                <a:lnTo>
                  <a:pt x="71" y="21600"/>
                </a:lnTo>
                <a:lnTo>
                  <a:pt x="21600" y="21519"/>
                </a:lnTo>
                <a:lnTo>
                  <a:pt x="21529" y="0"/>
                </a:lnTo>
                <a:cubicBezTo>
                  <a:pt x="21529" y="0"/>
                  <a:pt x="0" y="0"/>
                  <a:pt x="0" y="0"/>
                </a:cubicBezTo>
                <a:close/>
                <a:moveTo>
                  <a:pt x="0" y="0"/>
                </a:moveTo>
              </a:path>
            </a:pathLst>
          </a:custGeom>
          <a:solidFill xmlns:a="http://schemas.openxmlformats.org/drawingml/2006/main">
            <a:srgbClr val="000000"/>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29" name="AutoShape 9">
            <a:extLst xmlns:a="http://schemas.openxmlformats.org/drawingml/2006/main">
              <a:ext uri="{FF2B5EF4-FFF2-40B4-BE49-F238E27FC236}">
                <a16:creationId xmlns:a16="http://schemas.microsoft.com/office/drawing/2014/main" id="{AAC9C235-0662-4312-BF8B-9CA03F6B2C07}"/>
              </a:ext>
            </a:extLst>
          </p:cNvPr>
          <p:cNvSpPr>
            <a:spLocks xmlns:a="http://schemas.openxmlformats.org/drawingml/2006/main" noGrp="1"/>
          </p:cNvSpPr>
          <p:nvPr/>
        </p:nvSpPr>
        <p:spPr>
          <a:xfrm xmlns:a="http://schemas.openxmlformats.org/drawingml/2006/main" rot="0" flipH="0" flipV="0">
            <a:off x="10680887" y="247650"/>
            <a:ext cx="255603" cy="255588"/>
          </a:xfrm>
          <a:custGeom xmlns:a="http://schemas.openxmlformats.org/drawingml/2006/main">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xmlns:a="http://schemas.openxmlformats.org/drawingml/2006/main">
            <a:srgbClr val="000000"/>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30" name="AutoShape 10">
            <a:extLst xmlns:a="http://schemas.openxmlformats.org/drawingml/2006/main">
              <a:ext uri="{FF2B5EF4-FFF2-40B4-BE49-F238E27FC236}">
                <a16:creationId xmlns:a16="http://schemas.microsoft.com/office/drawing/2014/main" id="{FE1DAB06-5626-4FA2-AB60-620752DC803C}"/>
              </a:ext>
            </a:extLst>
          </p:cNvPr>
          <p:cNvSpPr>
            <a:spLocks xmlns:a="http://schemas.openxmlformats.org/drawingml/2006/main" noGrp="1"/>
          </p:cNvSpPr>
          <p:nvPr/>
        </p:nvSpPr>
        <p:spPr>
          <a:xfrm xmlns:a="http://schemas.openxmlformats.org/drawingml/2006/main" rot="0" flipH="0" flipV="0">
            <a:off x="10166503" y="254001"/>
            <a:ext cx="255603" cy="255588"/>
          </a:xfrm>
          <a:custGeom xmlns:a="http://schemas.openxmlformats.org/drawingml/2006/main">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xmlns:a="http://schemas.openxmlformats.org/drawingml/2006/main">
            <a:srgbClr val="000000"/>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31" name="AutoShape 15">
            <a:extLst xmlns:a="http://schemas.openxmlformats.org/drawingml/2006/main">
              <a:ext uri="{FF2B5EF4-FFF2-40B4-BE49-F238E27FC236}">
                <a16:creationId xmlns:a16="http://schemas.microsoft.com/office/drawing/2014/main" id="{1C0829C0-9CD2-44AA-A2ED-E035D93A57E2}"/>
              </a:ext>
            </a:extLst>
          </p:cNvPr>
          <p:cNvSpPr>
            <a:spLocks xmlns:a="http://schemas.openxmlformats.org/drawingml/2006/main" noGrp="1"/>
          </p:cNvSpPr>
          <p:nvPr/>
        </p:nvSpPr>
        <p:spPr>
          <a:xfrm xmlns:a="http://schemas.openxmlformats.org/drawingml/2006/main" rot="0" flipH="0" flipV="0">
            <a:off x="11434211" y="708558"/>
            <a:ext cx="255603" cy="256381"/>
          </a:xfrm>
          <a:custGeom xmlns:a="http://schemas.openxmlformats.org/drawingml/2006/main">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32" name="AutoShape 13">
            <a:extLst xmlns:a="http://schemas.openxmlformats.org/drawingml/2006/main">
              <a:ext uri="{FF2B5EF4-FFF2-40B4-BE49-F238E27FC236}">
                <a16:creationId xmlns:a16="http://schemas.microsoft.com/office/drawing/2014/main" id="{3C294509-855A-4B11-8AFF-AAAAF90D16AC}"/>
              </a:ext>
            </a:extLst>
          </p:cNvPr>
          <p:cNvSpPr>
            <a:spLocks xmlns:a="http://schemas.openxmlformats.org/drawingml/2006/main" noGrp="1"/>
          </p:cNvSpPr>
          <p:nvPr/>
        </p:nvSpPr>
        <p:spPr>
          <a:xfrm xmlns:a="http://schemas.openxmlformats.org/drawingml/2006/main" rot="0" flipH="0" flipV="0">
            <a:off x="11940657" y="254001"/>
            <a:ext cx="255603" cy="255588"/>
          </a:xfrm>
          <a:custGeom xmlns:a="http://schemas.openxmlformats.org/drawingml/2006/main">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xmlns:a="http://schemas.openxmlformats.org/drawingml/2006/main">
            <a:schemeClr val="accent1"/>
          </a:solidFill>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endParaRPr sz="675"/>
          </a:p>
        </p:txBody>
      </p:sp>
      <p:sp>
        <p:nvSpPr>
          <p:cNvPr id="33" name="Slide Number Placeholder 5">
            <a:extLst xmlns:a="http://schemas.openxmlformats.org/drawingml/2006/main">
              <a:ext uri="{FF2B5EF4-FFF2-40B4-BE49-F238E27FC236}">
                <a16:creationId xmlns:a16="http://schemas.microsoft.com/office/drawing/2014/main" id="{6CCF55F3-AA64-435E-A585-FE837A2E5AF3}"/>
              </a:ext>
            </a:extLst>
          </p:cNvPr>
          <p:cNvSpPr>
            <a:spLocks xmlns:a="http://schemas.openxmlformats.org/drawingml/2006/main" noGrp="1"/>
          </p:cNvSpPr>
          <p:nvPr>
            <p:ph type="sldNum" idx="4"/>
          </p:nvPr>
        </p:nvSpPr>
        <p:spPr>
          <a:xfrm xmlns:a="http://schemas.openxmlformats.org/drawingml/2006/main">
            <a:off x="11138161" y="284019"/>
            <a:ext cx="629156"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67" b="1">
                <a:solidFill>
                  <a:schemeClr val="accent1"/>
                </a:solidFill>
              </a:defRPr>
            </a:lvl1pPr>
          </a:lstStyle>
          <a:p xmlns:a="http://schemas.openxmlformats.org/drawingml/2006/main">
            <a:fld id="{E32CA18A-09E8-B346-9D1F-8EB2C340C7E4}" type="slidenum">
              <a:t>‹#›</a:t>
            </a:fld>
            <a:endParaRPr/>
          </a:p>
        </p:txBody>
      </p:sp>
      <p:sp>
        <p:nvSpPr>
          <p:cNvPr id="34" name="Footer Placeholder 4">
            <a:extLst xmlns:a="http://schemas.openxmlformats.org/drawingml/2006/main">
              <a:ext uri="{FF2B5EF4-FFF2-40B4-BE49-F238E27FC236}">
                <a16:creationId xmlns:a16="http://schemas.microsoft.com/office/drawing/2014/main" id="{F5FF6F9B-0984-4021-9A51-6AD10462987E}"/>
              </a:ext>
            </a:extLst>
          </p:cNvPr>
          <p:cNvSpPr>
            <a:spLocks xmlns:a="http://schemas.openxmlformats.org/drawingml/2006/main" noGrp="1"/>
          </p:cNvSpPr>
          <p:nvPr>
            <p:ph type="ftr" idx="3"/>
          </p:nvPr>
        </p:nvSpPr>
        <p:spPr>
          <a:xfrm xmlns:a="http://schemas.openxmlformats.org/drawingml/2006/main">
            <a:off x="521001" y="298197"/>
            <a:ext cx="7550411" cy="327823"/>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933">
                <a:solidFill>
                  <a:schemeClr val="accent1"/>
                </a:solidFill>
              </a:defRPr>
            </a:lvl1pPr>
          </a:lstStyle>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D4A5E798-1FE3-4A11-B79B-CDA6FCBA7816}"/>
              </a:ext>
            </a:extLst>
          </p:cNvPr>
          <p:cNvSpPr>
            <a:spLocks xmlns:a="http://schemas.openxmlformats.org/drawingml/2006/main" noGrp="1"/>
          </p:cNvSpPr>
          <p:nvPr/>
        </p:nvSpPr>
        <p:spPr>
          <a:xfrm xmlns:a="http://schemas.openxmlformats.org/drawingml/2006/main">
            <a:off x="8703408" y="2437777"/>
            <a:ext cx="2687851" cy="2687676"/>
          </a:xfrm>
          <a:prstGeom xmlns:a="http://schemas.openxmlformats.org/drawingml/2006/main" prst="ellipse">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675"/>
          </a:p>
        </p:txBody>
      </p:sp>
      <p:sp>
        <p:nvSpPr>
          <p:cNvPr id="13" name="Picture Placeholder 10">
            <a:extLst xmlns:a="http://schemas.openxmlformats.org/drawingml/2006/main">
              <a:ext uri="{FF2B5EF4-FFF2-40B4-BE49-F238E27FC236}">
                <a16:creationId xmlns:a16="http://schemas.microsoft.com/office/drawing/2014/main" id="{39485E10-459D-485B-95B0-C8CC2DFDCD96}"/>
              </a:ext>
            </a:extLst>
          </p:cNvPr>
          <p:cNvSpPr>
            <a:spLocks xmlns:a="http://schemas.openxmlformats.org/drawingml/2006/main" noGrp="1"/>
          </p:cNvSpPr>
          <p:nvPr>
            <p:ph type="pic" idx="13"/>
          </p:nvPr>
        </p:nvSpPr>
        <p:spPr>
          <a:xfrm xmlns:a="http://schemas.openxmlformats.org/drawingml/2006/main">
            <a:off x="8703242" y="3608060"/>
            <a:ext cx="2687812" cy="2687637"/>
          </a:xfrm>
          <a:prstGeom xmlns:a="http://schemas.openxmlformats.org/drawingml/2006/main" prst="ellipse">
            <a:avLst/>
          </a:prstGeom>
          <a:solidFill xmlns:a="http://schemas.openxmlformats.org/drawingml/2006/main">
            <a:schemeClr val="accent4"/>
          </a:solidFill>
          <a:ln xmlns:a="http://schemas.openxmlformats.org/drawingml/2006/main">
            <a:noFill/>
          </a:ln>
        </p:spPr>
        <p:txBody>
          <a:bodyPr xmlns:a="http://schemas.openxmlformats.org/drawingml/2006/main" anchor="ctr">
            <a:normAutofit/>
          </a:bodyPr>
          <a:lstStyle xmlns:a="http://schemas.openxmlformats.org/drawingml/2006/main">
            <a:lvl1pPr marL="0" indent="0" algn="ctr">
              <a:buNone/>
              <a:defRPr sz="900"/>
            </a:lvl1pPr>
          </a:lstStyle>
          <a:p xmlns:a="http://schemas.openxmlformats.org/drawingml/2006/main">
            <a:endParaRPr/>
          </a:p>
        </p:txBody>
      </p:sp>
    </p:spTree>
  </p:cSld>
</p:sldLayout>
</file>

<file path=ppt/slideLayouts/slideLayout29.xml><?xml version="1.0" encoding="utf-8"?>
<p:sldLayout xmlns:p="http://schemas.openxmlformats.org/presentationml/2006/main" userDrawn="1">
  <p:cSld name="2_Title and large text">
    <p:bg>
      <p:bgPr>
        <a:solidFill xmlns:a="http://schemas.openxmlformats.org/drawingml/2006/main">
          <a:schemeClr val="bg1"/>
        </a:solidFill>
      </p:bgPr>
    </p:bg>
    <p:spTree>
      <p:nvGrpSpPr>
        <p:cNvPr id="1" name=""/>
        <p:cNvGrpSpPr/>
        <p:nvPr/>
      </p:nvGrpSpPr>
      <p:grpSpPr>
        <a:xfrm xmlns:a="http://schemas.openxmlformats.org/drawingml/2006/main"/>
      </p:grpSpPr>
      <p:sp>
        <p:nvSpPr>
          <p:cNvPr id="8" name="Rounded Rectangle 7">
            <a:extLst xmlns:a="http://schemas.openxmlformats.org/drawingml/2006/main">
              <a:ext uri="{FF2B5EF4-FFF2-40B4-BE49-F238E27FC236}">
                <a16:creationId xmlns:a16="http://schemas.microsoft.com/office/drawing/2014/main" id="{1D1DA5FE-E635-4B92-B52E-0DA58A548677}"/>
              </a:ext>
            </a:extLst>
          </p:cNvPr>
          <p:cNvSpPr>
            <a:spLocks xmlns:a="http://schemas.openxmlformats.org/drawingml/2006/main" noGrp="1"/>
          </p:cNvSpPr>
          <p:nvPr/>
        </p:nvSpPr>
        <p:spPr>
          <a:xfrm xmlns:a="http://schemas.openxmlformats.org/drawingml/2006/main">
            <a:off x="342923" y="342900"/>
            <a:ext cx="11491260" cy="268941"/>
          </a:xfrm>
          <a:prstGeom xmlns:a="http://schemas.openxmlformats.org/drawingml/2006/main" prst="roundRect">
            <a:avLst>
              <a:gd name="adj" fmla="val 50000"/>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675"/>
          </a:p>
        </p:txBody>
      </p:sp>
      <p:sp>
        <p:nvSpPr>
          <p:cNvPr id="2" name="Title 1">
            <a:extLst xmlns:a="http://schemas.openxmlformats.org/drawingml/2006/main">
              <a:ext uri="{FF2B5EF4-FFF2-40B4-BE49-F238E27FC236}">
                <a16:creationId xmlns:a16="http://schemas.microsoft.com/office/drawing/2014/main" id="{9E8A76B9-EADD-4184-B75B-53BBE47253DF}"/>
              </a:ext>
            </a:extLst>
          </p:cNvPr>
          <p:cNvSpPr>
            <a:spLocks xmlns:a="http://schemas.openxmlformats.org/drawingml/2006/main" noGrp="1"/>
          </p:cNvSpPr>
          <p:nvPr>
            <p:ph type="ctrTitle" idx="0"/>
          </p:nvPr>
        </p:nvSpPr>
        <p:spPr>
          <a:xfrm xmlns:a="http://schemas.openxmlformats.org/drawingml/2006/main">
            <a:off x="672694" y="993917"/>
            <a:ext cx="10465465" cy="553937"/>
          </a:xfrm>
        </p:spPr>
        <p:txBody>
          <a:bodyPr xmlns:a="http://schemas.openxmlformats.org/drawingml/2006/main" lIns="0" tIns="0" rIns="0" bIns="0" anchor="t">
            <a:noAutofit/>
          </a:bodyPr>
          <a:lstStyle xmlns:a="http://schemas.openxmlformats.org/drawingml/2006/main">
            <a:lvl1pPr marL="0" indent="0" algn="l">
              <a:lnSpc>
                <a:spcPts val="3300"/>
              </a:lnSpc>
              <a:buNone/>
              <a:tabLst>
                <a:tab pos="1262031" algn="l"/>
                <a:tab pos="1865265" algn="l"/>
              </a:tabLst>
              <a:defRPr sz="2667">
                <a:solidFill>
                  <a:schemeClr val="accent1"/>
                </a:solidFill>
              </a:defRPr>
            </a:lvl1pPr>
          </a:lstStyle>
          <a:p xmlns:a="http://schemas.openxmlformats.org/drawingml/2006/main">
            <a:r>
              <a:t>Click to edit Master title style</a:t>
            </a:r>
          </a:p>
        </p:txBody>
      </p:sp>
      <p:sp>
        <p:nvSpPr>
          <p:cNvPr id="162" name="Text Placeholder 5">
            <a:extLst xmlns:a="http://schemas.openxmlformats.org/drawingml/2006/main">
              <a:ext uri="{FF2B5EF4-FFF2-40B4-BE49-F238E27FC236}">
                <a16:creationId xmlns:a16="http://schemas.microsoft.com/office/drawing/2014/main" id="{5C74FCF6-206A-4354-8A2F-0B7722D2A4C2}"/>
              </a:ext>
            </a:extLst>
          </p:cNvPr>
          <p:cNvSpPr>
            <a:spLocks xmlns:a="http://schemas.openxmlformats.org/drawingml/2006/main" noGrp="1"/>
          </p:cNvSpPr>
          <p:nvPr>
            <p:ph type="body" idx="12"/>
          </p:nvPr>
        </p:nvSpPr>
        <p:spPr>
          <a:xfrm xmlns:a="http://schemas.openxmlformats.org/drawingml/2006/main">
            <a:off x="443591" y="2370327"/>
            <a:ext cx="10926503" cy="2915117"/>
          </a:xfrm>
        </p:spPr>
        <p:txBody>
          <a:bodyPr xmlns:a="http://schemas.openxmlformats.org/drawingml/2006/main" lIns="0" tIns="0" rIns="0" bIns="0">
            <a:noAutofit/>
          </a:bodyPr>
          <a:lstStyle xmlns:a="http://schemas.openxmlformats.org/drawingml/2006/main">
            <a:lvl1pPr marL="341303" indent="0">
              <a:lnSpc>
                <a:spcPct val="100000"/>
              </a:lnSpc>
              <a:spcBef>
                <a:spcPts val="600"/>
              </a:spcBef>
              <a:spcAft>
                <a:spcPts val="300"/>
              </a:spcAft>
              <a:buNone/>
              <a:defRPr sz="1867">
                <a:solidFill>
                  <a:schemeClr val="tx1"/>
                </a:solidFill>
              </a:defRPr>
            </a:lvl1pPr>
            <a:lvl2pPr marL="239994" indent="-239994">
              <a:lnSpc>
                <a:spcPct val="100000"/>
              </a:lnSpc>
              <a:spcBef>
                <a:spcPts val="600"/>
              </a:spcBef>
              <a:spcAft>
                <a:spcPts val="300"/>
              </a:spcAft>
              <a:buClr>
                <a:schemeClr val="accent1"/>
              </a:buClr>
              <a:buFont typeface="Arial"/>
              <a:buChar char="•"/>
              <a:defRPr sz="1867">
                <a:solidFill>
                  <a:schemeClr val="tx1"/>
                </a:solidFill>
              </a:defRPr>
            </a:lvl2pPr>
            <a:lvl3pPr marL="539737" indent="-182558">
              <a:lnSpc>
                <a:spcPct val="100000"/>
              </a:lnSpc>
              <a:spcBef>
                <a:spcPts val="600"/>
              </a:spcBef>
              <a:spcAft>
                <a:spcPts val="300"/>
              </a:spcAft>
              <a:buClr>
                <a:schemeClr val="tx1"/>
              </a:buClr>
              <a:buNone/>
              <a:defRPr sz="1867">
                <a:solidFill>
                  <a:schemeClr val="tx1"/>
                </a:solidFill>
              </a:defRPr>
            </a:lvl3pPr>
            <a:lvl4pPr marL="825479" indent="-261931">
              <a:lnSpc>
                <a:spcPct val="100000"/>
              </a:lnSpc>
              <a:spcBef>
                <a:spcPts val="600"/>
              </a:spcBef>
              <a:spcAft>
                <a:spcPts val="0"/>
              </a:spcAft>
              <a:buFont typeface=".AppleSystemUIFont"/>
              <a:buChar char="–"/>
              <a:defRPr sz="1867">
                <a:solidFill>
                  <a:schemeClr val="tx1"/>
                </a:solidFill>
              </a:defRPr>
            </a:lvl4pPr>
            <a:lvl5pPr marL="825479" indent="-285744">
              <a:lnSpc>
                <a:spcPct val="100000"/>
              </a:lnSpc>
              <a:spcBef>
                <a:spcPts val="600"/>
              </a:spcBef>
              <a:buFont typeface="+mj-lt"/>
              <a:buAutoNum type="arabicPeriod"/>
              <a:defRPr sz="1867">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Slide Number Placeholder 5">
            <a:extLst xmlns:a="http://schemas.openxmlformats.org/drawingml/2006/main">
              <a:ext uri="{FF2B5EF4-FFF2-40B4-BE49-F238E27FC236}">
                <a16:creationId xmlns:a16="http://schemas.microsoft.com/office/drawing/2014/main" id="{859C9441-9926-4A0E-A66C-5E48B864A8A6}"/>
              </a:ext>
            </a:extLst>
          </p:cNvPr>
          <p:cNvSpPr>
            <a:spLocks xmlns:a="http://schemas.openxmlformats.org/drawingml/2006/main" noGrp="1"/>
          </p:cNvSpPr>
          <p:nvPr>
            <p:ph type="sldNum" idx="4"/>
          </p:nvPr>
        </p:nvSpPr>
        <p:spPr>
          <a:xfrm xmlns:a="http://schemas.openxmlformats.org/drawingml/2006/main">
            <a:off x="11138161" y="284019"/>
            <a:ext cx="629156"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67" b="1">
                <a:solidFill>
                  <a:schemeClr val="bg1"/>
                </a:solidFill>
              </a:defRPr>
            </a:lvl1pPr>
          </a:lstStyle>
          <a:p xmlns:a="http://schemas.openxmlformats.org/drawingml/2006/main">
            <a:fld id="{E32CA18A-09E8-B346-9D1F-8EB2C340C7E4}" type="slidenum">
              <a:t>‹#›</a:t>
            </a:fld>
            <a:endParaRPr/>
          </a:p>
        </p:txBody>
      </p:sp>
      <p:sp>
        <p:nvSpPr>
          <p:cNvPr id="9" name="Footer Placeholder 4">
            <a:extLst xmlns:a="http://schemas.openxmlformats.org/drawingml/2006/main">
              <a:ext uri="{FF2B5EF4-FFF2-40B4-BE49-F238E27FC236}">
                <a16:creationId xmlns:a16="http://schemas.microsoft.com/office/drawing/2014/main" id="{0929863E-F37A-481E-9482-41D3BAFF588E}"/>
              </a:ext>
            </a:extLst>
          </p:cNvPr>
          <p:cNvSpPr>
            <a:spLocks xmlns:a="http://schemas.openxmlformats.org/drawingml/2006/main" noGrp="1"/>
          </p:cNvSpPr>
          <p:nvPr>
            <p:ph type="ftr" idx="3"/>
          </p:nvPr>
        </p:nvSpPr>
        <p:spPr>
          <a:xfrm xmlns:a="http://schemas.openxmlformats.org/drawingml/2006/main">
            <a:off x="521001" y="298197"/>
            <a:ext cx="7550411" cy="327823"/>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933">
                <a:solidFill>
                  <a:schemeClr val="bg1"/>
                </a:solidFill>
              </a:defRPr>
            </a:lvl1pPr>
          </a:lstStyle>
          <a:p xmlns:a="http://schemas.openxmlformats.org/drawingml/2006/main">
            <a:endParaRPr/>
          </a:p>
        </p:txBody>
      </p:sp>
    </p:spTree>
  </p:cSld>
</p:sldLayout>
</file>

<file path=ppt/slideLayouts/slideLayout30.xml><?xml version="1.0" encoding="utf-8"?>
<p:sldLayout xmlns:p="http://schemas.openxmlformats.org/presentationml/2006/main" preserve="1" userDrawn="1">
  <p:cSld name="9_Title and large text">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15068D-CFD4-4100-8FEF-C6C8F91655C3}"/>
              </a:ext>
            </a:extLst>
          </p:cNvPr>
          <p:cNvSpPr>
            <a:spLocks xmlns:a="http://schemas.openxmlformats.org/drawingml/2006/main" noGrp="1"/>
          </p:cNvSpPr>
          <p:nvPr>
            <p:ph type="ctrTitle" idx="0"/>
          </p:nvPr>
        </p:nvSpPr>
        <p:spPr>
          <a:xfrm xmlns:a="http://schemas.openxmlformats.org/drawingml/2006/main">
            <a:off x="672695" y="993916"/>
            <a:ext cx="10465464" cy="490336"/>
          </a:xfrm>
        </p:spPr>
        <p:txBody>
          <a:bodyPr xmlns:a="http://schemas.openxmlformats.org/drawingml/2006/main" lIns="0" tIns="0" rIns="0" bIns="0" anchor="t">
            <a:noAutofit/>
          </a:bodyPr>
          <a:lstStyle xmlns:a="http://schemas.openxmlformats.org/drawingml/2006/main">
            <a:lvl1pPr marL="0" indent="0" algn="l">
              <a:lnSpc>
                <a:spcPts val="3300"/>
              </a:lnSpc>
              <a:buNone/>
              <a:tabLst>
                <a:tab pos="1262031" algn="l"/>
                <a:tab pos="1865265" algn="l"/>
              </a:tabLst>
              <a:defRPr sz="2667">
                <a:solidFill>
                  <a:schemeClr val="accent1"/>
                </a:solidFill>
              </a:defRPr>
            </a:lvl1pPr>
          </a:lstStyle>
          <a:p xmlns:a="http://schemas.openxmlformats.org/drawingml/2006/main">
            <a:r>
              <a:t>Click to edit Master title style</a:t>
            </a:r>
          </a:p>
        </p:txBody>
      </p:sp>
      <p:sp>
        <p:nvSpPr>
          <p:cNvPr id="162" name="Text Placeholder 5">
            <a:extLst xmlns:a="http://schemas.openxmlformats.org/drawingml/2006/main">
              <a:ext uri="{FF2B5EF4-FFF2-40B4-BE49-F238E27FC236}">
                <a16:creationId xmlns:a16="http://schemas.microsoft.com/office/drawing/2014/main" id="{DE345A51-FF48-475C-88B4-56A62E7A1C9E}"/>
              </a:ext>
            </a:extLst>
          </p:cNvPr>
          <p:cNvSpPr>
            <a:spLocks xmlns:a="http://schemas.openxmlformats.org/drawingml/2006/main" noGrp="1"/>
          </p:cNvSpPr>
          <p:nvPr>
            <p:ph type="body" idx="12"/>
          </p:nvPr>
        </p:nvSpPr>
        <p:spPr>
          <a:xfrm xmlns:a="http://schemas.openxmlformats.org/drawingml/2006/main">
            <a:off x="443591" y="2370327"/>
            <a:ext cx="10926503" cy="2915117"/>
          </a:xfrm>
        </p:spPr>
        <p:txBody>
          <a:bodyPr xmlns:a="http://schemas.openxmlformats.org/drawingml/2006/main" lIns="0" tIns="0" rIns="0" bIns="0">
            <a:noAutofit/>
          </a:bodyPr>
          <a:lstStyle xmlns:a="http://schemas.openxmlformats.org/drawingml/2006/main">
            <a:lvl1pPr marL="239994" indent="0">
              <a:lnSpc>
                <a:spcPct val="100000"/>
              </a:lnSpc>
              <a:spcBef>
                <a:spcPts val="600"/>
              </a:spcBef>
              <a:spcAft>
                <a:spcPts val="300"/>
              </a:spcAft>
              <a:buNone/>
              <a:defRPr sz="1867">
                <a:solidFill>
                  <a:schemeClr val="tx1"/>
                </a:solidFill>
              </a:defRPr>
            </a:lvl1pPr>
            <a:lvl2pPr marL="239994" indent="-239994">
              <a:lnSpc>
                <a:spcPct val="100000"/>
              </a:lnSpc>
              <a:spcBef>
                <a:spcPts val="600"/>
              </a:spcBef>
              <a:spcAft>
                <a:spcPts val="300"/>
              </a:spcAft>
              <a:buClr>
                <a:schemeClr val="accent1"/>
              </a:buClr>
              <a:buFont typeface="Arial"/>
              <a:buChar char="•"/>
              <a:defRPr sz="1867">
                <a:solidFill>
                  <a:schemeClr val="tx1"/>
                </a:solidFill>
              </a:defRPr>
            </a:lvl2pPr>
            <a:lvl3pPr marL="539737" indent="-182558">
              <a:lnSpc>
                <a:spcPct val="100000"/>
              </a:lnSpc>
              <a:spcBef>
                <a:spcPts val="600"/>
              </a:spcBef>
              <a:spcAft>
                <a:spcPts val="300"/>
              </a:spcAft>
              <a:buClr>
                <a:schemeClr val="tx1"/>
              </a:buClr>
              <a:buNone/>
              <a:defRPr sz="1867">
                <a:solidFill>
                  <a:schemeClr val="tx1"/>
                </a:solidFill>
              </a:defRPr>
            </a:lvl3pPr>
            <a:lvl4pPr marL="825479" indent="-261931">
              <a:lnSpc>
                <a:spcPct val="100000"/>
              </a:lnSpc>
              <a:spcBef>
                <a:spcPts val="600"/>
              </a:spcBef>
              <a:spcAft>
                <a:spcPts val="0"/>
              </a:spcAft>
              <a:buFont typeface=".AppleSystemUIFont"/>
              <a:buChar char="–"/>
              <a:defRPr sz="1867">
                <a:solidFill>
                  <a:schemeClr val="tx1"/>
                </a:solidFill>
              </a:defRPr>
            </a:lvl4pPr>
            <a:lvl5pPr marL="825479" indent="-285744">
              <a:lnSpc>
                <a:spcPct val="100000"/>
              </a:lnSpc>
              <a:spcBef>
                <a:spcPts val="600"/>
              </a:spcBef>
              <a:buFont typeface="+mj-lt"/>
              <a:buAutoNum type="arabicPeriod"/>
              <a:defRPr sz="1867">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793B6F2A-0A62-4766-A04D-8453BF6AEDA5}"/>
              </a:ext>
            </a:extLst>
          </p:cNvPr>
          <p:cNvSpPr>
            <a:spLocks xmlns:a="http://schemas.openxmlformats.org/drawingml/2006/main" noGrp="1"/>
          </p:cNvSpPr>
          <p:nvPr>
            <p:ph type="sldNum" idx="4"/>
          </p:nvPr>
        </p:nvSpPr>
        <p:spPr>
          <a:xfrm xmlns:a="http://schemas.openxmlformats.org/drawingml/2006/main">
            <a:off x="11138161" y="284019"/>
            <a:ext cx="629156"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67" b="1">
                <a:solidFill>
                  <a:schemeClr val="accent1"/>
                </a:solidFill>
              </a:defRPr>
            </a:lvl1pPr>
          </a:lstStyle>
          <a:p xmlns:a="http://schemas.openxmlformats.org/drawingml/2006/main">
            <a:fld id="{E32CA18A-09E8-B346-9D1F-8EB2C340C7E4}" type="slidenum">
              <a:t>‹#›</a:t>
            </a:fld>
            <a:endParaRPr/>
          </a:p>
        </p:txBody>
      </p:sp>
      <p:sp>
        <p:nvSpPr>
          <p:cNvPr id="7" name="Footer Placeholder 4">
            <a:extLst xmlns:a="http://schemas.openxmlformats.org/drawingml/2006/main">
              <a:ext uri="{FF2B5EF4-FFF2-40B4-BE49-F238E27FC236}">
                <a16:creationId xmlns:a16="http://schemas.microsoft.com/office/drawing/2014/main" id="{DBFE7B1A-0EC8-4DA1-B05C-E79E66C62113}"/>
              </a:ext>
            </a:extLst>
          </p:cNvPr>
          <p:cNvSpPr>
            <a:spLocks xmlns:a="http://schemas.openxmlformats.org/drawingml/2006/main" noGrp="1"/>
          </p:cNvSpPr>
          <p:nvPr>
            <p:ph type="ftr" idx="3"/>
          </p:nvPr>
        </p:nvSpPr>
        <p:spPr>
          <a:xfrm xmlns:a="http://schemas.openxmlformats.org/drawingml/2006/main">
            <a:off x="521001" y="298197"/>
            <a:ext cx="7550411" cy="327823"/>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933">
                <a:solidFill>
                  <a:schemeClr val="accent1"/>
                </a:solidFill>
              </a:defRPr>
            </a:lvl1pPr>
          </a:lstStyle>
          <a:p xmlns:a="http://schemas.openxmlformats.org/drawingml/2006/main">
            <a:endParaRPr/>
          </a:p>
        </p:txBody>
      </p:sp>
      <p:sp>
        <p:nvSpPr>
          <p:cNvPr id="8" name="Text Placeholder 2">
            <a:extLst xmlns:a="http://schemas.openxmlformats.org/drawingml/2006/main">
              <a:ext uri="{FF2B5EF4-FFF2-40B4-BE49-F238E27FC236}">
                <a16:creationId xmlns:a16="http://schemas.microsoft.com/office/drawing/2014/main" id="{83967D83-F901-40AE-A82C-03A66FEBB59C}"/>
              </a:ext>
            </a:extLst>
          </p:cNvPr>
          <p:cNvSpPr>
            <a:spLocks xmlns:a="http://schemas.openxmlformats.org/drawingml/2006/main" noGrp="1"/>
          </p:cNvSpPr>
          <p:nvPr>
            <p:ph type="body" idx="1"/>
          </p:nvPr>
        </p:nvSpPr>
        <p:spPr>
          <a:xfrm xmlns:a="http://schemas.openxmlformats.org/drawingml/2006/main">
            <a:off x="663842" y="1417566"/>
            <a:ext cx="10474317" cy="384740"/>
          </a:xfrm>
        </p:spPr>
        <p:txBody>
          <a:bodyPr xmlns:a="http://schemas.openxmlformats.org/drawingml/2006/main" lIns="0" anchor="t">
            <a:noAutofit/>
          </a:bodyPr>
          <a:lstStyle xmlns:a="http://schemas.openxmlformats.org/drawingml/2006/main">
            <a:lvl1pPr marL="0" indent="0">
              <a:buNone/>
              <a:defRPr sz="1600" b="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xmlns:a="http://schemas.openxmlformats.org/drawingml/2006/main">
            <a:pPr lvl="0">
              <a:buNone/>
            </a:pPr>
            <a:r>
              <a:t>Click to edit Master text styles</a:t>
            </a:r>
          </a:p>
        </p:txBody>
      </p:sp>
    </p:spTree>
  </p:cSld>
</p:sldLayout>
</file>

<file path=ppt/slideLayouts/slideLayout31.xml><?xml version="1.0" encoding="utf-8"?>
<p:sldLayout xmlns:p="http://schemas.openxmlformats.org/presentationml/2006/main" type="obj">
  <p:cSld name="Title and Content">
    <p:spTree>
      <p:nvGrpSpPr>
        <p:cNvPr id="1" name=""/>
        <p:cNvGrpSpPr/>
        <p:nvPr/>
      </p:nvGrpSpPr>
      <p:grpSpPr>
        <a:xfrm xmlns:a="http://schemas.openxmlformats.org/drawingml/2006/main"/>
      </p:grpSpPr>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c153d599fac2484b"/>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BD582CA-F036-4E7F-826D-992834B97E0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b="0">
                <a:solidFill>
                  <a:srgbClr val="8CB7C7"/>
                </a:solidFill>
              </a:defRPr>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8D6A107-1C17-4145-A459-5F3A89E1679F}"/>
              </a:ext>
            </a:extLst>
          </p:cNvPr>
          <p:cNvSpPr>
            <a:spLocks xmlns:a="http://schemas.openxmlformats.org/drawingml/2006/main" noGrp="1"/>
          </p:cNvSpPr>
          <p:nvPr>
            <p:ph idx="1"/>
          </p:nvPr>
        </p:nvSpPr>
        <p:spPr/>
        <p:txBody>
          <a:bodyPr xmlns:a="http://schemas.openxmlformats.org/drawingml/2006/main"/>
          <a:lstStyle xmlns:a="http://schemas.openxmlformats.org/drawingml/2006/main">
            <a:lvl2pPr>
              <a:buNone/>
              <a:defRPr b="0">
                <a:latin typeface="+mj-lt"/>
                <a:ea typeface="+mj-lt"/>
                <a:cs typeface="+mj-lt"/>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9" name="Footer Placeholder 4">
            <a:extLst xmlns:a="http://schemas.openxmlformats.org/drawingml/2006/main">
              <a:ext uri="{FF2B5EF4-FFF2-40B4-BE49-F238E27FC236}">
                <a16:creationId xmlns:a16="http://schemas.microsoft.com/office/drawing/2014/main" id="{1B553D3D-CB33-40D7-BE26-4064BB8EF2D0}"/>
              </a:ext>
            </a:extLst>
          </p:cNvPr>
          <p:cNvSpPr>
            <a:spLocks xmlns:a="http://schemas.openxmlformats.org/drawingml/2006/main" noGrp="1"/>
          </p:cNvSpPr>
          <p:nvPr>
            <p:ph type="ftr" idx="11"/>
          </p:nvPr>
        </p:nvSpPr>
        <p:spPr>
          <a:xfrm xmlns:a="http://schemas.openxmlformats.org/drawingml/2006/main">
            <a:off x="7975600" y="6576729"/>
            <a:ext cx="3860800" cy="207364"/>
          </a:xfrm>
        </p:spPr>
        <p:txBody>
          <a:bodyPr xmlns:a="http://schemas.openxmlformats.org/drawingml/2006/main" anchor="ctr"/>
          <a:lstStyle xmlns:a="http://schemas.openxmlformats.org/drawingml/2006/main">
            <a:lvl1pPr>
              <a:buNone/>
              <a:defRPr sz="1200"/>
            </a:lvl1pPr>
          </a:lstStyle>
          <a:p xmlns:a="http://schemas.openxmlformats.org/drawingml/2006/main">
            <a:r>
              <a:t>utscic.edu.au</a:t>
            </a:r>
          </a:p>
        </p:txBody>
      </p:sp>
    </p:spTree>
  </p:cSld>
</p:sldLayout>
</file>

<file path=ppt/slideLayouts/slideLayout3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33.xml><?xml version="1.0" encoding="utf-8"?>
<p:sldLayout xmlns:p="http://schemas.openxmlformats.org/presentationml/2006/main" matchingName="Title and body">
  <p:cSld name="Title and body">
    <p:spTree>
      <p:nvGrpSpPr>
        <p:cNvPr id="1" name=""/>
        <p:cNvGrpSpPr/>
        <p:nvPr/>
      </p:nvGrpSpPr>
      <p:grpSpPr>
        <a:xfrm xmlns:a="http://schemas.openxmlformats.org/drawingml/2006/main"/>
      </p:grpSpPr>
      <p:sp>
        <p:nvSpPr>
          <p:cNvPr id="19" name="Google Shape;19;p4">
            <a:extLst xmlns:a="http://schemas.openxmlformats.org/drawingml/2006/main">
              <a:ext uri="{FF2B5EF4-FFF2-40B4-BE49-F238E27FC236}">
                <a16:creationId xmlns:a16="http://schemas.microsoft.com/office/drawing/2014/main" id="{ACA34AB7-1B6B-4F9D-B875-CCE36896BE2D}"/>
              </a:ext>
            </a:extLst>
          </p:cNvPr>
          <p:cNvSpPr>
            <a:spLocks xmlns:a="http://schemas.openxmlformats.org/drawingml/2006/main" noGrp="1"/>
          </p:cNvSpPr>
          <p:nvPr>
            <p:ph type="title" idx="0"/>
          </p:nvPr>
        </p:nvSpPr>
        <p:spPr>
          <a:xfrm xmlns:a="http://schemas.openxmlformats.org/drawingml/2006/main">
            <a:off x="415600" y="593367"/>
            <a:ext cx="11360800" cy="763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Font typeface="Montserrat"/>
              <a:buNone/>
              <a:defRPr>
                <a:latin typeface="Montserrat"/>
                <a:ea typeface="Montserrat"/>
                <a:cs typeface="Montserrat"/>
              </a:defRPr>
            </a:lvl1pPr>
            <a:lvl2pPr>
              <a:spcBef>
                <a:spcPts val="0"/>
              </a:spcBef>
              <a:spcAft>
                <a:spcPts val="0"/>
              </a:spcAft>
              <a:buSzPts val="2800"/>
              <a:buFont typeface="Montserrat"/>
              <a:buNone/>
              <a:defRPr>
                <a:latin typeface="Montserrat"/>
                <a:ea typeface="Montserrat"/>
                <a:cs typeface="Montserrat"/>
              </a:defRPr>
            </a:lvl2pPr>
            <a:lvl3pPr>
              <a:spcBef>
                <a:spcPts val="0"/>
              </a:spcBef>
              <a:spcAft>
                <a:spcPts val="0"/>
              </a:spcAft>
              <a:buSzPts val="2800"/>
              <a:buFont typeface="Montserrat"/>
              <a:buNone/>
              <a:defRPr>
                <a:latin typeface="Montserrat"/>
                <a:ea typeface="Montserrat"/>
                <a:cs typeface="Montserrat"/>
              </a:defRPr>
            </a:lvl3pPr>
            <a:lvl4pPr>
              <a:spcBef>
                <a:spcPts val="0"/>
              </a:spcBef>
              <a:spcAft>
                <a:spcPts val="0"/>
              </a:spcAft>
              <a:buSzPts val="2800"/>
              <a:buFont typeface="Montserrat"/>
              <a:buNone/>
              <a:defRPr>
                <a:latin typeface="Montserrat"/>
                <a:ea typeface="Montserrat"/>
                <a:cs typeface="Montserrat"/>
              </a:defRPr>
            </a:lvl4pPr>
            <a:lvl5pPr>
              <a:spcBef>
                <a:spcPts val="0"/>
              </a:spcBef>
              <a:spcAft>
                <a:spcPts val="0"/>
              </a:spcAft>
              <a:buSzPts val="2800"/>
              <a:buFont typeface="Montserrat"/>
              <a:buNone/>
              <a:defRPr>
                <a:latin typeface="Montserrat"/>
                <a:ea typeface="Montserrat"/>
                <a:cs typeface="Montserrat"/>
              </a:defRPr>
            </a:lvl5pPr>
            <a:lvl6pPr>
              <a:spcBef>
                <a:spcPts val="0"/>
              </a:spcBef>
              <a:spcAft>
                <a:spcPts val="0"/>
              </a:spcAft>
              <a:buSzPts val="2800"/>
              <a:buFont typeface="Montserrat"/>
              <a:buNone/>
              <a:defRPr>
                <a:latin typeface="Montserrat"/>
                <a:ea typeface="Montserrat"/>
                <a:cs typeface="Montserrat"/>
              </a:defRPr>
            </a:lvl6pPr>
            <a:lvl7pPr>
              <a:spcBef>
                <a:spcPts val="0"/>
              </a:spcBef>
              <a:spcAft>
                <a:spcPts val="0"/>
              </a:spcAft>
              <a:buSzPts val="2800"/>
              <a:buFont typeface="Montserrat"/>
              <a:buNone/>
              <a:defRPr>
                <a:latin typeface="Montserrat"/>
                <a:ea typeface="Montserrat"/>
                <a:cs typeface="Montserrat"/>
              </a:defRPr>
            </a:lvl7pPr>
            <a:lvl8pPr>
              <a:spcBef>
                <a:spcPts val="0"/>
              </a:spcBef>
              <a:spcAft>
                <a:spcPts val="0"/>
              </a:spcAft>
              <a:buSzPts val="2800"/>
              <a:buFont typeface="Montserrat"/>
              <a:buNone/>
              <a:defRPr>
                <a:latin typeface="Montserrat"/>
                <a:ea typeface="Montserrat"/>
                <a:cs typeface="Montserrat"/>
              </a:defRPr>
            </a:lvl8pPr>
            <a:lvl9pPr>
              <a:spcBef>
                <a:spcPts val="0"/>
              </a:spcBef>
              <a:spcAft>
                <a:spcPts val="0"/>
              </a:spcAft>
              <a:buSzPts val="2800"/>
              <a:buFont typeface="Montserrat"/>
              <a:buNone/>
              <a:defRPr>
                <a:latin typeface="Montserrat"/>
                <a:ea typeface="Montserrat"/>
                <a:cs typeface="Montserrat"/>
              </a:defRPr>
            </a:lvl9pPr>
          </a:lstStyle>
          <a:p xmlns:a="http://schemas.openxmlformats.org/drawingml/2006/main">
            <a:endParaRPr/>
          </a:p>
        </p:txBody>
      </p:sp>
      <p:sp>
        <p:nvSpPr>
          <p:cNvPr id="20" name="Google Shape;20;p4">
            <a:extLst xmlns:a="http://schemas.openxmlformats.org/drawingml/2006/main">
              <a:ext uri="{FF2B5EF4-FFF2-40B4-BE49-F238E27FC236}">
                <a16:creationId xmlns:a16="http://schemas.microsoft.com/office/drawing/2014/main" id="{47917312-2152-4AD7-B72C-E568C658D216}"/>
              </a:ext>
            </a:extLst>
          </p:cNvPr>
          <p:cNvSpPr>
            <a:spLocks xmlns:a="http://schemas.openxmlformats.org/drawingml/2006/main" noGrp="1"/>
          </p:cNvSpPr>
          <p:nvPr>
            <p:ph type="body" idx="1"/>
          </p:nvPr>
        </p:nvSpPr>
        <p:spPr>
          <a:xfrm xmlns:a="http://schemas.openxmlformats.org/drawingml/2006/main">
            <a:off x="415600" y="1536633"/>
            <a:ext cx="11360800" cy="455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609585" indent="-457189">
              <a:spcBef>
                <a:spcPts val="0"/>
              </a:spcBef>
              <a:spcAft>
                <a:spcPts val="0"/>
              </a:spcAft>
              <a:buSzPts val="1800"/>
              <a:buFont typeface="Montserrat"/>
              <a:buChar char="●"/>
              <a:defRPr>
                <a:latin typeface="Montserrat"/>
                <a:ea typeface="Montserrat"/>
                <a:cs typeface="Montserrat"/>
              </a:defRPr>
            </a:lvl1pPr>
            <a:lvl2pPr marL="1219170" indent="-423323">
              <a:spcBef>
                <a:spcPts val="0"/>
              </a:spcBef>
              <a:spcAft>
                <a:spcPts val="0"/>
              </a:spcAft>
              <a:buSzPts val="1400"/>
              <a:buFont typeface="Montserrat"/>
              <a:buChar char="○"/>
              <a:defRPr>
                <a:latin typeface="Montserrat"/>
                <a:ea typeface="Montserrat"/>
                <a:cs typeface="Montserrat"/>
              </a:defRPr>
            </a:lvl2pPr>
            <a:lvl3pPr marL="1828754" indent="-423323">
              <a:spcBef>
                <a:spcPts val="0"/>
              </a:spcBef>
              <a:spcAft>
                <a:spcPts val="0"/>
              </a:spcAft>
              <a:buSzPts val="1400"/>
              <a:buFont typeface="Montserrat"/>
              <a:buChar char="■"/>
              <a:defRPr>
                <a:latin typeface="Montserrat"/>
                <a:ea typeface="Montserrat"/>
                <a:cs typeface="Montserrat"/>
              </a:defRPr>
            </a:lvl3pPr>
            <a:lvl4pPr marL="2438339" indent="-423323">
              <a:spcBef>
                <a:spcPts val="0"/>
              </a:spcBef>
              <a:spcAft>
                <a:spcPts val="0"/>
              </a:spcAft>
              <a:buSzPts val="1400"/>
              <a:buFont typeface="Montserrat"/>
              <a:buChar char="●"/>
              <a:defRPr>
                <a:latin typeface="Montserrat"/>
                <a:ea typeface="Montserrat"/>
                <a:cs typeface="Montserrat"/>
              </a:defRPr>
            </a:lvl4pPr>
            <a:lvl5pPr marL="3047924" indent="-423323">
              <a:spcBef>
                <a:spcPts val="0"/>
              </a:spcBef>
              <a:spcAft>
                <a:spcPts val="0"/>
              </a:spcAft>
              <a:buSzPts val="1400"/>
              <a:buFont typeface="Montserrat"/>
              <a:buChar char="○"/>
              <a:defRPr>
                <a:latin typeface="Montserrat"/>
                <a:ea typeface="Montserrat"/>
                <a:cs typeface="Montserrat"/>
              </a:defRPr>
            </a:lvl5pPr>
            <a:lvl6pPr marL="3657509" indent="-423323">
              <a:spcBef>
                <a:spcPts val="0"/>
              </a:spcBef>
              <a:spcAft>
                <a:spcPts val="0"/>
              </a:spcAft>
              <a:buSzPts val="1400"/>
              <a:buFont typeface="Montserrat"/>
              <a:buChar char="■"/>
              <a:defRPr>
                <a:latin typeface="Montserrat"/>
                <a:ea typeface="Montserrat"/>
                <a:cs typeface="Montserrat"/>
              </a:defRPr>
            </a:lvl6pPr>
            <a:lvl7pPr marL="4267093" indent="-423323">
              <a:spcBef>
                <a:spcPts val="0"/>
              </a:spcBef>
              <a:spcAft>
                <a:spcPts val="0"/>
              </a:spcAft>
              <a:buSzPts val="1400"/>
              <a:buFont typeface="Montserrat"/>
              <a:buChar char="●"/>
              <a:defRPr>
                <a:latin typeface="Montserrat"/>
                <a:ea typeface="Montserrat"/>
                <a:cs typeface="Montserrat"/>
              </a:defRPr>
            </a:lvl7pPr>
            <a:lvl8pPr marL="4876678" indent="-423323">
              <a:spcBef>
                <a:spcPts val="0"/>
              </a:spcBef>
              <a:spcAft>
                <a:spcPts val="0"/>
              </a:spcAft>
              <a:buSzPts val="1400"/>
              <a:buFont typeface="Montserrat"/>
              <a:buChar char="○"/>
              <a:defRPr>
                <a:latin typeface="Montserrat"/>
                <a:ea typeface="Montserrat"/>
                <a:cs typeface="Montserrat"/>
              </a:defRPr>
            </a:lvl8pPr>
            <a:lvl9pPr marL="5486263" indent="-423323">
              <a:spcBef>
                <a:spcPts val="0"/>
              </a:spcBef>
              <a:spcAft>
                <a:spcPts val="0"/>
              </a:spcAft>
              <a:buSzPts val="1400"/>
              <a:buFont typeface="Montserrat"/>
              <a:buChar char="■"/>
              <a:defRPr>
                <a:latin typeface="Montserrat"/>
                <a:ea typeface="Montserrat"/>
                <a:cs typeface="Montserrat"/>
              </a:defRPr>
            </a:lvl9pPr>
          </a:lstStyle>
          <a:p xmlns:a="http://schemas.openxmlformats.org/drawingml/2006/main">
            <a:endParaRPr/>
          </a:p>
        </p:txBody>
      </p:sp>
      <p:sp>
        <p:nvSpPr>
          <p:cNvPr id="21" name="Google Shape;21;p4">
            <a:extLst xmlns:a="http://schemas.openxmlformats.org/drawingml/2006/main">
              <a:ext uri="{FF2B5EF4-FFF2-40B4-BE49-F238E27FC236}">
                <a16:creationId xmlns:a16="http://schemas.microsoft.com/office/drawing/2014/main" id="{7ADB7DC6-31B7-4807-9ECE-6126AAD7382A}"/>
              </a:ext>
            </a:extLst>
          </p:cNvPr>
          <p:cNvSpPr>
            <a:spLocks xmlns:a="http://schemas.openxmlformats.org/drawingml/2006/main" noGrp="1"/>
          </p:cNvSpPr>
          <p:nvPr>
            <p:ph type="sldNum" idx="12"/>
          </p:nvPr>
        </p:nvSpPr>
        <p:spPr>
          <a:xfrm xmlns:a="http://schemas.openxmlformats.org/drawingml/2006/main">
            <a:off x="11296611" y="6217623"/>
            <a:ext cx="731600" cy="524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fld id="{00000000-1234-1234-1234-123412341234}" type="slidenum">
              <a:t>‹#›</a:t>
            </a:fld>
            <a:endParaRPr/>
          </a:p>
        </p:txBody>
      </p:sp>
      <p:pic>
        <p:nvPicPr>
          <p:cNvPr id="26" name="Google Shape;22;p4"/>
          <p:cNvPicPr>
            <a:picLocks xmlns:a="http://schemas.openxmlformats.org/drawingml/2006/main" noChangeAspect="1"/>
          </p:cNvPicPr>
          <p:nvPr/>
        </p:nvPicPr>
        <p:blipFill rotWithShape="1">
          <a:blip xmlns:r="http://schemas.openxmlformats.org/officeDocument/2006/relationships" xmlns:a="http://schemas.openxmlformats.org/drawingml/2006/main" r:embed="R3bd9d864bea94551">
            <a:alphaModFix amt="24000"/>
          </a:blip>
          <a:srcRect xmlns:a="http://schemas.openxmlformats.org/drawingml/2006/main" l="0" t="0" r="0" b="93593"/>
          <a:stretch xmlns:a="http://schemas.openxmlformats.org/drawingml/2006/main"/>
        </p:blipFill>
        <p:spPr>
          <a:xfrm xmlns:a="http://schemas.openxmlformats.org/drawingml/2006/main">
            <a:off x="1" y="6594464"/>
            <a:ext cx="12192004" cy="263533"/>
          </a:xfrm>
          <a:prstGeom xmlns:a="http://schemas.openxmlformats.org/drawingml/2006/main" prst="rect">
            <a:avLst/>
          </a:prstGeom>
          <a:ln xmlns:a="http://schemas.openxmlformats.org/drawingml/2006/main">
            <a:noFill/>
          </a:ln>
        </p:spPr>
      </p:pic>
    </p:spTree>
  </p:cSld>
</p:sldLayout>
</file>

<file path=ppt/slideLayouts/slideLayout34.xml><?xml version="1.0" encoding="utf-8"?>
<p:sldLayout xmlns:p="http://schemas.openxmlformats.org/presentationml/2006/main" userDrawn="1">
  <p:cSld name="5_Layout 4">
    <p:bg>
      <p:bgRef idx="1001">
        <a:schemeClr xmlns:a="http://schemas.openxmlformats.org/drawingml/2006/main" val="bg1"/>
      </p:bgRef>
    </p:bg>
    <p:spTree>
      <p:nvGrpSpPr>
        <p:cNvPr id="1" name=""/>
        <p:cNvGrpSpPr/>
        <p:nvPr/>
      </p:nvGrpSpPr>
      <p:grpSpPr>
        <a:xfrm xmlns:a="http://schemas.openxmlformats.org/drawingml/2006/main"/>
      </p:grpSpPr>
      <p:sp>
        <p:nvSpPr>
          <p:cNvPr id="12" name="Title 1">
            <a:extLst xmlns:a="http://schemas.openxmlformats.org/drawingml/2006/main">
              <a:ext uri="{FF2B5EF4-FFF2-40B4-BE49-F238E27FC236}">
                <a16:creationId xmlns:a16="http://schemas.microsoft.com/office/drawing/2014/main" id="{1E0ADE0A-0058-F840-B5C2-8007274D77F5}"/>
              </a:ext>
            </a:extLst>
          </p:cNvPr>
          <p:cNvSpPr>
            <a:spLocks xmlns:a="http://schemas.openxmlformats.org/drawingml/2006/main" noGrp="1"/>
          </p:cNvSpPr>
          <p:nvPr>
            <p:ph type="title" idx="0" hasCustomPrompt="1"/>
          </p:nvPr>
        </p:nvSpPr>
        <p:spPr>
          <a:xfrm xmlns:a="http://schemas.openxmlformats.org/drawingml/2006/main">
            <a:off x="627853" y="589217"/>
            <a:ext cx="10326659" cy="467227"/>
          </a:xfrm>
        </p:spPr>
        <p:txBody>
          <a:bodyPr xmlns:a="http://schemas.openxmlformats.org/drawingml/2006/main" anchor="b"/>
          <a:lstStyle xmlns:a="http://schemas.openxmlformats.org/drawingml/2006/main">
            <a:lvl1pPr>
              <a:buNone/>
              <a:defRPr sz="2400" b="1">
                <a:solidFill>
                  <a:schemeClr val="accent1"/>
                </a:solidFill>
              </a:defRPr>
            </a:lvl1pPr>
          </a:lstStyle>
          <a:p xmlns:a="http://schemas.openxmlformats.org/drawingml/2006/main">
            <a:r>
              <a:t>Heading</a:t>
            </a:r>
          </a:p>
        </p:txBody>
      </p:sp>
      <p:sp>
        <p:nvSpPr>
          <p:cNvPr id="9" name="Text Placeholder 2">
            <a:extLst xmlns:a="http://schemas.openxmlformats.org/drawingml/2006/main">
              <a:ext uri="{FF2B5EF4-FFF2-40B4-BE49-F238E27FC236}">
                <a16:creationId xmlns:a16="http://schemas.microsoft.com/office/drawing/2014/main" id="{1B0CD470-0980-9846-9280-4B88DEA185B2}"/>
              </a:ext>
            </a:extLst>
          </p:cNvPr>
          <p:cNvSpPr>
            <a:spLocks xmlns:a="http://schemas.openxmlformats.org/drawingml/2006/main" noGrp="1"/>
          </p:cNvSpPr>
          <p:nvPr>
            <p:ph type="body" idx="1" hasCustomPrompt="1"/>
          </p:nvPr>
        </p:nvSpPr>
        <p:spPr>
          <a:xfrm xmlns:a="http://schemas.openxmlformats.org/drawingml/2006/main">
            <a:off x="636265" y="1137921"/>
            <a:ext cx="10326659" cy="589219"/>
          </a:xfrm>
        </p:spPr>
        <p:txBody>
          <a:bodyPr xmlns:a="http://schemas.openxmlformats.org/drawingml/2006/main" anchor="t"/>
          <a:lstStyle xmlns:a="http://schemas.openxmlformats.org/drawingml/2006/main">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xmlns:a="http://schemas.openxmlformats.org/drawingml/2006/main">
            <a:pPr lvl="0">
              <a:buNone/>
            </a:pPr>
            <a:r>
              <a:t>Subheading</a:t>
            </a:r>
          </a:p>
        </p:txBody>
      </p:sp>
      <p:pic>
        <p:nvPicPr>
          <p:cNvPr id="17" name="Picture 5"/>
          <p:cNvPicPr>
            <a:picLocks xmlns:a="http://schemas.openxmlformats.org/drawingml/2006/main" noChangeAspect="1"/>
          </p:cNvPicPr>
          <p:nvPr/>
        </p:nvPicPr>
        <p:blipFill>
          <a:blip xmlns:r="http://schemas.openxmlformats.org/officeDocument/2006/relationships" xmlns:a="http://schemas.openxmlformats.org/drawingml/2006/main" r:embed="Rb535af13f5eb4e6f"/>
          <a:stretch xmlns:a="http://schemas.openxmlformats.org/drawingml/2006/main">
            <a:fillRect l="0" t="0" r="0" b="0"/>
          </a:stretch>
        </p:blipFill>
        <p:spPr>
          <a:xfrm xmlns:a="http://schemas.openxmlformats.org/drawingml/2006/main">
            <a:off x="716479" y="6122500"/>
            <a:ext cx="10756143" cy="406659"/>
          </a:xfrm>
          <a:prstGeom xmlns:a="http://schemas.openxmlformats.org/drawingml/2006/main" prst="rect">
            <a:avLst/>
          </a:prstGeom>
        </p:spPr>
      </p:pic>
      <p:pic>
        <p:nvPicPr>
          <p:cNvPr id="18" name="Picture 13"/>
          <p:cNvPicPr>
            <a:picLocks xmlns:a="http://schemas.openxmlformats.org/drawingml/2006/main" noChangeAspect="1"/>
          </p:cNvPicPr>
          <p:nvPr/>
        </p:nvPicPr>
        <p:blipFill>
          <a:blip xmlns:r="http://schemas.openxmlformats.org/officeDocument/2006/relationships" xmlns:a="http://schemas.openxmlformats.org/drawingml/2006/main" r:embed="Rc85624cd5d634e65"/>
          <a:stretch xmlns:a="http://schemas.openxmlformats.org/drawingml/2006/main">
            <a:fillRect l="0" t="0" r="0" b="0"/>
          </a:stretch>
        </p:blipFill>
        <p:spPr>
          <a:xfrm xmlns:a="http://schemas.openxmlformats.org/drawingml/2006/main">
            <a:off x="860288" y="6188125"/>
            <a:ext cx="663137" cy="282187"/>
          </a:xfrm>
          <a:prstGeom xmlns:a="http://schemas.openxmlformats.org/drawingml/2006/main" prst="rect">
            <a:avLst/>
          </a:prstGeom>
        </p:spPr>
      </p:pic>
    </p:spTree>
  </p:cSld>
</p:sldLayout>
</file>

<file path=ppt/slideLayouts/slideLayout35.xml><?xml version="1.0" encoding="utf-8"?>
<p:sldLayout xmlns:p="http://schemas.openxmlformats.org/presentationml/2006/main" userDrawn="1">
  <p:cSld name="Title and large text">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81122B-02C3-4190-88DE-D187E07BAF3F}"/>
              </a:ext>
            </a:extLst>
          </p:cNvPr>
          <p:cNvSpPr>
            <a:spLocks xmlns:a="http://schemas.openxmlformats.org/drawingml/2006/main" noGrp="1"/>
          </p:cNvSpPr>
          <p:nvPr>
            <p:ph type="ctrTitle" idx="0"/>
          </p:nvPr>
        </p:nvSpPr>
        <p:spPr>
          <a:xfrm xmlns:a="http://schemas.openxmlformats.org/drawingml/2006/main">
            <a:off x="939891" y="1115311"/>
            <a:ext cx="5224224" cy="1046440"/>
          </a:xfrm>
        </p:spPr>
        <p:txBody>
          <a:bodyPr xmlns:a="http://schemas.openxmlformats.org/drawingml/2006/main" lIns="0" tIns="0" rIns="0" bIns="0" anchor="t">
            <a:noAutofit/>
          </a:bodyPr>
          <a:lstStyle xmlns:a="http://schemas.openxmlformats.org/drawingml/2006/main">
            <a:lvl1pPr marL="0" indent="0" algn="l">
              <a:lnSpc>
                <a:spcPts val="3409"/>
              </a:lnSpc>
              <a:buNone/>
              <a:tabLst>
                <a:tab pos="945620" algn="l"/>
                <a:tab pos="1397616" algn="l"/>
              </a:tabLst>
              <a:defRPr sz="2888">
                <a:solidFill>
                  <a:schemeClr val="accent1"/>
                </a:solidFill>
              </a:defRPr>
            </a:lvl1pPr>
          </a:lstStyle>
          <a:p xmlns:a="http://schemas.openxmlformats.org/drawingml/2006/main">
            <a:r>
              <a:t>Click to edit Master title style</a:t>
            </a:r>
          </a:p>
        </p:txBody>
      </p:sp>
      <p:sp>
        <p:nvSpPr>
          <p:cNvPr id="162" name="Text Placeholder 5">
            <a:extLst xmlns:a="http://schemas.openxmlformats.org/drawingml/2006/main">
              <a:ext uri="{FF2B5EF4-FFF2-40B4-BE49-F238E27FC236}">
                <a16:creationId xmlns:a16="http://schemas.microsoft.com/office/drawing/2014/main" id="{F09116D0-C2FF-47C6-95B8-93510357E8A4}"/>
              </a:ext>
            </a:extLst>
          </p:cNvPr>
          <p:cNvSpPr>
            <a:spLocks xmlns:a="http://schemas.openxmlformats.org/drawingml/2006/main" noGrp="1"/>
          </p:cNvSpPr>
          <p:nvPr>
            <p:ph type="body" idx="12"/>
          </p:nvPr>
        </p:nvSpPr>
        <p:spPr>
          <a:xfrm xmlns:a="http://schemas.openxmlformats.org/drawingml/2006/main">
            <a:off x="616685" y="2317368"/>
            <a:ext cx="10926503" cy="2915117"/>
          </a:xfrm>
        </p:spPr>
        <p:txBody>
          <a:bodyPr xmlns:a="http://schemas.openxmlformats.org/drawingml/2006/main" lIns="0" tIns="0" rIns="0" bIns="0">
            <a:noAutofit/>
          </a:bodyPr>
          <a:lstStyle xmlns:a="http://schemas.openxmlformats.org/drawingml/2006/main">
            <a:lvl1pPr marL="255734" indent="0">
              <a:lnSpc>
                <a:spcPct val="100000"/>
              </a:lnSpc>
              <a:spcBef>
                <a:spcPts val="1399"/>
              </a:spcBef>
              <a:spcAft>
                <a:spcPts val="224"/>
              </a:spcAft>
              <a:buNone/>
              <a:defRPr sz="1575">
                <a:solidFill>
                  <a:schemeClr val="tx1"/>
                </a:solidFill>
              </a:defRPr>
            </a:lvl1pPr>
            <a:lvl2pPr marL="237893" indent="-237893">
              <a:lnSpc>
                <a:spcPct val="100000"/>
              </a:lnSpc>
              <a:spcBef>
                <a:spcPts val="1399"/>
              </a:spcBef>
              <a:spcAft>
                <a:spcPts val="224"/>
              </a:spcAft>
              <a:buClr>
                <a:schemeClr val="accent1"/>
              </a:buClr>
              <a:buFont typeface="Arial"/>
              <a:buChar char="•"/>
              <a:defRPr sz="1575">
                <a:solidFill>
                  <a:schemeClr val="tx1"/>
                </a:solidFill>
              </a:defRPr>
            </a:lvl2pPr>
            <a:lvl3pPr marL="404417" indent="-136787">
              <a:lnSpc>
                <a:spcPct val="100000"/>
              </a:lnSpc>
              <a:spcBef>
                <a:spcPts val="1399"/>
              </a:spcBef>
              <a:spcAft>
                <a:spcPts val="224"/>
              </a:spcAft>
              <a:buClr>
                <a:schemeClr val="tx1"/>
              </a:buClr>
              <a:buNone/>
              <a:defRPr sz="1575">
                <a:solidFill>
                  <a:schemeClr val="tx1"/>
                </a:solidFill>
              </a:defRPr>
            </a:lvl3pPr>
            <a:lvl4pPr marL="705682" indent="-293514">
              <a:lnSpc>
                <a:spcPct val="100000"/>
              </a:lnSpc>
              <a:spcBef>
                <a:spcPts val="1399"/>
              </a:spcBef>
              <a:spcAft>
                <a:spcPts val="0"/>
              </a:spcAft>
              <a:buFont typeface=".AppleSystemUIFont"/>
              <a:buChar char="–"/>
              <a:defRPr sz="1575">
                <a:solidFill>
                  <a:schemeClr val="tx1"/>
                </a:solidFill>
              </a:defRPr>
            </a:lvl4pPr>
            <a:lvl5pPr marL="705682" indent="-293514">
              <a:lnSpc>
                <a:spcPct val="100000"/>
              </a:lnSpc>
              <a:spcBef>
                <a:spcPts val="1399"/>
              </a:spcBef>
              <a:buFont typeface="+mj-lt"/>
              <a:buAutoNum type="arabicPeriod"/>
              <a:defRPr sz="1575">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66" name="Rounded Rectangle 265">
            <a:extLst xmlns:a="http://schemas.openxmlformats.org/drawingml/2006/main">
              <a:ext uri="{FF2B5EF4-FFF2-40B4-BE49-F238E27FC236}">
                <a16:creationId xmlns:a16="http://schemas.microsoft.com/office/drawing/2014/main" id="{2EAC5C6E-60C7-4F98-A88C-518E07FF17C6}"/>
              </a:ext>
            </a:extLst>
          </p:cNvPr>
          <p:cNvSpPr>
            <a:spLocks xmlns:a="http://schemas.openxmlformats.org/drawingml/2006/main" noGrp="1"/>
          </p:cNvSpPr>
          <p:nvPr/>
        </p:nvSpPr>
        <p:spPr>
          <a:xfrm xmlns:a="http://schemas.openxmlformats.org/drawingml/2006/main">
            <a:off x="613401" y="477443"/>
            <a:ext cx="11045088" cy="230051"/>
          </a:xfrm>
          <a:prstGeom xmlns:a="http://schemas.openxmlformats.org/drawingml/2006/main" prst="roundRect">
            <a:avLst>
              <a:gd name="adj" fmla="val 50000"/>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863"/>
          </a:p>
        </p:txBody>
      </p:sp>
      <p:sp>
        <p:nvSpPr>
          <p:cNvPr id="208" name="Footer Placeholder 4">
            <a:extLst xmlns:a="http://schemas.openxmlformats.org/drawingml/2006/main">
              <a:ext uri="{FF2B5EF4-FFF2-40B4-BE49-F238E27FC236}">
                <a16:creationId xmlns:a16="http://schemas.microsoft.com/office/drawing/2014/main" id="{B51CBA6C-F30B-42BA-B7D8-EDA16A79FF61}"/>
              </a:ext>
            </a:extLst>
          </p:cNvPr>
          <p:cNvSpPr>
            <a:spLocks xmlns:a="http://schemas.openxmlformats.org/drawingml/2006/main" noGrp="1"/>
          </p:cNvSpPr>
          <p:nvPr>
            <p:ph type="ftr" idx="3"/>
          </p:nvPr>
        </p:nvSpPr>
        <p:spPr>
          <a:xfrm xmlns:a="http://schemas.openxmlformats.org/drawingml/2006/main">
            <a:off x="763315" y="430886"/>
            <a:ext cx="10175620" cy="32316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99">
                <a:solidFill>
                  <a:schemeClr val="bg1"/>
                </a:solidFill>
              </a:defRPr>
            </a:lvl1pPr>
          </a:lstStyle>
          <a:p xmlns:a="http://schemas.openxmlformats.org/drawingml/2006/main">
            <a:r>
              <a:t>Footer</a:t>
            </a:r>
            <a:endParaRPr/>
          </a:p>
        </p:txBody>
      </p:sp>
      <p:sp>
        <p:nvSpPr>
          <p:cNvPr id="209" name="Slide Number Placeholder 5">
            <a:extLst xmlns:a="http://schemas.openxmlformats.org/drawingml/2006/main">
              <a:ext uri="{FF2B5EF4-FFF2-40B4-BE49-F238E27FC236}">
                <a16:creationId xmlns:a16="http://schemas.microsoft.com/office/drawing/2014/main" id="{F368B34A-6463-48D8-B35C-6890AF3AD6CE}"/>
              </a:ext>
            </a:extLst>
          </p:cNvPr>
          <p:cNvSpPr>
            <a:spLocks xmlns:a="http://schemas.openxmlformats.org/drawingml/2006/main" noGrp="1"/>
          </p:cNvSpPr>
          <p:nvPr>
            <p:ph type="sldNum" idx="4"/>
          </p:nvPr>
        </p:nvSpPr>
        <p:spPr>
          <a:xfrm xmlns:a="http://schemas.openxmlformats.org/drawingml/2006/main">
            <a:off x="10985744" y="477443"/>
            <a:ext cx="562793" cy="23005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399" b="1">
                <a:solidFill>
                  <a:schemeClr val="bg1"/>
                </a:solidFill>
              </a:defRPr>
            </a:lvl1pPr>
          </a:lstStyle>
          <a:p xmlns:a="http://schemas.openxmlformats.org/drawingml/2006/main">
            <a:fld id="{E32CA18A-09E8-B346-9D1F-8EB2C340C7E4}" type="slidenum">
              <a:t>‹#›</a:t>
            </a:fld>
            <a:endParaRPr/>
          </a:p>
        </p:txBody>
      </p:sp>
    </p:spTree>
  </p:cSld>
</p:sldLayout>
</file>

<file path=ppt/slideLayouts/slideLayout36.xml><?xml version="1.0" encoding="utf-8"?>
<p:sldLayout xmlns:p="http://schemas.openxmlformats.org/presentationml/2006/main" preserve="1" userDrawn="1">
  <p:cSld name="Cover_Image_NoBreak">
    <p:spTree>
      <p:nvGrpSpPr>
        <p:cNvPr id="1" name=""/>
        <p:cNvGrpSpPr/>
        <p:nvPr/>
      </p:nvGrpSpPr>
      <p:grpSpPr>
        <a:xfrm xmlns:a="http://schemas.openxmlformats.org/drawingml/2006/main"/>
      </p:grpSpPr>
      <p:pic>
        <p:nvPicPr>
          <p:cNvPr id="17" name="Picture 9"/>
          <p:cNvPicPr>
            <a:picLocks xmlns:a="http://schemas.openxmlformats.org/drawingml/2006/main" noChangeAspect="1"/>
          </p:cNvPicPr>
          <p:nvPr/>
        </p:nvPicPr>
        <p:blipFill>
          <a:blip xmlns:r="http://schemas.openxmlformats.org/officeDocument/2006/relationships" xmlns:a="http://schemas.openxmlformats.org/drawingml/2006/main" r:embed="R7681d039c9b14226"/>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8" name="Text Placeholder 2">
            <a:extLst xmlns:a="http://schemas.openxmlformats.org/drawingml/2006/main">
              <a:ext uri="{FF2B5EF4-FFF2-40B4-BE49-F238E27FC236}">
                <a16:creationId xmlns:a16="http://schemas.microsoft.com/office/drawing/2014/main" id="{4B7477E4-1BAE-989A-3DFE-11BFBC7622AE}"/>
              </a:ext>
            </a:extLst>
          </p:cNvPr>
          <p:cNvSpPr>
            <a:spLocks xmlns:a="http://schemas.openxmlformats.org/drawingml/2006/main" noGrp="1"/>
          </p:cNvSpPr>
          <p:nvPr>
            <p:ph type="body" idx="10" hasCustomPrompt="1"/>
          </p:nvPr>
        </p:nvSpPr>
        <p:spPr>
          <a:xfrm xmlns:a="http://schemas.openxmlformats.org/drawingml/2006/main">
            <a:off x="563499" y="2680007"/>
            <a:ext cx="7739253" cy="1309712"/>
          </a:xfrm>
          <a:prstGeom xmlns:a="http://schemas.openxmlformats.org/drawingml/2006/main" prst="rect">
            <a:avLst/>
          </a:prstGeom>
        </p:spPr>
        <p:txBody>
          <a:bodyPr xmlns:a="http://schemas.openxmlformats.org/drawingml/2006/main" anchor="t">
            <a:noAutofit/>
          </a:bodyPr>
          <a:lstStyle xmlns:a="http://schemas.openxmlformats.org/drawingml/2006/main">
            <a:lvl1pPr marL="0" indent="0">
              <a:buNone/>
              <a:defRPr sz="4800" b="1" i="0">
                <a:solidFill>
                  <a:schemeClr val="bg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4800" b="1" i="0">
                <a:solidFill>
                  <a:schemeClr val="bg1"/>
                </a:solidFill>
                <a:latin typeface="Segoe UI Variable Display"/>
                <a:ea typeface="Segoe UI Variable Display"/>
                <a:cs typeface="Segoe UI Variable Display"/>
              </a:rPr>
              <a:t>Event name or presentation title</a:t>
            </a:r>
          </a:p>
        </p:txBody>
      </p:sp>
      <p:sp>
        <p:nvSpPr>
          <p:cNvPr id="9" name="Text Placeholder 2">
            <a:extLst xmlns:a="http://schemas.openxmlformats.org/drawingml/2006/main">
              <a:ext uri="{FF2B5EF4-FFF2-40B4-BE49-F238E27FC236}">
                <a16:creationId xmlns:a16="http://schemas.microsoft.com/office/drawing/2014/main" id="{66824F50-404D-BEE1-C249-4FB71A5241E0}"/>
              </a:ext>
            </a:extLst>
          </p:cNvPr>
          <p:cNvSpPr>
            <a:spLocks xmlns:a="http://schemas.openxmlformats.org/drawingml/2006/main" noGrp="1"/>
          </p:cNvSpPr>
          <p:nvPr>
            <p:ph type="body" idx="11" hasCustomPrompt="1"/>
          </p:nvPr>
        </p:nvSpPr>
        <p:spPr>
          <a:xfrm xmlns:a="http://schemas.openxmlformats.org/drawingml/2006/main">
            <a:off x="563498" y="4271337"/>
            <a:ext cx="7739253"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2400" b="0" i="0">
                <a:solidFill>
                  <a:schemeClr val="bg1"/>
                </a:solidFill>
                <a:latin typeface="Segoe UI Variable Display Semibold"/>
                <a:ea typeface="Segoe UI Variable Display Semibold"/>
                <a:cs typeface="Segoe UI Variable Display Semibold"/>
              </a:defRPr>
            </a:lvl1pPr>
            <a:lvl2pPr marL="228600" indent="0">
              <a:buNone/>
              <a:defRPr sz="2400">
                <a:solidFill>
                  <a:schemeClr val="tx1"/>
                </a:solidFill>
                <a:latin typeface="+mj-lt"/>
                <a:ea typeface="+mj-lt"/>
                <a:cs typeface="+mj-lt"/>
              </a:defRPr>
            </a:lvl2pPr>
            <a:lvl3pPr marL="457200" indent="0">
              <a:buNone/>
              <a:defRPr sz="2400">
                <a:solidFill>
                  <a:schemeClr val="tx1"/>
                </a:solidFill>
                <a:latin typeface="+mj-lt"/>
                <a:ea typeface="+mj-lt"/>
                <a:cs typeface="+mj-lt"/>
              </a:defRPr>
            </a:lvl3pPr>
            <a:lvl4pPr marL="661988" indent="0">
              <a:buNone/>
              <a:defRPr sz="2400">
                <a:solidFill>
                  <a:schemeClr val="tx1"/>
                </a:solidFill>
                <a:latin typeface="+mj-lt"/>
                <a:ea typeface="+mj-lt"/>
                <a:cs typeface="+mj-lt"/>
              </a:defRPr>
            </a:lvl4pPr>
            <a:lvl5pPr marL="855663" indent="0">
              <a:buNone/>
              <a:defRPr sz="2400">
                <a:solidFill>
                  <a:schemeClr val="tx1"/>
                </a:solidFill>
                <a:latin typeface="+mj-lt"/>
                <a:ea typeface="+mj-lt"/>
                <a:cs typeface="+mj-lt"/>
              </a:defRPr>
            </a:lvl5pPr>
          </a:lstStyle>
          <a:p xmlns:a="http://schemas.openxmlformats.org/drawingml/2006/main">
            <a:r>
              <a:rPr sz="2400"/>
              <a:t>Subtitle of event / presentation</a:t>
            </a:r>
          </a:p>
        </p:txBody>
      </p:sp>
      <p:sp>
        <p:nvSpPr>
          <p:cNvPr id="14" name="Footer Placeholder 1">
            <a:extLst xmlns:a="http://schemas.openxmlformats.org/drawingml/2006/main">
              <a:ext uri="{FF2B5EF4-FFF2-40B4-BE49-F238E27FC236}">
                <a16:creationId xmlns:a16="http://schemas.microsoft.com/office/drawing/2014/main" id="{6FC1B95A-02F5-B25E-708C-15CDD0752201}"/>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bg1"/>
                </a:solidFill>
                <a:latin typeface="Segoe UI Variable Small Light"/>
                <a:ea typeface="Segoe UI Variable Small Light"/>
                <a:cs typeface="Segoe UI Variable Small Light"/>
              </a:defRPr>
            </a:lvl1pPr>
          </a:lstStyle>
          <a:p xmlns:a="http://schemas.openxmlformats.org/drawingml/2006/main">
            <a:endParaRPr/>
          </a:p>
        </p:txBody>
      </p:sp>
      <p:sp>
        <p:nvSpPr>
          <p:cNvPr id="3" name="Text Placeholder 9">
            <a:extLst xmlns:a="http://schemas.openxmlformats.org/drawingml/2006/main">
              <a:ext uri="{FF2B5EF4-FFF2-40B4-BE49-F238E27FC236}">
                <a16:creationId xmlns:a16="http://schemas.microsoft.com/office/drawing/2014/main" id="{7D7A5C5E-F631-E2DF-E961-39F687B675DC}"/>
              </a:ext>
            </a:extLst>
          </p:cNvPr>
          <p:cNvSpPr>
            <a:spLocks xmlns:a="http://schemas.openxmlformats.org/drawingml/2006/main" noGrp="1"/>
          </p:cNvSpPr>
          <p:nvPr>
            <p:ph type="body" idx="13" hasCustomPrompt="1"/>
          </p:nvPr>
        </p:nvSpPr>
        <p:spPr>
          <a:xfrm xmlns:a="http://schemas.openxmlformats.org/drawingml/2006/main">
            <a:off x="563499" y="2360316"/>
            <a:ext cx="3648075" cy="276999"/>
          </a:xfrm>
          <a:prstGeom xmlns:a="http://schemas.openxmlformats.org/drawingml/2006/main" prst="rect">
            <a:avLst/>
          </a:prstGeom>
        </p:spPr>
        <p:txBody>
          <a:bodyPr xmlns:a="http://schemas.openxmlformats.org/drawingml/2006/main"/>
          <a:lstStyle xmlns:a="http://schemas.openxmlformats.org/drawingml/2006/main">
            <a:lvl1pPr marL="0" indent="0">
              <a:buNone/>
              <a:defRPr sz="1800" b="0" i="0">
                <a:solidFill>
                  <a:schemeClr val="bg1"/>
                </a:solidFill>
                <a:latin typeface="Segoe UI Variable Display Semilight"/>
                <a:ea typeface="Segoe UI Variable Display Semilight"/>
                <a:cs typeface="Segoe UI Variable Display Semilight"/>
              </a:defRPr>
            </a:lvl1pPr>
          </a:lstStyle>
          <a:p xmlns:a="http://schemas.openxmlformats.org/drawingml/2006/main">
            <a:pPr lvl="0">
              <a:buNone/>
            </a:pPr>
            <a:r>
              <a:t>MCAPS Academy presents</a:t>
            </a:r>
          </a:p>
        </p:txBody>
      </p:sp>
      <p:pic>
        <p:nvPicPr>
          <p:cNvPr id="22" name="Picture 3"/>
          <p:cNvPicPr>
            <a:picLocks xmlns:a="http://schemas.openxmlformats.org/drawingml/2006/main" noChangeAspect="1"/>
          </p:cNvPicPr>
          <p:nvPr/>
        </p:nvPicPr>
        <p:blipFill>
          <a:blip xmlns:r="http://schemas.openxmlformats.org/officeDocument/2006/relationships" xmlns:a="http://schemas.openxmlformats.org/drawingml/2006/main" r:embed="R88aacf00aca34992"/>
          <a:stretch xmlns:a="http://schemas.openxmlformats.org/drawingml/2006/main">
            <a:fillRect l="0" t="0" r="0" b="0"/>
          </a:stretch>
        </p:blipFill>
        <p:spPr>
          <a:xfrm xmlns:a="http://schemas.openxmlformats.org/drawingml/2006/main">
            <a:off x="563498" y="457270"/>
            <a:ext cx="2411350" cy="478112"/>
          </a:xfrm>
          <a:prstGeom xmlns:a="http://schemas.openxmlformats.org/drawingml/2006/main" prst="rect">
            <a:avLst/>
          </a:prstGeom>
        </p:spPr>
      </p:pic>
      <p:sp>
        <p:nvSpPr>
          <p:cNvPr id="5" name="Picture Placeholder 3">
            <a:extLst xmlns:a="http://schemas.openxmlformats.org/drawingml/2006/main">
              <a:ext uri="{FF2B5EF4-FFF2-40B4-BE49-F238E27FC236}">
                <a16:creationId xmlns:a16="http://schemas.microsoft.com/office/drawing/2014/main" id="{39F60B9A-998A-8DA9-1E8E-9C4CA428C343}"/>
              </a:ext>
            </a:extLst>
          </p:cNvPr>
          <p:cNvSpPr>
            <a:spLocks xmlns:a="http://schemas.openxmlformats.org/drawingml/2006/main" noGrp="1"/>
          </p:cNvSpPr>
          <p:nvPr>
            <p:ph type="pic" idx="18" hasCustomPrompt="1"/>
          </p:nvPr>
        </p:nvSpPr>
        <p:spPr>
          <a:xfrm xmlns:a="http://schemas.openxmlformats.org/drawingml/2006/main">
            <a:off x="10992304" y="5627513"/>
            <a:ext cx="957837" cy="915694"/>
          </a:xfrm>
          <a:prstGeom xmlns:a="http://schemas.openxmlformats.org/drawingml/2006/main" prst="rect">
            <a:avLst/>
          </a:prstGeom>
          <a:solidFill xmlns:a="http://schemas.openxmlformats.org/drawingml/2006/main">
            <a:srgbClr val="FEF000"/>
          </a:solidFill>
        </p:spPr>
        <p:txBody>
          <a:bodyPr xmlns:a="http://schemas.openxmlformats.org/drawingml/2006/main"/>
          <a:lstStyle xmlns:a="http://schemas.openxmlformats.org/drawingml/2006/main">
            <a:lvl1pPr marL="0" indent="0" algn="ctr">
              <a:lnSpc>
                <a:spcPct val="150000"/>
              </a:lnSpc>
              <a:buNone/>
              <a:defRPr sz="1000" b="1" i="0">
                <a:latin typeface="Segoe UI Variable Display"/>
                <a:ea typeface="Segoe UI Variable Display"/>
                <a:cs typeface="Segoe UI Variable Display"/>
              </a:defRPr>
            </a:lvl1pPr>
          </a:lstStyle>
          <a:p xmlns:a="http://schemas.openxmlformats.org/drawingml/2006/main">
            <a:r>
              <a:t>Place QR Here</a:t>
            </a:r>
          </a:p>
        </p:txBody>
      </p:sp>
    </p:spTree>
  </p:cSld>
</p:sldLayout>
</file>

<file path=ppt/slideLayouts/slideLayout37.xml><?xml version="1.0" encoding="utf-8"?>
<p:sldLayout xmlns:p="http://schemas.openxmlformats.org/presentationml/2006/main" preserve="1" userDrawn="1">
  <p:cSld name="1_Cover_Image_NoBreak">
    <p:spTree>
      <p:nvGrpSpPr>
        <p:cNvPr id="1" name=""/>
        <p:cNvGrpSpPr/>
        <p:nvPr/>
      </p:nvGrpSpPr>
      <p:grpSpPr>
        <a:xfrm xmlns:a="http://schemas.openxmlformats.org/drawingml/2006/main"/>
      </p:grpSpPr>
      <p:pic>
        <p:nvPicPr>
          <p:cNvPr id="22" name="Picture 9"/>
          <p:cNvPicPr>
            <a:picLocks xmlns:a="http://schemas.openxmlformats.org/drawingml/2006/main" noChangeAspect="1"/>
          </p:cNvPicPr>
          <p:nvPr/>
        </p:nvPicPr>
        <p:blipFill>
          <a:blip xmlns:r="http://schemas.openxmlformats.org/officeDocument/2006/relationships" xmlns:a="http://schemas.openxmlformats.org/drawingml/2006/main" r:embed="Rdba2e7bf20524775"/>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8" name="Text Placeholder 2">
            <a:extLst xmlns:a="http://schemas.openxmlformats.org/drawingml/2006/main">
              <a:ext uri="{FF2B5EF4-FFF2-40B4-BE49-F238E27FC236}">
                <a16:creationId xmlns:a16="http://schemas.microsoft.com/office/drawing/2014/main" id="{4B7477E4-1BAE-989A-3DFE-11BFBC7622AE}"/>
              </a:ext>
            </a:extLst>
          </p:cNvPr>
          <p:cNvSpPr>
            <a:spLocks xmlns:a="http://schemas.openxmlformats.org/drawingml/2006/main" noGrp="1"/>
          </p:cNvSpPr>
          <p:nvPr>
            <p:ph type="body" idx="10" hasCustomPrompt="1"/>
          </p:nvPr>
        </p:nvSpPr>
        <p:spPr>
          <a:xfrm xmlns:a="http://schemas.openxmlformats.org/drawingml/2006/main">
            <a:off x="563499" y="1617371"/>
            <a:ext cx="6960423" cy="2099571"/>
          </a:xfrm>
          <a:prstGeom xmlns:a="http://schemas.openxmlformats.org/drawingml/2006/main" prst="rect">
            <a:avLst/>
          </a:prstGeom>
        </p:spPr>
        <p:txBody>
          <a:bodyPr xmlns:a="http://schemas.openxmlformats.org/drawingml/2006/main" anchor="t">
            <a:noAutofit/>
          </a:bodyPr>
          <a:lstStyle xmlns:a="http://schemas.openxmlformats.org/drawingml/2006/main">
            <a:lvl1pPr marL="0" indent="0">
              <a:buNone/>
              <a:defRPr sz="4400" b="1" i="0">
                <a:solidFill>
                  <a:schemeClr val="bg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4400" b="1" i="0">
                <a:solidFill>
                  <a:schemeClr val="bg1"/>
                </a:solidFill>
                <a:latin typeface="Segoe UI Variable Display"/>
                <a:ea typeface="Segoe UI Variable Display"/>
                <a:cs typeface="Segoe UI Variable Display"/>
              </a:rPr>
              <a:t>Event name or presentation title</a:t>
            </a:r>
          </a:p>
        </p:txBody>
      </p:sp>
      <p:sp>
        <p:nvSpPr>
          <p:cNvPr id="14" name="Footer Placeholder 1">
            <a:extLst xmlns:a="http://schemas.openxmlformats.org/drawingml/2006/main">
              <a:ext uri="{FF2B5EF4-FFF2-40B4-BE49-F238E27FC236}">
                <a16:creationId xmlns:a16="http://schemas.microsoft.com/office/drawing/2014/main" id="{6FC1B95A-02F5-B25E-708C-15CDD0752201}"/>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bg1"/>
                </a:solidFill>
                <a:latin typeface="Segoe UI Variable Small Light"/>
                <a:ea typeface="Segoe UI Variable Small Light"/>
                <a:cs typeface="Segoe UI Variable Small Light"/>
              </a:defRPr>
            </a:lvl1pPr>
          </a:lstStyle>
          <a:p xmlns:a="http://schemas.openxmlformats.org/drawingml/2006/main">
            <a:endParaRPr/>
          </a:p>
        </p:txBody>
      </p:sp>
      <p:sp>
        <p:nvSpPr>
          <p:cNvPr id="7" name="Text Placeholder 6">
            <a:extLst xmlns:a="http://schemas.openxmlformats.org/drawingml/2006/main">
              <a:ext uri="{FF2B5EF4-FFF2-40B4-BE49-F238E27FC236}">
                <a16:creationId xmlns:a16="http://schemas.microsoft.com/office/drawing/2014/main" id="{8C00C22E-652B-E2BD-C88C-53CC6D8F4E15}"/>
              </a:ext>
            </a:extLst>
          </p:cNvPr>
          <p:cNvSpPr>
            <a:spLocks xmlns:a="http://schemas.openxmlformats.org/drawingml/2006/main" noGrp="1"/>
          </p:cNvSpPr>
          <p:nvPr>
            <p:ph type="body" idx="15" hasCustomPrompt="1"/>
          </p:nvPr>
        </p:nvSpPr>
        <p:spPr>
          <a:xfrm xmlns:a="http://schemas.openxmlformats.org/drawingml/2006/main">
            <a:off x="563499" y="4963630"/>
            <a:ext cx="6960422" cy="276999"/>
          </a:xfrm>
          <a:prstGeom xmlns:a="http://schemas.openxmlformats.org/drawingml/2006/main" prst="rect">
            <a:avLst/>
          </a:prstGeom>
        </p:spPr>
        <p:txBody>
          <a:bodyPr xmlns:a="http://schemas.openxmlformats.org/drawingml/2006/main"/>
          <a:lstStyle xmlns:a="http://schemas.openxmlformats.org/drawingml/2006/main">
            <a:lvl1pPr marL="0" indent="0">
              <a:buNone/>
              <a:defRPr sz="1800" b="1" i="0">
                <a:solidFill>
                  <a:schemeClr val="bg1"/>
                </a:solidFill>
                <a:latin typeface="Segoe UI Variable Display"/>
                <a:ea typeface="Segoe UI Variable Display"/>
                <a:cs typeface="Segoe UI Variable Display"/>
              </a:defRPr>
            </a:lvl1pPr>
          </a:lstStyle>
          <a:p xmlns:a="http://schemas.openxmlformats.org/drawingml/2006/main">
            <a:pPr lvl="0">
              <a:buNone/>
            </a:pPr>
            <a:r>
              <a:t>Title / Position</a:t>
            </a:r>
          </a:p>
        </p:txBody>
      </p:sp>
      <p:sp>
        <p:nvSpPr>
          <p:cNvPr id="13" name="Text Placeholder 12">
            <a:extLst xmlns:a="http://schemas.openxmlformats.org/drawingml/2006/main">
              <a:ext uri="{FF2B5EF4-FFF2-40B4-BE49-F238E27FC236}">
                <a16:creationId xmlns:a16="http://schemas.microsoft.com/office/drawing/2014/main" id="{368F868D-5515-3E9C-B5F0-7D1E3E3A0E2C}"/>
              </a:ext>
            </a:extLst>
          </p:cNvPr>
          <p:cNvSpPr>
            <a:spLocks xmlns:a="http://schemas.openxmlformats.org/drawingml/2006/main" noGrp="1"/>
          </p:cNvSpPr>
          <p:nvPr>
            <p:ph type="body" idx="16" hasCustomPrompt="1"/>
          </p:nvPr>
        </p:nvSpPr>
        <p:spPr>
          <a:xfrm xmlns:a="http://schemas.openxmlformats.org/drawingml/2006/main">
            <a:off x="563499" y="4383339"/>
            <a:ext cx="6960422" cy="492443"/>
          </a:xfrm>
          <a:prstGeom xmlns:a="http://schemas.openxmlformats.org/drawingml/2006/main" prst="rect">
            <a:avLst/>
          </a:prstGeom>
        </p:spPr>
        <p:txBody>
          <a:bodyPr xmlns:a="http://schemas.openxmlformats.org/drawingml/2006/main"/>
          <a:lstStyle xmlns:a="http://schemas.openxmlformats.org/drawingml/2006/main">
            <a:lvl1pPr marL="0" indent="0">
              <a:buNone/>
              <a:defRPr sz="3200" b="1" i="0">
                <a:solidFill>
                  <a:schemeClr val="bg1"/>
                </a:solidFill>
                <a:latin typeface="Segoe UI Variable Display"/>
                <a:ea typeface="Segoe UI Variable Display"/>
                <a:cs typeface="Segoe UI Variable Display"/>
              </a:defRPr>
            </a:lvl1pPr>
          </a:lstStyle>
          <a:p xmlns:a="http://schemas.openxmlformats.org/drawingml/2006/main">
            <a:pPr lvl="0">
              <a:buNone/>
            </a:pPr>
            <a:r>
              <a:t>Speaker name or subtitle</a:t>
            </a:r>
          </a:p>
        </p:txBody>
      </p:sp>
      <p:sp>
        <p:nvSpPr>
          <p:cNvPr id="15" name="Text Placeholder 6">
            <a:extLst xmlns:a="http://schemas.openxmlformats.org/drawingml/2006/main">
              <a:ext uri="{FF2B5EF4-FFF2-40B4-BE49-F238E27FC236}">
                <a16:creationId xmlns:a16="http://schemas.microsoft.com/office/drawing/2014/main" id="{B3697337-AD4B-DDCC-BFF1-DAA75B122352}"/>
              </a:ext>
            </a:extLst>
          </p:cNvPr>
          <p:cNvSpPr>
            <a:spLocks xmlns:a="http://schemas.openxmlformats.org/drawingml/2006/main" noGrp="1"/>
          </p:cNvSpPr>
          <p:nvPr>
            <p:ph type="body" idx="17" hasCustomPrompt="1"/>
          </p:nvPr>
        </p:nvSpPr>
        <p:spPr>
          <a:xfrm xmlns:a="http://schemas.openxmlformats.org/drawingml/2006/main">
            <a:off x="563499" y="5272809"/>
            <a:ext cx="6960422" cy="230832"/>
          </a:xfrm>
          <a:prstGeom xmlns:a="http://schemas.openxmlformats.org/drawingml/2006/main" prst="rect">
            <a:avLst/>
          </a:prstGeom>
        </p:spPr>
        <p:txBody>
          <a:bodyPr xmlns:a="http://schemas.openxmlformats.org/drawingml/2006/main"/>
          <a:lstStyle xmlns:a="http://schemas.openxmlformats.org/drawingml/2006/main">
            <a:lvl1pPr marL="0" indent="0">
              <a:buNone/>
              <a:defRPr sz="1500" b="0" i="0">
                <a:solidFill>
                  <a:schemeClr val="bg1"/>
                </a:solidFill>
                <a:latin typeface="Segoe UI Variable Display Semilight"/>
                <a:ea typeface="Segoe UI Variable Display Semilight"/>
                <a:cs typeface="Segoe UI Variable Display Semilight"/>
              </a:defRPr>
            </a:lvl1pPr>
          </a:lstStyle>
          <a:p xmlns:a="http://schemas.openxmlformats.org/drawingml/2006/main">
            <a:pPr lvl="0">
              <a:buNone/>
            </a:pPr>
            <a:r>
              <a:t>Department of title / position held</a:t>
            </a:r>
          </a:p>
        </p:txBody>
      </p:sp>
      <p:sp>
        <p:nvSpPr>
          <p:cNvPr id="19" name="Picture Placeholder 3">
            <a:extLst xmlns:a="http://schemas.openxmlformats.org/drawingml/2006/main">
              <a:ext uri="{FF2B5EF4-FFF2-40B4-BE49-F238E27FC236}">
                <a16:creationId xmlns:a16="http://schemas.microsoft.com/office/drawing/2014/main" id="{BE90EEB3-71A2-E843-89CF-31EEBACDCFFA}"/>
              </a:ext>
            </a:extLst>
          </p:cNvPr>
          <p:cNvSpPr>
            <a:spLocks xmlns:a="http://schemas.openxmlformats.org/drawingml/2006/main" noGrp="1"/>
          </p:cNvSpPr>
          <p:nvPr>
            <p:ph type="pic" idx="18" hasCustomPrompt="1"/>
          </p:nvPr>
        </p:nvSpPr>
        <p:spPr>
          <a:xfrm xmlns:a="http://schemas.openxmlformats.org/drawingml/2006/main">
            <a:off x="8867553" y="3560164"/>
            <a:ext cx="2477387" cy="2480872"/>
          </a:xfrm>
          <a:prstGeom xmlns:a="http://schemas.openxmlformats.org/drawingml/2006/main" prst="ellipse">
            <a:avLst/>
          </a:prstGeom>
          <a:solidFill xmlns:a="http://schemas.openxmlformats.org/drawingml/2006/main">
            <a:srgbClr val="FEF000"/>
          </a:solidFill>
        </p:spPr>
        <p:txBody>
          <a:bodyPr xmlns:a="http://schemas.openxmlformats.org/drawingml/2006/main"/>
          <a:lstStyle xmlns:a="http://schemas.openxmlformats.org/drawingml/2006/main">
            <a:lvl1pPr marL="0" indent="0" algn="ctr">
              <a:lnSpc>
                <a:spcPct val="150000"/>
              </a:lnSpc>
              <a:buNone/>
              <a:defRPr sz="1400" b="1" i="0">
                <a:latin typeface="Segoe UI Variable Display"/>
                <a:ea typeface="Segoe UI Variable Display"/>
                <a:cs typeface="Segoe UI Variable Display"/>
              </a:defRPr>
            </a:lvl1pPr>
          </a:lstStyle>
          <a:p xmlns:a="http://schemas.openxmlformats.org/drawingml/2006/main">
            <a:r>
              <a:t>Place Image Here</a:t>
            </a:r>
          </a:p>
        </p:txBody>
      </p:sp>
      <p:pic>
        <p:nvPicPr>
          <p:cNvPr id="29" name="Picture 20"/>
          <p:cNvPicPr>
            <a:picLocks xmlns:a="http://schemas.openxmlformats.org/drawingml/2006/main" noChangeAspect="1"/>
          </p:cNvPicPr>
          <p:nvPr/>
        </p:nvPicPr>
        <p:blipFill>
          <a:blip xmlns:r="http://schemas.openxmlformats.org/officeDocument/2006/relationships" xmlns:a="http://schemas.openxmlformats.org/drawingml/2006/main" r:embed="R01517f41b5734cc6"/>
          <a:stretch xmlns:a="http://schemas.openxmlformats.org/drawingml/2006/main">
            <a:fillRect l="0" t="0" r="0" b="0"/>
          </a:stretch>
        </p:blipFill>
        <p:spPr>
          <a:xfrm xmlns:a="http://schemas.openxmlformats.org/drawingml/2006/main">
            <a:off x="563498" y="457270"/>
            <a:ext cx="2411350" cy="478112"/>
          </a:xfrm>
          <a:prstGeom xmlns:a="http://schemas.openxmlformats.org/drawingml/2006/main" prst="rect">
            <a:avLst/>
          </a:prstGeom>
        </p:spPr>
      </p:pic>
    </p:spTree>
  </p:cSld>
</p:sldLayout>
</file>

<file path=ppt/slideLayouts/slideLayout38.xml><?xml version="1.0" encoding="utf-8"?>
<p:sldLayout xmlns:p="http://schemas.openxmlformats.org/presentationml/2006/main" preserve="1" userDrawn="1">
  <p:cSld name="Cover_White_NoBreak">
    <p:spTree>
      <p:nvGrpSpPr>
        <p:cNvPr id="1" name=""/>
        <p:cNvGrpSpPr/>
        <p:nvPr/>
      </p:nvGrpSpPr>
      <p:grpSpPr>
        <a:xfrm xmlns:a="http://schemas.openxmlformats.org/drawingml/2006/main"/>
      </p:grpSpPr>
      <p:sp>
        <p:nvSpPr>
          <p:cNvPr id="5" name="Text Placeholder 2">
            <a:extLst xmlns:a="http://schemas.openxmlformats.org/drawingml/2006/main">
              <a:ext uri="{FF2B5EF4-FFF2-40B4-BE49-F238E27FC236}">
                <a16:creationId xmlns:a16="http://schemas.microsoft.com/office/drawing/2014/main" id="{700B5632-2B0C-A1F8-ED94-4866A84C2D42}"/>
              </a:ext>
            </a:extLst>
          </p:cNvPr>
          <p:cNvSpPr>
            <a:spLocks xmlns:a="http://schemas.openxmlformats.org/drawingml/2006/main" noGrp="1"/>
          </p:cNvSpPr>
          <p:nvPr>
            <p:ph type="body" idx="11" hasCustomPrompt="1"/>
          </p:nvPr>
        </p:nvSpPr>
        <p:spPr>
          <a:xfrm xmlns:a="http://schemas.openxmlformats.org/drawingml/2006/main">
            <a:off x="563499" y="1617371"/>
            <a:ext cx="6960423" cy="2099571"/>
          </a:xfrm>
          <a:prstGeom xmlns:a="http://schemas.openxmlformats.org/drawingml/2006/main" prst="rect">
            <a:avLst/>
          </a:prstGeom>
        </p:spPr>
        <p:txBody>
          <a:bodyPr xmlns:a="http://schemas.openxmlformats.org/drawingml/2006/main" anchor="t">
            <a:noAutofit/>
          </a:bodyPr>
          <a:lstStyle xmlns:a="http://schemas.openxmlformats.org/drawingml/2006/main">
            <a:lvl1pPr marL="0" indent="0">
              <a:buNone/>
              <a:defRPr sz="4400" b="1" i="0">
                <a:solidFill>
                  <a:schemeClr val="tx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4400" b="1" i="0">
                <a:latin typeface="Segoe UI Variable Display"/>
                <a:ea typeface="Segoe UI Variable Display"/>
                <a:cs typeface="Segoe UI Variable Display"/>
              </a:rPr>
              <a:t>Event name or presentation title</a:t>
            </a:r>
          </a:p>
        </p:txBody>
      </p:sp>
      <p:sp>
        <p:nvSpPr>
          <p:cNvPr id="6" name="Footer Placeholder 1">
            <a:extLst xmlns:a="http://schemas.openxmlformats.org/drawingml/2006/main">
              <a:ext uri="{FF2B5EF4-FFF2-40B4-BE49-F238E27FC236}">
                <a16:creationId xmlns:a16="http://schemas.microsoft.com/office/drawing/2014/main" id="{2D3AB81A-4A9C-FBD2-03F5-F1938C9B740F}"/>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
        <p:nvSpPr>
          <p:cNvPr id="7" name="Text Placeholder 6">
            <a:extLst xmlns:a="http://schemas.openxmlformats.org/drawingml/2006/main">
              <a:ext uri="{FF2B5EF4-FFF2-40B4-BE49-F238E27FC236}">
                <a16:creationId xmlns:a16="http://schemas.microsoft.com/office/drawing/2014/main" id="{8513E8BE-8DE9-9229-73DD-809787A0D7F1}"/>
              </a:ext>
            </a:extLst>
          </p:cNvPr>
          <p:cNvSpPr>
            <a:spLocks xmlns:a="http://schemas.openxmlformats.org/drawingml/2006/main" noGrp="1"/>
          </p:cNvSpPr>
          <p:nvPr>
            <p:ph type="body" idx="15" hasCustomPrompt="1"/>
          </p:nvPr>
        </p:nvSpPr>
        <p:spPr>
          <a:xfrm xmlns:a="http://schemas.openxmlformats.org/drawingml/2006/main">
            <a:off x="563499" y="4963630"/>
            <a:ext cx="6960422" cy="276999"/>
          </a:xfrm>
          <a:prstGeom xmlns:a="http://schemas.openxmlformats.org/drawingml/2006/main" prst="rect">
            <a:avLst/>
          </a:prstGeom>
        </p:spPr>
        <p:txBody>
          <a:bodyPr xmlns:a="http://schemas.openxmlformats.org/drawingml/2006/main"/>
          <a:lstStyle xmlns:a="http://schemas.openxmlformats.org/drawingml/2006/main">
            <a:lvl1pPr marL="0" indent="0">
              <a:buNone/>
              <a:defRPr sz="1800" b="1" i="0">
                <a:solidFill>
                  <a:schemeClr val="tx1"/>
                </a:solidFill>
                <a:latin typeface="Segoe UI Variable Display"/>
                <a:ea typeface="Segoe UI Variable Display"/>
                <a:cs typeface="Segoe UI Variable Display"/>
              </a:defRPr>
            </a:lvl1pPr>
          </a:lstStyle>
          <a:p xmlns:a="http://schemas.openxmlformats.org/drawingml/2006/main">
            <a:pPr lvl="0">
              <a:buNone/>
            </a:pPr>
            <a:r>
              <a:t>Title / Position</a:t>
            </a:r>
          </a:p>
        </p:txBody>
      </p:sp>
      <p:sp>
        <p:nvSpPr>
          <p:cNvPr id="8" name="Text Placeholder 12">
            <a:extLst xmlns:a="http://schemas.openxmlformats.org/drawingml/2006/main">
              <a:ext uri="{FF2B5EF4-FFF2-40B4-BE49-F238E27FC236}">
                <a16:creationId xmlns:a16="http://schemas.microsoft.com/office/drawing/2014/main" id="{0FB58745-D320-F4A0-710E-B8B7902AFEB0}"/>
              </a:ext>
            </a:extLst>
          </p:cNvPr>
          <p:cNvSpPr>
            <a:spLocks xmlns:a="http://schemas.openxmlformats.org/drawingml/2006/main" noGrp="1"/>
          </p:cNvSpPr>
          <p:nvPr>
            <p:ph type="body" idx="16" hasCustomPrompt="1"/>
          </p:nvPr>
        </p:nvSpPr>
        <p:spPr>
          <a:xfrm xmlns:a="http://schemas.openxmlformats.org/drawingml/2006/main">
            <a:off x="563499" y="4383339"/>
            <a:ext cx="6960422" cy="492443"/>
          </a:xfrm>
          <a:prstGeom xmlns:a="http://schemas.openxmlformats.org/drawingml/2006/main" prst="rect">
            <a:avLst/>
          </a:prstGeom>
        </p:spPr>
        <p:txBody>
          <a:bodyPr xmlns:a="http://schemas.openxmlformats.org/drawingml/2006/main"/>
          <a:lstStyle xmlns:a="http://schemas.openxmlformats.org/drawingml/2006/main">
            <a:lvl1pPr marL="0" indent="0">
              <a:buNone/>
              <a:defRPr sz="3200" b="1" i="0">
                <a:solidFill>
                  <a:schemeClr val="tx1"/>
                </a:solidFill>
                <a:latin typeface="Segoe UI Variable Display"/>
                <a:ea typeface="Segoe UI Variable Display"/>
                <a:cs typeface="Segoe UI Variable Display"/>
              </a:defRPr>
            </a:lvl1pPr>
          </a:lstStyle>
          <a:p xmlns:a="http://schemas.openxmlformats.org/drawingml/2006/main">
            <a:pPr lvl="0">
              <a:buNone/>
            </a:pPr>
            <a:r>
              <a:t>Speaker name or subtitle</a:t>
            </a:r>
          </a:p>
        </p:txBody>
      </p:sp>
      <p:sp>
        <p:nvSpPr>
          <p:cNvPr id="10" name="Text Placeholder 6">
            <a:extLst xmlns:a="http://schemas.openxmlformats.org/drawingml/2006/main">
              <a:ext uri="{FF2B5EF4-FFF2-40B4-BE49-F238E27FC236}">
                <a16:creationId xmlns:a16="http://schemas.microsoft.com/office/drawing/2014/main" id="{A814835C-F55A-B721-47F4-598A0B62E391}"/>
              </a:ext>
            </a:extLst>
          </p:cNvPr>
          <p:cNvSpPr>
            <a:spLocks xmlns:a="http://schemas.openxmlformats.org/drawingml/2006/main" noGrp="1"/>
          </p:cNvSpPr>
          <p:nvPr>
            <p:ph type="body" idx="17" hasCustomPrompt="1"/>
          </p:nvPr>
        </p:nvSpPr>
        <p:spPr>
          <a:xfrm xmlns:a="http://schemas.openxmlformats.org/drawingml/2006/main">
            <a:off x="563499" y="5272809"/>
            <a:ext cx="6960422" cy="230832"/>
          </a:xfrm>
          <a:prstGeom xmlns:a="http://schemas.openxmlformats.org/drawingml/2006/main" prst="rect">
            <a:avLst/>
          </a:prstGeom>
        </p:spPr>
        <p:txBody>
          <a:bodyPr xmlns:a="http://schemas.openxmlformats.org/drawingml/2006/main"/>
          <a:lstStyle xmlns:a="http://schemas.openxmlformats.org/drawingml/2006/main">
            <a:lvl1pPr marL="0" indent="0">
              <a:buNone/>
              <a:defRPr sz="1500" b="0" i="0">
                <a:solidFill>
                  <a:schemeClr val="tx1"/>
                </a:solidFill>
                <a:latin typeface="Segoe UI Variable Display Semilight"/>
                <a:ea typeface="Segoe UI Variable Display Semilight"/>
                <a:cs typeface="Segoe UI Variable Display Semilight"/>
              </a:defRPr>
            </a:lvl1pPr>
          </a:lstStyle>
          <a:p xmlns:a="http://schemas.openxmlformats.org/drawingml/2006/main">
            <a:pPr lvl="0">
              <a:buNone/>
            </a:pPr>
            <a:r>
              <a:t>Department of title / position held</a:t>
            </a:r>
          </a:p>
        </p:txBody>
      </p:sp>
      <p:pic>
        <p:nvPicPr>
          <p:cNvPr id="17" name="Picture 13"/>
          <p:cNvPicPr>
            <a:picLocks xmlns:a="http://schemas.openxmlformats.org/drawingml/2006/main" noChangeAspect="1"/>
          </p:cNvPicPr>
          <p:nvPr/>
        </p:nvPicPr>
        <p:blipFill>
          <a:blip xmlns:r="http://schemas.openxmlformats.org/officeDocument/2006/relationships" xmlns:a="http://schemas.openxmlformats.org/drawingml/2006/main" r:embed="Rb862cbe71cb8430c"/>
          <a:srcRect xmlns:a="http://schemas.openxmlformats.org/drawingml/2006/main" l="0" t="0" r="0" b="0"/>
          <a:stretch xmlns:a="http://schemas.openxmlformats.org/drawingml/2006/main"/>
        </p:blipFill>
        <p:spPr>
          <a:xfrm xmlns:a="http://schemas.openxmlformats.org/drawingml/2006/main">
            <a:off x="563499" y="457270"/>
            <a:ext cx="2411347" cy="478112"/>
          </a:xfrm>
          <a:prstGeom xmlns:a="http://schemas.openxmlformats.org/drawingml/2006/main" prst="rect">
            <a:avLst/>
          </a:prstGeom>
        </p:spPr>
      </p:pic>
      <p:sp>
        <p:nvSpPr>
          <p:cNvPr id="3" name="Picture Placeholder 3">
            <a:extLst xmlns:a="http://schemas.openxmlformats.org/drawingml/2006/main">
              <a:ext uri="{FF2B5EF4-FFF2-40B4-BE49-F238E27FC236}">
                <a16:creationId xmlns:a16="http://schemas.microsoft.com/office/drawing/2014/main" id="{B4EB1B6F-D09C-6E4E-EDA3-521195C8107E}"/>
              </a:ext>
            </a:extLst>
          </p:cNvPr>
          <p:cNvSpPr>
            <a:spLocks xmlns:a="http://schemas.openxmlformats.org/drawingml/2006/main" noGrp="1"/>
          </p:cNvSpPr>
          <p:nvPr>
            <p:ph type="pic" idx="18" hasCustomPrompt="1"/>
          </p:nvPr>
        </p:nvSpPr>
        <p:spPr>
          <a:xfrm xmlns:a="http://schemas.openxmlformats.org/drawingml/2006/main">
            <a:off x="8867553" y="3560164"/>
            <a:ext cx="2477387" cy="2480872"/>
          </a:xfrm>
          <a:prstGeom xmlns:a="http://schemas.openxmlformats.org/drawingml/2006/main" prst="ellipse">
            <a:avLst/>
          </a:prstGeom>
          <a:solidFill xmlns:a="http://schemas.openxmlformats.org/drawingml/2006/main">
            <a:srgbClr val="FEF000"/>
          </a:solidFill>
        </p:spPr>
        <p:txBody>
          <a:bodyPr xmlns:a="http://schemas.openxmlformats.org/drawingml/2006/main"/>
          <a:lstStyle xmlns:a="http://schemas.openxmlformats.org/drawingml/2006/main">
            <a:lvl1pPr marL="0" indent="0" algn="ctr">
              <a:lnSpc>
                <a:spcPct val="150000"/>
              </a:lnSpc>
              <a:buNone/>
              <a:defRPr sz="1400" b="1" i="0">
                <a:latin typeface="Segoe UI Variable Display"/>
                <a:ea typeface="Segoe UI Variable Display"/>
                <a:cs typeface="Segoe UI Variable Display"/>
              </a:defRPr>
            </a:lvl1pPr>
          </a:lstStyle>
          <a:p xmlns:a="http://schemas.openxmlformats.org/drawingml/2006/main">
            <a:r>
              <a:t>Place Image Here</a:t>
            </a:r>
          </a:p>
        </p:txBody>
      </p:sp>
    </p:spTree>
  </p:cSld>
</p:sldLayout>
</file>

<file path=ppt/slideLayouts/slideLayout39.xml><?xml version="1.0" encoding="utf-8"?>
<p:sldLayout xmlns:p="http://schemas.openxmlformats.org/presentationml/2006/main" preserve="1" userDrawn="1">
  <p:cSld name="Section_Divider_Image">
    <p:spTree>
      <p:nvGrpSpPr>
        <p:cNvPr id="1" name=""/>
        <p:cNvGrpSpPr/>
        <p:nvPr/>
      </p:nvGrpSpPr>
      <p:grpSpPr>
        <a:xfrm xmlns:a="http://schemas.openxmlformats.org/drawingml/2006/main"/>
      </p:grpSpPr>
      <p:pic>
        <p:nvPicPr>
          <p:cNvPr id="10" name="Picture 3"/>
          <p:cNvPicPr>
            <a:picLocks xmlns:a="http://schemas.openxmlformats.org/drawingml/2006/main" noChangeAspect="1"/>
          </p:cNvPicPr>
          <p:nvPr/>
        </p:nvPicPr>
        <p:blipFill>
          <a:blip xmlns:r="http://schemas.openxmlformats.org/officeDocument/2006/relationships" xmlns:a="http://schemas.openxmlformats.org/drawingml/2006/main" r:embed="Rd90fd53850a44048"/>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8" name="Text Placeholder 2">
            <a:extLst xmlns:a="http://schemas.openxmlformats.org/drawingml/2006/main">
              <a:ext uri="{FF2B5EF4-FFF2-40B4-BE49-F238E27FC236}">
                <a16:creationId xmlns:a16="http://schemas.microsoft.com/office/drawing/2014/main" id="{0DB922C2-73CE-35BB-D875-2696454B8FCF}"/>
              </a:ext>
            </a:extLst>
          </p:cNvPr>
          <p:cNvSpPr>
            <a:spLocks xmlns:a="http://schemas.openxmlformats.org/drawingml/2006/main" noGrp="1"/>
          </p:cNvSpPr>
          <p:nvPr>
            <p:ph type="body" idx="11" hasCustomPrompt="1"/>
          </p:nvPr>
        </p:nvSpPr>
        <p:spPr>
          <a:xfrm xmlns:a="http://schemas.openxmlformats.org/drawingml/2006/main">
            <a:off x="584201" y="3646980"/>
            <a:ext cx="10480421" cy="1477328"/>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buNone/>
              <a:defRPr sz="4800" b="1" i="0">
                <a:solidFill>
                  <a:schemeClr val="bg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4800" b="1" i="0">
                <a:solidFill>
                  <a:schemeClr val="bg1"/>
                </a:solidFill>
                <a:latin typeface="Segoe UI Variable Display"/>
                <a:ea typeface="Segoe UI Variable Display"/>
                <a:cs typeface="Segoe UI Variable Display"/>
              </a:rPr>
              <a:t>Section Divider Title</a:t>
            </a:r>
          </a:p>
        </p:txBody>
      </p:sp>
      <p:sp>
        <p:nvSpPr>
          <p:cNvPr id="3" name="Footer Placeholder 1">
            <a:extLst xmlns:a="http://schemas.openxmlformats.org/drawingml/2006/main">
              <a:ext uri="{FF2B5EF4-FFF2-40B4-BE49-F238E27FC236}">
                <a16:creationId xmlns:a16="http://schemas.microsoft.com/office/drawing/2014/main" id="{9941B265-3099-9A0A-FEFD-C067D0F991E3}"/>
              </a:ext>
            </a:extLst>
          </p:cNvPr>
          <p:cNvSpPr>
            <a:spLocks xmlns:a="http://schemas.openxmlformats.org/drawingml/2006/main" noGrp="1"/>
          </p:cNvSpPr>
          <p:nvPr>
            <p:ph type="ftr" idx="13"/>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bg1"/>
                </a:solidFill>
                <a:latin typeface="Segoe UI Variable Small Light"/>
                <a:ea typeface="Segoe UI Variable Small Light"/>
                <a:cs typeface="Segoe UI Variable Small Light"/>
              </a:defRPr>
            </a:lvl1pPr>
          </a:lstStyle>
          <a:p xmlns:a="http://schemas.openxmlformats.org/drawingml/2006/main">
            <a:endParaRPr/>
          </a:p>
        </p:txBody>
      </p:sp>
      <p:sp>
        <p:nvSpPr>
          <p:cNvPr id="5" name="Text Placeholder 4">
            <a:extLst xmlns:a="http://schemas.openxmlformats.org/drawingml/2006/main">
              <a:ext uri="{FF2B5EF4-FFF2-40B4-BE49-F238E27FC236}">
                <a16:creationId xmlns:a16="http://schemas.microsoft.com/office/drawing/2014/main" id="{EF222949-29F5-AEDA-6D1E-81D071E885F9}"/>
              </a:ext>
            </a:extLst>
          </p:cNvPr>
          <p:cNvSpPr>
            <a:spLocks xmlns:a="http://schemas.openxmlformats.org/drawingml/2006/main" noGrp="1"/>
          </p:cNvSpPr>
          <p:nvPr>
            <p:ph type="body" idx="14" hasCustomPrompt="1"/>
          </p:nvPr>
        </p:nvSpPr>
        <p:spPr>
          <a:xfrm xmlns:a="http://schemas.openxmlformats.org/drawingml/2006/main">
            <a:off x="584200" y="5256152"/>
            <a:ext cx="10480421" cy="369332"/>
          </a:xfrm>
        </p:spPr>
        <p:txBody>
          <a:bodyPr xmlns:a="http://schemas.openxmlformats.org/drawingml/2006/main"/>
          <a:lstStyle xmlns:a="http://schemas.openxmlformats.org/drawingml/2006/main">
            <a:lvl1pPr marL="0" indent="0">
              <a:buNone/>
              <a:defRPr sz="2400" b="0" i="0">
                <a:solidFill>
                  <a:schemeClr val="bg1"/>
                </a:solidFill>
                <a:latin typeface="Segoe UI Variable Display"/>
                <a:ea typeface="Segoe UI Variable Display"/>
                <a:cs typeface="Segoe UI Variable Display"/>
              </a:defRPr>
            </a:lvl1pPr>
          </a:lstStyle>
          <a:p xmlns:a="http://schemas.openxmlformats.org/drawingml/2006/main">
            <a:pPr lvl="0">
              <a:buNone/>
            </a:pPr>
            <a:r>
              <a:t>Subtitle</a:t>
            </a:r>
          </a:p>
        </p:txBody>
      </p:sp>
    </p:spTree>
  </p:cSld>
</p:sldLayout>
</file>

<file path=ppt/slideLayouts/slideLayout40.xml><?xml version="1.0" encoding="utf-8"?>
<p:sldLayout xmlns:p="http://schemas.openxmlformats.org/presentationml/2006/main" preserve="1" userDrawn="1">
  <p:cSld name="Section_Divider_Gradient_Light">
    <p:spTree>
      <p:nvGrpSpPr>
        <p:cNvPr id="1" name=""/>
        <p:cNvGrpSpPr/>
        <p:nvPr/>
      </p:nvGrpSpPr>
      <p:grpSpPr>
        <a:xfrm xmlns:a="http://schemas.openxmlformats.org/drawingml/2006/main"/>
      </p:grpSpPr>
      <p:sp>
        <p:nvSpPr>
          <p:cNvPr id="5" name="Footer Placeholder 1">
            <a:extLst xmlns:a="http://schemas.openxmlformats.org/drawingml/2006/main">
              <a:ext uri="{FF2B5EF4-FFF2-40B4-BE49-F238E27FC236}">
                <a16:creationId xmlns:a16="http://schemas.microsoft.com/office/drawing/2014/main" id="{092EB425-F759-0B2D-7845-B13BEEDDDF81}"/>
              </a:ext>
            </a:extLst>
          </p:cNvPr>
          <p:cNvSpPr>
            <a:spLocks xmlns:a="http://schemas.openxmlformats.org/drawingml/2006/main" noGrp="1"/>
          </p:cNvSpPr>
          <p:nvPr>
            <p:ph type="ftr" idx="13"/>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
        <p:nvSpPr>
          <p:cNvPr id="6" name="Text Placeholder 2">
            <a:extLst xmlns:a="http://schemas.openxmlformats.org/drawingml/2006/main">
              <a:ext uri="{FF2B5EF4-FFF2-40B4-BE49-F238E27FC236}">
                <a16:creationId xmlns:a16="http://schemas.microsoft.com/office/drawing/2014/main" id="{A6B44958-A4BF-2419-7324-6654AAFC0200}"/>
              </a:ext>
            </a:extLst>
          </p:cNvPr>
          <p:cNvSpPr>
            <a:spLocks xmlns:a="http://schemas.openxmlformats.org/drawingml/2006/main" noGrp="1"/>
          </p:cNvSpPr>
          <p:nvPr>
            <p:ph type="body" idx="11" hasCustomPrompt="1"/>
          </p:nvPr>
        </p:nvSpPr>
        <p:spPr>
          <a:xfrm xmlns:a="http://schemas.openxmlformats.org/drawingml/2006/main">
            <a:off x="584201" y="3646980"/>
            <a:ext cx="10480421" cy="1477328"/>
          </a:xfrm>
          <a:prstGeom xmlns:a="http://schemas.openxmlformats.org/drawingml/2006/main" prst="rect">
            <a:avLst/>
          </a:prstGeom>
          <a:noFill xmlns:a="http://schemas.openxmlformats.org/drawingml/2006/main"/>
        </p:spPr>
        <p:txBody>
          <a:bodyPr xmlns:a="http://schemas.openxmlformats.org/drawingml/2006/main" anchor="b">
            <a:noAutofit/>
          </a:bodyPr>
          <a:lstStyle xmlns:a="http://schemas.openxmlformats.org/drawingml/2006/main">
            <a:lvl1pPr marL="0" indent="0">
              <a:buNone/>
              <a:defRPr sz="4800" b="1" i="0">
                <a:solidFill>
                  <a:srgbClr val="131313"/>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4800" b="1" i="0">
                <a:latin typeface="Segoe UI Variable Display"/>
                <a:ea typeface="Segoe UI Variable Display"/>
                <a:cs typeface="Segoe UI Variable Display"/>
              </a:rPr>
              <a:t>Section Divider title</a:t>
            </a:r>
          </a:p>
        </p:txBody>
      </p:sp>
      <p:sp>
        <p:nvSpPr>
          <p:cNvPr id="2" name="Text Placeholder 4">
            <a:extLst xmlns:a="http://schemas.openxmlformats.org/drawingml/2006/main">
              <a:ext uri="{FF2B5EF4-FFF2-40B4-BE49-F238E27FC236}">
                <a16:creationId xmlns:a16="http://schemas.microsoft.com/office/drawing/2014/main" id="{5C2D7F27-723C-3745-C8D1-5A9440BCEED7}"/>
              </a:ext>
            </a:extLst>
          </p:cNvPr>
          <p:cNvSpPr>
            <a:spLocks xmlns:a="http://schemas.openxmlformats.org/drawingml/2006/main" noGrp="1"/>
          </p:cNvSpPr>
          <p:nvPr>
            <p:ph type="body" idx="14" hasCustomPrompt="1"/>
          </p:nvPr>
        </p:nvSpPr>
        <p:spPr>
          <a:xfrm xmlns:a="http://schemas.openxmlformats.org/drawingml/2006/main">
            <a:off x="584200" y="5256152"/>
            <a:ext cx="10480421" cy="369332"/>
          </a:xfrm>
        </p:spPr>
        <p:txBody>
          <a:bodyPr xmlns:a="http://schemas.openxmlformats.org/drawingml/2006/main"/>
          <a:lstStyle xmlns:a="http://schemas.openxmlformats.org/drawingml/2006/main">
            <a:lvl1pPr marL="0" indent="0">
              <a:buNone/>
              <a:defRPr sz="2400" b="0" i="0">
                <a:solidFill>
                  <a:schemeClr val="tx1"/>
                </a:solidFill>
                <a:latin typeface="Segoe UI Variable Display"/>
                <a:ea typeface="Segoe UI Variable Display"/>
                <a:cs typeface="Segoe UI Variable Display"/>
              </a:defRPr>
            </a:lvl1pPr>
          </a:lstStyle>
          <a:p xmlns:a="http://schemas.openxmlformats.org/drawingml/2006/main">
            <a:pPr lvl="0">
              <a:buNone/>
            </a:pPr>
            <a:r>
              <a:t>Subtitle</a:t>
            </a:r>
          </a:p>
        </p:txBody>
      </p:sp>
    </p:spTree>
  </p:cSld>
</p:sldLayout>
</file>

<file path=ppt/slideLayouts/slideLayout41.xml><?xml version="1.0" encoding="utf-8"?>
<p:sldLayout xmlns:p="http://schemas.openxmlformats.org/presentationml/2006/main" preserve="1" userDrawn="1">
  <p:cSld name="Blank_Image">
    <p:spTree>
      <p:nvGrpSpPr>
        <p:cNvPr id="1" name=""/>
        <p:cNvGrpSpPr/>
        <p:nvPr/>
      </p:nvGrpSpPr>
      <p:grpSpPr>
        <a:xfrm xmlns:a="http://schemas.openxmlformats.org/drawingml/2006/main"/>
      </p:grpSpPr>
      <p:pic>
        <p:nvPicPr>
          <p:cNvPr id="9" name="Picture 3"/>
          <p:cNvPicPr>
            <a:picLocks xmlns:a="http://schemas.openxmlformats.org/drawingml/2006/main" noChangeAspect="1"/>
          </p:cNvPicPr>
          <p:nvPr/>
        </p:nvPicPr>
        <p:blipFill>
          <a:blip xmlns:r="http://schemas.openxmlformats.org/officeDocument/2006/relationships" xmlns:a="http://schemas.openxmlformats.org/drawingml/2006/main" r:embed="R255a1328f5414b23"/>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 Placeholder 2">
            <a:extLst xmlns:a="http://schemas.openxmlformats.org/drawingml/2006/main">
              <a:ext uri="{FF2B5EF4-FFF2-40B4-BE49-F238E27FC236}">
                <a16:creationId xmlns:a16="http://schemas.microsoft.com/office/drawing/2014/main" id="{3888857E-1B2B-32A5-FE56-3867EB1638A3}"/>
              </a:ext>
            </a:extLst>
          </p:cNvPr>
          <p:cNvSpPr>
            <a:spLocks xmlns:a="http://schemas.openxmlformats.org/drawingml/2006/main" noGrp="1"/>
          </p:cNvSpPr>
          <p:nvPr>
            <p:ph type="body" idx="11" hasCustomPrompt="1"/>
          </p:nvPr>
        </p:nvSpPr>
        <p:spPr>
          <a:xfrm xmlns:a="http://schemas.openxmlformats.org/drawingml/2006/main">
            <a:off x="584201" y="5369099"/>
            <a:ext cx="11128187" cy="763655"/>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buNone/>
              <a:defRPr sz="4800" b="1" i="0">
                <a:solidFill>
                  <a:schemeClr val="bg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4800" b="1" i="0">
                <a:solidFill>
                  <a:schemeClr val="bg1"/>
                </a:solidFill>
                <a:latin typeface="Segoe UI Variable Display"/>
                <a:ea typeface="Segoe UI Variable Display"/>
                <a:cs typeface="Segoe UI Variable Display"/>
              </a:rPr>
              <a:t>Click to edit title</a:t>
            </a:r>
          </a:p>
        </p:txBody>
      </p:sp>
      <p:sp>
        <p:nvSpPr>
          <p:cNvPr id="7" name="Footer Placeholder 1">
            <a:extLst xmlns:a="http://schemas.openxmlformats.org/drawingml/2006/main">
              <a:ext uri="{FF2B5EF4-FFF2-40B4-BE49-F238E27FC236}">
                <a16:creationId xmlns:a16="http://schemas.microsoft.com/office/drawing/2014/main" id="{7A38BE22-6AA2-521B-285D-5426E1F4F4A9}"/>
              </a:ext>
            </a:extLst>
          </p:cNvPr>
          <p:cNvSpPr>
            <a:spLocks xmlns:a="http://schemas.openxmlformats.org/drawingml/2006/main" noGrp="1"/>
          </p:cNvSpPr>
          <p:nvPr>
            <p:ph type="ftr" idx="13"/>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bg1"/>
                </a:solidFill>
                <a:latin typeface="Segoe UI Variable Small Light"/>
                <a:ea typeface="Segoe UI Variable Small Light"/>
                <a:cs typeface="Segoe UI Variable Small Light"/>
              </a:defRPr>
            </a:lvl1pPr>
          </a:lstStyle>
          <a:p xmlns:a="http://schemas.openxmlformats.org/drawingml/2006/main">
            <a:endParaRPr/>
          </a:p>
        </p:txBody>
      </p:sp>
    </p:spTree>
  </p:cSld>
</p:sldLayout>
</file>

<file path=ppt/slideLayouts/slideLayout42.xml><?xml version="1.0" encoding="utf-8"?>
<p:sldLayout xmlns:p="http://schemas.openxmlformats.org/presentationml/2006/main" preserve="1" userDrawn="1">
  <p:cSld name="Blank_White">
    <p:spTree>
      <p:nvGrpSpPr>
        <p:cNvPr id="1" name=""/>
        <p:cNvGrpSpPr/>
        <p:nvPr/>
      </p:nvGrpSpPr>
      <p:grpSpPr>
        <a:xfrm xmlns:a="http://schemas.openxmlformats.org/drawingml/2006/main"/>
      </p:grpSpPr>
      <p:sp>
        <p:nvSpPr>
          <p:cNvPr id="4" name="Text Placeholder 2">
            <a:extLst xmlns:a="http://schemas.openxmlformats.org/drawingml/2006/main">
              <a:ext uri="{FF2B5EF4-FFF2-40B4-BE49-F238E27FC236}">
                <a16:creationId xmlns:a16="http://schemas.microsoft.com/office/drawing/2014/main" id="{578226A4-A1AE-3745-A3A3-2A26E8C9834A}"/>
              </a:ext>
            </a:extLst>
          </p:cNvPr>
          <p:cNvSpPr>
            <a:spLocks xmlns:a="http://schemas.openxmlformats.org/drawingml/2006/main" noGrp="1"/>
          </p:cNvSpPr>
          <p:nvPr>
            <p:ph type="body" idx="12" hasCustomPrompt="1"/>
          </p:nvPr>
        </p:nvSpPr>
        <p:spPr>
          <a:xfrm xmlns:a="http://schemas.openxmlformats.org/drawingml/2006/main">
            <a:off x="584201" y="5369099"/>
            <a:ext cx="11128187" cy="763655"/>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buNone/>
              <a:defRPr sz="4800" b="1" i="0">
                <a:solidFill>
                  <a:schemeClr val="tx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4800" b="1" i="0">
                <a:latin typeface="Segoe UI Variable Display"/>
                <a:ea typeface="Segoe UI Variable Display"/>
                <a:cs typeface="Segoe UI Variable Display"/>
              </a:rPr>
              <a:t>Click to edit title</a:t>
            </a:r>
          </a:p>
        </p:txBody>
      </p:sp>
      <p:sp>
        <p:nvSpPr>
          <p:cNvPr id="6" name="Footer Placeholder 1">
            <a:extLst xmlns:a="http://schemas.openxmlformats.org/drawingml/2006/main">
              <a:ext uri="{FF2B5EF4-FFF2-40B4-BE49-F238E27FC236}">
                <a16:creationId xmlns:a16="http://schemas.microsoft.com/office/drawing/2014/main" id="{51F3B1FA-F5A4-87CA-1BFC-2EDE23CFBBD1}"/>
              </a:ext>
            </a:extLst>
          </p:cNvPr>
          <p:cNvSpPr>
            <a:spLocks xmlns:a="http://schemas.openxmlformats.org/drawingml/2006/main" noGrp="1"/>
          </p:cNvSpPr>
          <p:nvPr>
            <p:ph type="ftr" idx="16"/>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Tree>
  </p:cSld>
</p:sldLayout>
</file>

<file path=ppt/slideLayouts/slideLayout43.xml><?xml version="1.0" encoding="utf-8"?>
<p:sldLayout xmlns:p="http://schemas.openxmlformats.org/presentationml/2006/main" preserve="1" userDrawn="1">
  <p:cSld name="Quote_Image">
    <p:spTree>
      <p:nvGrpSpPr>
        <p:cNvPr id="1" name=""/>
        <p:cNvGrpSpPr/>
        <p:nvPr/>
      </p:nvGrpSpPr>
      <p:grpSpPr>
        <a:xfrm xmlns:a="http://schemas.openxmlformats.org/drawingml/2006/main"/>
      </p:grpSpPr>
      <p:pic>
        <p:nvPicPr>
          <p:cNvPr id="14" name="Picture 9"/>
          <p:cNvPicPr>
            <a:picLocks xmlns:a="http://schemas.openxmlformats.org/drawingml/2006/main" noChangeAspect="1"/>
          </p:cNvPicPr>
          <p:nvPr/>
        </p:nvPicPr>
        <p:blipFill>
          <a:blip xmlns:r="http://schemas.openxmlformats.org/officeDocument/2006/relationships" xmlns:a="http://schemas.openxmlformats.org/drawingml/2006/main" r:embed="R86437f66c8ae460f"/>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8" name="Slide Number Placeholder 7">
            <a:extLst xmlns:a="http://schemas.openxmlformats.org/drawingml/2006/main">
              <a:ext uri="{FF2B5EF4-FFF2-40B4-BE49-F238E27FC236}">
                <a16:creationId xmlns:a16="http://schemas.microsoft.com/office/drawing/2014/main" id="{EDDFDE15-7818-1751-D702-DB58A162D3BE}"/>
              </a:ext>
            </a:extLst>
          </p:cNvPr>
          <p:cNvSpPr>
            <a:spLocks xmlns:a="http://schemas.openxmlformats.org/drawingml/2006/main" noGrp="1"/>
          </p:cNvSpPr>
          <p:nvPr>
            <p:ph type="sldNum" idx="15"/>
          </p:nvPr>
        </p:nvSpPr>
        <p:spPr/>
        <p:txBody>
          <a:bodyPr xmlns:a="http://schemas.openxmlformats.org/drawingml/2006/main"/>
          <a:lstStyle xmlns:a="http://schemas.openxmlformats.org/drawingml/2006/main">
            <a:lvl1pPr>
              <a:buNone/>
              <a:defRPr b="1" i="0">
                <a:solidFill>
                  <a:schemeClr val="bg1"/>
                </a:solidFill>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2" name="TextBox 1">
            <a:extLst xmlns:a="http://schemas.openxmlformats.org/drawingml/2006/main">
              <a:ext uri="{FF2B5EF4-FFF2-40B4-BE49-F238E27FC236}">
                <a16:creationId xmlns:a16="http://schemas.microsoft.com/office/drawing/2014/main" id="{C0C1198E-A442-CDDE-C721-94C16341032F}"/>
              </a:ext>
            </a:extLst>
          </p:cNvPr>
          <p:cNvSpPr>
            <a:spLocks xmlns:a="http://schemas.openxmlformats.org/drawingml/2006/main" noGrp="1"/>
          </p:cNvSpPr>
          <p:nvPr/>
        </p:nvSpPr>
        <p:spPr>
          <a:xfrm xmlns:a="http://schemas.openxmlformats.org/drawingml/2006/main">
            <a:off x="721361" y="2014739"/>
            <a:ext cx="3210560" cy="23852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15500" b="1" i="0">
                <a:solidFill>
                  <a:schemeClr val="accent3">
                    <a:lumMod val="40000"/>
                    <a:lumOff val="60000"/>
                  </a:schemeClr>
                </a:solidFill>
                <a:latin typeface="Segoe UI Variable Display"/>
                <a:ea typeface="Segoe UI Variable Display"/>
                <a:cs typeface="Segoe UI Variable Display"/>
              </a:rPr>
              <a:t>“</a:t>
            </a:r>
          </a:p>
        </p:txBody>
      </p:sp>
      <p:sp>
        <p:nvSpPr>
          <p:cNvPr id="3" name="Text Placeholder 2">
            <a:extLst xmlns:a="http://schemas.openxmlformats.org/drawingml/2006/main">
              <a:ext uri="{FF2B5EF4-FFF2-40B4-BE49-F238E27FC236}">
                <a16:creationId xmlns:a16="http://schemas.microsoft.com/office/drawing/2014/main" id="{75A4BAFA-7127-6C18-1004-7E76BB691DF4}"/>
              </a:ext>
            </a:extLst>
          </p:cNvPr>
          <p:cNvSpPr>
            <a:spLocks xmlns:a="http://schemas.openxmlformats.org/drawingml/2006/main" noGrp="1"/>
          </p:cNvSpPr>
          <p:nvPr>
            <p:ph type="body" idx="11" hasCustomPrompt="1"/>
          </p:nvPr>
        </p:nvSpPr>
        <p:spPr>
          <a:xfrm xmlns:a="http://schemas.openxmlformats.org/drawingml/2006/main">
            <a:off x="1119949" y="3012689"/>
            <a:ext cx="9952101" cy="2092881"/>
          </a:xfrm>
          <a:prstGeom xmlns:a="http://schemas.openxmlformats.org/drawingml/2006/main" prst="rect">
            <a:avLst/>
          </a:prstGeom>
        </p:spPr>
        <p:txBody>
          <a:bodyPr xmlns:a="http://schemas.openxmlformats.org/drawingml/2006/main"/>
          <a:lstStyle xmlns:a="http://schemas.openxmlformats.org/drawingml/2006/main">
            <a:lvl1pPr marL="0" indent="0">
              <a:buNone/>
              <a:defRPr sz="4000" b="1" i="0">
                <a:solidFill>
                  <a:schemeClr val="bg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marL="0" marR="0" lvl="0" indent="0" algn="l" defTabSz="932742">
              <a:lnSpc>
                <a:spcPct val="100000"/>
              </a:lnSpc>
              <a:spcBef>
                <a:spcPct val="20000"/>
              </a:spcBef>
              <a:spcAft>
                <a:spcPts val="0"/>
              </a:spcAft>
              <a:buClrTx/>
              <a:buSzPct val="90000"/>
              <a:buFont typeface="Wingdings"/>
              <a:buNone/>
            </a:pPr>
            <a:r>
              <a:rPr sz="4000" b="1" i="0">
                <a:solidFill>
                  <a:schemeClr val="bg1"/>
                </a:solidFill>
                <a:latin typeface="Segoe UI Variable Display"/>
                <a:ea typeface="Segoe UI Variable Display"/>
                <a:cs typeface="Segoe UI Variable Display"/>
              </a:rPr>
              <a:t>Add quote text here Add quote text here</a:t>
            </a:r>
          </a:p>
          <a:p xmlns:a="http://schemas.openxmlformats.org/drawingml/2006/main">
            <a:pPr marL="0" marR="0" lvl="0" indent="0" algn="l" defTabSz="932742">
              <a:lnSpc>
                <a:spcPct val="100000"/>
              </a:lnSpc>
              <a:spcBef>
                <a:spcPct val="20000"/>
              </a:spcBef>
              <a:spcAft>
                <a:spcPts val="0"/>
              </a:spcAft>
              <a:buClrTx/>
              <a:buSzPct val="90000"/>
              <a:buFont typeface="Wingdings"/>
              <a:buNone/>
            </a:pPr>
            <a:r>
              <a:rPr sz="4000" b="1" i="0">
                <a:solidFill>
                  <a:schemeClr val="bg1"/>
                </a:solidFill>
                <a:latin typeface="Segoe UI Variable Display"/>
                <a:ea typeface="Segoe UI Variable Display"/>
                <a:cs typeface="Segoe UI Variable Display"/>
              </a:rPr>
              <a:t>Add quote text here Add quote text here</a:t>
            </a:r>
          </a:p>
          <a:p xmlns:a="http://schemas.openxmlformats.org/drawingml/2006/main">
            <a:pPr marL="0" marR="0" lvl="0" indent="0" algn="l" defTabSz="932742">
              <a:lnSpc>
                <a:spcPct val="100000"/>
              </a:lnSpc>
              <a:spcBef>
                <a:spcPct val="20000"/>
              </a:spcBef>
              <a:spcAft>
                <a:spcPts val="0"/>
              </a:spcAft>
              <a:buClrTx/>
              <a:buSzPct val="90000"/>
              <a:buFont typeface="Wingdings"/>
              <a:buNone/>
            </a:pPr>
            <a:r>
              <a:rPr sz="4000" b="1" i="0">
                <a:solidFill>
                  <a:schemeClr val="bg1"/>
                </a:solidFill>
                <a:latin typeface="Segoe UI Variable Display"/>
                <a:ea typeface="Segoe UI Variable Display"/>
                <a:cs typeface="Segoe UI Variable Display"/>
              </a:rPr>
              <a:t>Add quote text here</a:t>
            </a:r>
          </a:p>
        </p:txBody>
      </p:sp>
      <p:sp>
        <p:nvSpPr>
          <p:cNvPr id="5" name="Text Placeholder 3">
            <a:extLst xmlns:a="http://schemas.openxmlformats.org/drawingml/2006/main">
              <a:ext uri="{FF2B5EF4-FFF2-40B4-BE49-F238E27FC236}">
                <a16:creationId xmlns:a16="http://schemas.microsoft.com/office/drawing/2014/main" id="{DC94C2EC-511A-A0CE-A973-77E67A941389}"/>
              </a:ext>
            </a:extLst>
          </p:cNvPr>
          <p:cNvSpPr>
            <a:spLocks xmlns:a="http://schemas.openxmlformats.org/drawingml/2006/main" noGrp="1"/>
          </p:cNvSpPr>
          <p:nvPr>
            <p:ph type="body" idx="12" hasCustomPrompt="1"/>
          </p:nvPr>
        </p:nvSpPr>
        <p:spPr>
          <a:xfrm xmlns:a="http://schemas.openxmlformats.org/drawingml/2006/main">
            <a:off x="1119188" y="5292185"/>
            <a:ext cx="9953625" cy="246221"/>
          </a:xfrm>
          <a:prstGeom xmlns:a="http://schemas.openxmlformats.org/drawingml/2006/main" prst="rect">
            <a:avLst/>
          </a:prstGeom>
        </p:spPr>
        <p:txBody>
          <a:bodyPr xmlns:a="http://schemas.openxmlformats.org/drawingml/2006/main"/>
          <a:lstStyle xmlns:a="http://schemas.openxmlformats.org/drawingml/2006/main">
            <a:lvl1pPr marL="0" indent="0">
              <a:buNone/>
              <a:defRPr sz="1600" b="1" i="0">
                <a:solidFill>
                  <a:schemeClr val="bg1"/>
                </a:solidFill>
                <a:latin typeface="Segoe UI Semibold"/>
                <a:ea typeface="Segoe UI Semibold"/>
                <a:cs typeface="Segoe UI Semibold"/>
              </a:defRPr>
            </a:lvl1pPr>
          </a:lstStyle>
          <a:p xmlns:a="http://schemas.openxmlformats.org/drawingml/2006/main">
            <a:pPr algn="l">
              <a:buNone/>
            </a:pPr>
            <a:r>
              <a:rPr sz="1600" b="1" i="0">
                <a:solidFill>
                  <a:schemeClr val="bg1"/>
                </a:solidFill>
                <a:latin typeface="Segoe UI Variable Small Semibold"/>
                <a:ea typeface="Segoe UI Variable Small Semibold"/>
                <a:cs typeface="Segoe UI Variable Small Semibold"/>
              </a:rPr>
              <a:t>Person’s Name – Title - Source</a:t>
            </a:r>
          </a:p>
        </p:txBody>
      </p:sp>
      <p:sp>
        <p:nvSpPr>
          <p:cNvPr id="12" name="Text Placeholder 9">
            <a:extLst xmlns:a="http://schemas.openxmlformats.org/drawingml/2006/main">
              <a:ext uri="{FF2B5EF4-FFF2-40B4-BE49-F238E27FC236}">
                <a16:creationId xmlns:a16="http://schemas.microsoft.com/office/drawing/2014/main" id="{EB529936-4718-5813-E590-8D95CF84E2AE}"/>
              </a:ext>
            </a:extLst>
          </p:cNvPr>
          <p:cNvSpPr>
            <a:spLocks xmlns:a="http://schemas.openxmlformats.org/drawingml/2006/main" noGrp="1"/>
          </p:cNvSpPr>
          <p:nvPr>
            <p:ph type="body" idx="13" hasCustomPrompt="1"/>
          </p:nvPr>
        </p:nvSpPr>
        <p:spPr>
          <a:xfrm xmlns:a="http://schemas.openxmlformats.org/drawingml/2006/main">
            <a:off x="1119188" y="5589841"/>
            <a:ext cx="9953625" cy="184666"/>
          </a:xfrm>
          <a:prstGeom xmlns:a="http://schemas.openxmlformats.org/drawingml/2006/main" prst="rect">
            <a:avLst/>
          </a:prstGeom>
        </p:spPr>
        <p:txBody>
          <a:bodyPr xmlns:a="http://schemas.openxmlformats.org/drawingml/2006/main"/>
          <a:lstStyle xmlns:a="http://schemas.openxmlformats.org/drawingml/2006/main">
            <a:lvl1pPr marL="0" indent="0">
              <a:buNone/>
              <a:defRPr sz="1200" b="0" i="0">
                <a:solidFill>
                  <a:schemeClr val="bg1"/>
                </a:solidFill>
                <a:latin typeface="+mn-lt"/>
                <a:ea typeface="+mn-lt"/>
                <a:cs typeface="+mn-lt"/>
              </a:defRPr>
            </a:lvl1pPr>
          </a:lstStyle>
          <a:p xmlns:a="http://schemas.openxmlformats.org/drawingml/2006/main">
            <a:pPr algn="l">
              <a:buNone/>
            </a:pPr>
            <a:r>
              <a:rPr sz="1200" b="0" i="0">
                <a:solidFill>
                  <a:schemeClr val="bg1"/>
                </a:solidFill>
                <a:latin typeface="Segoe UI Variable Small Semilight"/>
                <a:ea typeface="Segoe UI Variable Small Semilight"/>
                <a:cs typeface="Segoe UI Variable Small Semilight"/>
              </a:rPr>
              <a:t>Tertiary Information Goes Here</a:t>
            </a:r>
          </a:p>
        </p:txBody>
      </p:sp>
      <p:sp>
        <p:nvSpPr>
          <p:cNvPr id="6" name="Footer Placeholder 1">
            <a:extLst xmlns:a="http://schemas.openxmlformats.org/drawingml/2006/main">
              <a:ext uri="{FF2B5EF4-FFF2-40B4-BE49-F238E27FC236}">
                <a16:creationId xmlns:a16="http://schemas.microsoft.com/office/drawing/2014/main" id="{47DEEA79-BC89-68A6-0D17-69C3C2D1B84C}"/>
              </a:ext>
            </a:extLst>
          </p:cNvPr>
          <p:cNvSpPr>
            <a:spLocks xmlns:a="http://schemas.openxmlformats.org/drawingml/2006/main" noGrp="1"/>
          </p:cNvSpPr>
          <p:nvPr>
            <p:ph type="ftr" idx="16"/>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bg1"/>
                </a:solidFill>
                <a:latin typeface="Segoe UI Variable Small Light"/>
                <a:ea typeface="Segoe UI Variable Small Light"/>
                <a:cs typeface="Segoe UI Variable Small Light"/>
              </a:defRPr>
            </a:lvl1pPr>
          </a:lstStyle>
          <a:p xmlns:a="http://schemas.openxmlformats.org/drawingml/2006/main">
            <a:endParaRPr/>
          </a:p>
        </p:txBody>
      </p:sp>
    </p:spTree>
  </p:cSld>
</p:sldLayout>
</file>

<file path=ppt/slideLayouts/slideLayout44.xml><?xml version="1.0" encoding="utf-8"?>
<p:sldLayout xmlns:p="http://schemas.openxmlformats.org/presentationml/2006/main" preserve="1" userDrawn="1">
  <p:cSld name="Quote_White">
    <p:spTree>
      <p:nvGrpSpPr>
        <p:cNvPr id="1" name=""/>
        <p:cNvGrpSpPr/>
        <p:nvPr/>
      </p:nvGrpSpPr>
      <p:grpSpPr>
        <a:xfrm xmlns:a="http://schemas.openxmlformats.org/drawingml/2006/main"/>
      </p:grpSpPr>
      <p:sp>
        <p:nvSpPr>
          <p:cNvPr id="8" name="Slide Number Placeholder 7">
            <a:extLst xmlns:a="http://schemas.openxmlformats.org/drawingml/2006/main">
              <a:ext uri="{FF2B5EF4-FFF2-40B4-BE49-F238E27FC236}">
                <a16:creationId xmlns:a16="http://schemas.microsoft.com/office/drawing/2014/main" id="{EDDFDE15-7818-1751-D702-DB58A162D3BE}"/>
              </a:ext>
            </a:extLst>
          </p:cNvPr>
          <p:cNvSpPr>
            <a:spLocks xmlns:a="http://schemas.openxmlformats.org/drawingml/2006/main" noGrp="1"/>
          </p:cNvSpPr>
          <p:nvPr>
            <p:ph type="sldNum" idx="15"/>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2" name="Footer Placeholder 1">
            <a:extLst xmlns:a="http://schemas.openxmlformats.org/drawingml/2006/main">
              <a:ext uri="{FF2B5EF4-FFF2-40B4-BE49-F238E27FC236}">
                <a16:creationId xmlns:a16="http://schemas.microsoft.com/office/drawing/2014/main" id="{EC56F4E8-F6DB-0F4D-EFF1-56B18856A03A}"/>
              </a:ext>
            </a:extLst>
          </p:cNvPr>
          <p:cNvSpPr>
            <a:spLocks xmlns:a="http://schemas.openxmlformats.org/drawingml/2006/main" noGrp="1"/>
          </p:cNvSpPr>
          <p:nvPr>
            <p:ph type="ftr" idx="16"/>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
        <p:nvSpPr>
          <p:cNvPr id="6" name="Text Placeholder 2">
            <a:extLst xmlns:a="http://schemas.openxmlformats.org/drawingml/2006/main">
              <a:ext uri="{FF2B5EF4-FFF2-40B4-BE49-F238E27FC236}">
                <a16:creationId xmlns:a16="http://schemas.microsoft.com/office/drawing/2014/main" id="{088DC2D7-12FF-E0B6-E67D-F57C23A75DA4}"/>
              </a:ext>
            </a:extLst>
          </p:cNvPr>
          <p:cNvSpPr>
            <a:spLocks xmlns:a="http://schemas.openxmlformats.org/drawingml/2006/main" noGrp="1"/>
          </p:cNvSpPr>
          <p:nvPr>
            <p:ph type="body" idx="11" hasCustomPrompt="1"/>
          </p:nvPr>
        </p:nvSpPr>
        <p:spPr>
          <a:xfrm xmlns:a="http://schemas.openxmlformats.org/drawingml/2006/main">
            <a:off x="1119949" y="3012689"/>
            <a:ext cx="9952101" cy="2092881"/>
          </a:xfrm>
          <a:prstGeom xmlns:a="http://schemas.openxmlformats.org/drawingml/2006/main" prst="rect">
            <a:avLst/>
          </a:prstGeom>
        </p:spPr>
        <p:txBody>
          <a:bodyPr xmlns:a="http://schemas.openxmlformats.org/drawingml/2006/main"/>
          <a:lstStyle xmlns:a="http://schemas.openxmlformats.org/drawingml/2006/main">
            <a:lvl1pPr marL="0" indent="0">
              <a:buNone/>
              <a:defRPr sz="4000" b="1" i="0">
                <a:solidFill>
                  <a:schemeClr val="tx1"/>
                </a:solidFill>
                <a:latin typeface="Segoe UI Variable Display"/>
                <a:ea typeface="Segoe UI Variable Display"/>
                <a:cs typeface="Segoe UI Variable Display"/>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marL="0" marR="0" lvl="0" indent="0" algn="l" defTabSz="932742">
              <a:lnSpc>
                <a:spcPct val="100000"/>
              </a:lnSpc>
              <a:spcBef>
                <a:spcPct val="20000"/>
              </a:spcBef>
              <a:spcAft>
                <a:spcPts val="0"/>
              </a:spcAft>
              <a:buClrTx/>
              <a:buSzPct val="90000"/>
              <a:buFont typeface="Wingdings"/>
              <a:buNone/>
            </a:pPr>
            <a:r>
              <a:rPr sz="4000" b="1" i="0">
                <a:solidFill>
                  <a:schemeClr val="tx1"/>
                </a:solidFill>
                <a:latin typeface="Segoe UI Variable Display"/>
                <a:ea typeface="Segoe UI Variable Display"/>
                <a:cs typeface="Segoe UI Variable Display"/>
              </a:rPr>
              <a:t>Add quote text here Add quote text here</a:t>
            </a:r>
          </a:p>
          <a:p xmlns:a="http://schemas.openxmlformats.org/drawingml/2006/main">
            <a:pPr marL="0" marR="0" lvl="0" indent="0" algn="l" defTabSz="932742">
              <a:lnSpc>
                <a:spcPct val="100000"/>
              </a:lnSpc>
              <a:spcBef>
                <a:spcPct val="20000"/>
              </a:spcBef>
              <a:spcAft>
                <a:spcPts val="0"/>
              </a:spcAft>
              <a:buClrTx/>
              <a:buSzPct val="90000"/>
              <a:buFont typeface="Wingdings"/>
              <a:buNone/>
            </a:pPr>
            <a:r>
              <a:rPr sz="4000" b="1" i="0">
                <a:solidFill>
                  <a:schemeClr val="tx1"/>
                </a:solidFill>
                <a:latin typeface="Segoe UI Variable Display"/>
                <a:ea typeface="Segoe UI Variable Display"/>
                <a:cs typeface="Segoe UI Variable Display"/>
              </a:rPr>
              <a:t>Add quote text here Add quote text here</a:t>
            </a:r>
          </a:p>
          <a:p xmlns:a="http://schemas.openxmlformats.org/drawingml/2006/main">
            <a:pPr marL="0" marR="0" lvl="0" indent="0" algn="l" defTabSz="932742">
              <a:lnSpc>
                <a:spcPct val="100000"/>
              </a:lnSpc>
              <a:spcBef>
                <a:spcPct val="20000"/>
              </a:spcBef>
              <a:spcAft>
                <a:spcPts val="0"/>
              </a:spcAft>
              <a:buClrTx/>
              <a:buSzPct val="90000"/>
              <a:buFont typeface="Wingdings"/>
              <a:buNone/>
            </a:pPr>
            <a:r>
              <a:rPr sz="4000" b="1" i="0">
                <a:solidFill>
                  <a:schemeClr val="tx1"/>
                </a:solidFill>
                <a:latin typeface="Segoe UI Variable Display"/>
                <a:ea typeface="Segoe UI Variable Display"/>
                <a:cs typeface="Segoe UI Variable Display"/>
              </a:rPr>
              <a:t>Add quote text here</a:t>
            </a:r>
          </a:p>
        </p:txBody>
      </p:sp>
      <p:sp>
        <p:nvSpPr>
          <p:cNvPr id="10" name="Text Placeholder 3">
            <a:extLst xmlns:a="http://schemas.openxmlformats.org/drawingml/2006/main">
              <a:ext uri="{FF2B5EF4-FFF2-40B4-BE49-F238E27FC236}">
                <a16:creationId xmlns:a16="http://schemas.microsoft.com/office/drawing/2014/main" id="{9353D2C3-E997-95E8-9BE9-061C8A8BBCCF}"/>
              </a:ext>
            </a:extLst>
          </p:cNvPr>
          <p:cNvSpPr>
            <a:spLocks xmlns:a="http://schemas.openxmlformats.org/drawingml/2006/main" noGrp="1"/>
          </p:cNvSpPr>
          <p:nvPr>
            <p:ph type="body" idx="12" hasCustomPrompt="1"/>
          </p:nvPr>
        </p:nvSpPr>
        <p:spPr>
          <a:xfrm xmlns:a="http://schemas.openxmlformats.org/drawingml/2006/main">
            <a:off x="1119188" y="5292185"/>
            <a:ext cx="9953625" cy="246221"/>
          </a:xfrm>
          <a:prstGeom xmlns:a="http://schemas.openxmlformats.org/drawingml/2006/main" prst="rect">
            <a:avLst/>
          </a:prstGeom>
        </p:spPr>
        <p:txBody>
          <a:bodyPr xmlns:a="http://schemas.openxmlformats.org/drawingml/2006/main"/>
          <a:lstStyle xmlns:a="http://schemas.openxmlformats.org/drawingml/2006/main">
            <a:lvl1pPr marL="0" indent="0">
              <a:buNone/>
              <a:defRPr sz="1600" b="1" i="0">
                <a:solidFill>
                  <a:schemeClr val="tx1"/>
                </a:solidFill>
                <a:latin typeface="Segoe UI Semibold"/>
                <a:ea typeface="Segoe UI Semibold"/>
                <a:cs typeface="Segoe UI Semibold"/>
              </a:defRPr>
            </a:lvl1pPr>
          </a:lstStyle>
          <a:p xmlns:a="http://schemas.openxmlformats.org/drawingml/2006/main">
            <a:pPr marL="0" marR="0" lvl="0" indent="0" algn="l" defTabSz="914367">
              <a:lnSpc>
                <a:spcPct val="100000"/>
              </a:lnSpc>
              <a:spcBef>
                <a:spcPts val="0"/>
              </a:spcBef>
              <a:spcAft>
                <a:spcPts val="0"/>
              </a:spcAft>
              <a:buClrTx/>
              <a:buSzTx/>
              <a:buFontTx/>
              <a:buNone/>
            </a:pPr>
            <a:r>
              <a:rPr sz="1600" b="1" i="0">
                <a:solidFill>
                  <a:schemeClr val="tx1"/>
                </a:solidFill>
                <a:latin typeface="Segoe UI Variable Small Semibold"/>
                <a:ea typeface="Segoe UI Variable Small Semibold"/>
                <a:cs typeface="Segoe UI Variable Small Semibold"/>
              </a:rPr>
              <a:t>Person’s Name – Title - Source</a:t>
            </a:r>
          </a:p>
        </p:txBody>
      </p:sp>
      <p:sp>
        <p:nvSpPr>
          <p:cNvPr id="12" name="Text Placeholder 9">
            <a:extLst xmlns:a="http://schemas.openxmlformats.org/drawingml/2006/main">
              <a:ext uri="{FF2B5EF4-FFF2-40B4-BE49-F238E27FC236}">
                <a16:creationId xmlns:a16="http://schemas.microsoft.com/office/drawing/2014/main" id="{B01E6E8A-DC83-B933-928D-1D697891386F}"/>
              </a:ext>
            </a:extLst>
          </p:cNvPr>
          <p:cNvSpPr>
            <a:spLocks xmlns:a="http://schemas.openxmlformats.org/drawingml/2006/main" noGrp="1"/>
          </p:cNvSpPr>
          <p:nvPr>
            <p:ph type="body" idx="13" hasCustomPrompt="1"/>
          </p:nvPr>
        </p:nvSpPr>
        <p:spPr>
          <a:xfrm xmlns:a="http://schemas.openxmlformats.org/drawingml/2006/main">
            <a:off x="1119188" y="5589841"/>
            <a:ext cx="9953625" cy="184666"/>
          </a:xfrm>
          <a:prstGeom xmlns:a="http://schemas.openxmlformats.org/drawingml/2006/main" prst="rect">
            <a:avLst/>
          </a:prstGeom>
        </p:spPr>
        <p:txBody>
          <a:bodyPr xmlns:a="http://schemas.openxmlformats.org/drawingml/2006/main"/>
          <a:lstStyle xmlns:a="http://schemas.openxmlformats.org/drawingml/2006/main">
            <a:lvl1pPr marL="0" indent="0">
              <a:buNone/>
              <a:defRPr sz="1200" b="0" i="0">
                <a:solidFill>
                  <a:schemeClr val="tx1"/>
                </a:solidFill>
                <a:latin typeface="+mn-lt"/>
                <a:ea typeface="+mn-lt"/>
                <a:cs typeface="+mn-lt"/>
              </a:defRPr>
            </a:lvl1pPr>
          </a:lstStyle>
          <a:p xmlns:a="http://schemas.openxmlformats.org/drawingml/2006/main">
            <a:pPr algn="l">
              <a:buNone/>
            </a:pPr>
            <a:r>
              <a:rPr sz="1200" b="0" i="0">
                <a:solidFill>
                  <a:schemeClr val="tx1"/>
                </a:solidFill>
                <a:latin typeface="Segoe UI Variable Small Semilight"/>
                <a:ea typeface="Segoe UI Variable Small Semilight"/>
                <a:cs typeface="Segoe UI Variable Small Semilight"/>
              </a:rPr>
              <a:t>Tertiary Information Goes Here</a:t>
            </a:r>
          </a:p>
        </p:txBody>
      </p:sp>
      <p:sp>
        <p:nvSpPr>
          <p:cNvPr id="15" name="TextBox 14">
            <a:extLst xmlns:a="http://schemas.openxmlformats.org/drawingml/2006/main">
              <a:ext uri="{FF2B5EF4-FFF2-40B4-BE49-F238E27FC236}">
                <a16:creationId xmlns:a16="http://schemas.microsoft.com/office/drawing/2014/main" id="{A173C091-9656-B3EF-C62B-AA0D97173ED4}"/>
              </a:ext>
            </a:extLst>
          </p:cNvPr>
          <p:cNvSpPr>
            <a:spLocks xmlns:a="http://schemas.openxmlformats.org/drawingml/2006/main" noGrp="1"/>
          </p:cNvSpPr>
          <p:nvPr/>
        </p:nvSpPr>
        <p:spPr>
          <a:xfrm xmlns:a="http://schemas.openxmlformats.org/drawingml/2006/main">
            <a:off x="721361" y="2014739"/>
            <a:ext cx="3210560" cy="23852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buNone/>
            </a:pPr>
            <a:r>
              <a:rPr sz="15500" b="1" i="0">
                <a:solidFill>
                  <a:schemeClr val="accent3">
                    <a:lumMod val="40000"/>
                    <a:lumOff val="60000"/>
                  </a:schemeClr>
                </a:solidFill>
                <a:latin typeface="Segoe UI Variable Display"/>
                <a:ea typeface="Segoe UI Variable Display"/>
                <a:cs typeface="Segoe UI Variable Display"/>
              </a:rPr>
              <a:t>“</a:t>
            </a:r>
          </a:p>
        </p:txBody>
      </p:sp>
    </p:spTree>
  </p:cSld>
</p:sldLayout>
</file>

<file path=ppt/slideLayouts/slideLayout45.xml><?xml version="1.0" encoding="utf-8"?>
<p:sldLayout xmlns:p="http://schemas.openxmlformats.org/presentationml/2006/main" preserve="1" userDrawn="1">
  <p:cSld name="Section_Half_Image">
    <p:spTree>
      <p:nvGrpSpPr>
        <p:cNvPr id="1" name=""/>
        <p:cNvGrpSpPr/>
        <p:nvPr/>
      </p:nvGrpSpPr>
      <p:grpSpPr>
        <a:xfrm xmlns:a="http://schemas.openxmlformats.org/drawingml/2006/main"/>
      </p:grpSpPr>
      <p:pic>
        <p:nvPicPr>
          <p:cNvPr id="34" name="Picture 5"/>
          <p:cNvPicPr>
            <a:picLocks xmlns:a="http://schemas.openxmlformats.org/drawingml/2006/main" noChangeAspect="1"/>
          </p:cNvPicPr>
          <p:nvPr/>
        </p:nvPicPr>
        <p:blipFill rotWithShape="1">
          <a:blip xmlns:r="http://schemas.openxmlformats.org/officeDocument/2006/relationships" xmlns:a="http://schemas.openxmlformats.org/drawingml/2006/main" r:embed="Rd463c05d0edd4ea4"/>
          <a:srcRect xmlns:a="http://schemas.openxmlformats.org/drawingml/2006/main" l="0" t="0" r="0" b="0"/>
          <a:stretch xmlns:a="http://schemas.openxmlformats.org/drawingml/2006/main"/>
        </p:blipFill>
        <p:spPr>
          <a:xfrm xmlns:a="http://schemas.openxmlformats.org/drawingml/2006/main">
            <a:off x="0" y="0"/>
            <a:ext cx="6096000" cy="6858000"/>
          </a:xfrm>
        </p:spPr>
      </p:pic>
      <p:sp>
        <p:nvSpPr>
          <p:cNvPr id="8" name="Text Placeholder 2">
            <a:extLst xmlns:a="http://schemas.openxmlformats.org/drawingml/2006/main">
              <a:ext uri="{FF2B5EF4-FFF2-40B4-BE49-F238E27FC236}">
                <a16:creationId xmlns:a16="http://schemas.microsoft.com/office/drawing/2014/main" id="{0DB922C2-73CE-35BB-D875-2696454B8FCF}"/>
              </a:ext>
            </a:extLst>
          </p:cNvPr>
          <p:cNvSpPr>
            <a:spLocks xmlns:a="http://schemas.openxmlformats.org/drawingml/2006/main" noGrp="1"/>
          </p:cNvSpPr>
          <p:nvPr>
            <p:ph type="body" idx="11" hasCustomPrompt="1"/>
          </p:nvPr>
        </p:nvSpPr>
        <p:spPr>
          <a:xfrm xmlns:a="http://schemas.openxmlformats.org/drawingml/2006/main">
            <a:off x="563499" y="3703186"/>
            <a:ext cx="4994021" cy="1661993"/>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buNone/>
              <a:defRPr sz="3600" b="1" i="0">
                <a:solidFill>
                  <a:schemeClr val="bg1"/>
                </a:solidFill>
                <a:latin typeface="Segoe UI Variable Display"/>
                <a:ea typeface="Segoe UI Variable Display"/>
                <a:cs typeface="Segoe UI Variable Display"/>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9" name="Text Placeholder 2">
            <a:extLst xmlns:a="http://schemas.openxmlformats.org/drawingml/2006/main">
              <a:ext uri="{FF2B5EF4-FFF2-40B4-BE49-F238E27FC236}">
                <a16:creationId xmlns:a16="http://schemas.microsoft.com/office/drawing/2014/main" id="{78210DB2-5758-3D51-0A08-A1174E40B4A2}"/>
              </a:ext>
            </a:extLst>
          </p:cNvPr>
          <p:cNvSpPr>
            <a:spLocks xmlns:a="http://schemas.openxmlformats.org/drawingml/2006/main" noGrp="1"/>
          </p:cNvSpPr>
          <p:nvPr>
            <p:ph type="body" idx="12" hasCustomPrompt="1"/>
          </p:nvPr>
        </p:nvSpPr>
        <p:spPr>
          <a:xfrm xmlns:a="http://schemas.openxmlformats.org/drawingml/2006/main">
            <a:off x="563499" y="5600028"/>
            <a:ext cx="3983038"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2400" b="1" i="0">
                <a:solidFill>
                  <a:schemeClr val="bg1"/>
                </a:solidFill>
                <a:latin typeface="Segoe UI Variable Display"/>
                <a:ea typeface="Segoe UI Variable Display"/>
                <a:cs typeface="Segoe UI Variable Display"/>
              </a:defRPr>
            </a:lvl1pPr>
            <a:lvl2pPr marL="228600" indent="0">
              <a:buNone/>
              <a:defRPr sz="2400">
                <a:solidFill>
                  <a:schemeClr val="tx1"/>
                </a:solidFill>
                <a:latin typeface="+mj-lt"/>
                <a:ea typeface="+mj-lt"/>
                <a:cs typeface="+mj-lt"/>
              </a:defRPr>
            </a:lvl2pPr>
            <a:lvl3pPr marL="457200" indent="0">
              <a:buNone/>
              <a:defRPr sz="2400">
                <a:solidFill>
                  <a:schemeClr val="tx1"/>
                </a:solidFill>
                <a:latin typeface="+mj-lt"/>
                <a:ea typeface="+mj-lt"/>
                <a:cs typeface="+mj-lt"/>
              </a:defRPr>
            </a:lvl3pPr>
            <a:lvl4pPr marL="661988" indent="0">
              <a:buNone/>
              <a:defRPr sz="2400">
                <a:solidFill>
                  <a:schemeClr val="tx1"/>
                </a:solidFill>
                <a:latin typeface="+mj-lt"/>
                <a:ea typeface="+mj-lt"/>
                <a:cs typeface="+mj-lt"/>
              </a:defRPr>
            </a:lvl4pPr>
            <a:lvl5pPr marL="855663" indent="0">
              <a:buNone/>
              <a:defRPr sz="2400">
                <a:solidFill>
                  <a:schemeClr val="tx1"/>
                </a:solidFill>
                <a:latin typeface="+mj-lt"/>
                <a:ea typeface="+mj-lt"/>
                <a:cs typeface="+mj-lt"/>
              </a:defRPr>
            </a:lvl5pPr>
          </a:lstStyle>
          <a:p xmlns:a="http://schemas.openxmlformats.org/drawingml/2006/main">
            <a:pPr algn="l">
              <a:buNone/>
            </a:pPr>
            <a:r>
              <a:rPr sz="2400" b="1" i="0">
                <a:latin typeface="Segoe UI Variable Display"/>
                <a:ea typeface="Segoe UI Variable Display"/>
                <a:cs typeface="Segoe UI Variable Display"/>
              </a:rPr>
              <a:t>Click to edit text</a:t>
            </a:r>
          </a:p>
        </p:txBody>
      </p:sp>
      <p:sp>
        <p:nvSpPr>
          <p:cNvPr id="5" name="Text Placeholder 4">
            <a:extLst xmlns:a="http://schemas.openxmlformats.org/drawingml/2006/main">
              <a:ext uri="{FF2B5EF4-FFF2-40B4-BE49-F238E27FC236}">
                <a16:creationId xmlns:a16="http://schemas.microsoft.com/office/drawing/2014/main" id="{B0A8C59B-6B0C-9492-954B-8FEF45936480}"/>
              </a:ext>
            </a:extLst>
          </p:cNvPr>
          <p:cNvSpPr>
            <a:spLocks xmlns:a="http://schemas.openxmlformats.org/drawingml/2006/main" noGrp="1"/>
          </p:cNvSpPr>
          <p:nvPr>
            <p:ph type="body" idx="13" hasCustomPrompt="1"/>
          </p:nvPr>
        </p:nvSpPr>
        <p:spPr>
          <a:xfrm xmlns:a="http://schemas.openxmlformats.org/drawingml/2006/main">
            <a:off x="6892671" y="990243"/>
            <a:ext cx="4705350" cy="30777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Variable Display"/>
                <a:ea typeface="Segoe UI Variable Display"/>
                <a:cs typeface="Segoe UI Variable Display"/>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a:ea typeface="Segoe UI Variable Display"/>
                <a:cs typeface="Segoe UI Variable Display"/>
              </a:rPr>
              <a:t>Click to edit text</a:t>
            </a:r>
          </a:p>
        </p:txBody>
      </p:sp>
      <p:sp>
        <p:nvSpPr>
          <p:cNvPr id="10" name="Text Placeholder 4">
            <a:extLst xmlns:a="http://schemas.openxmlformats.org/drawingml/2006/main">
              <a:ext uri="{FF2B5EF4-FFF2-40B4-BE49-F238E27FC236}">
                <a16:creationId xmlns:a16="http://schemas.microsoft.com/office/drawing/2014/main" id="{6D1AED05-C869-9AEA-DD95-5526A869D852}"/>
              </a:ext>
            </a:extLst>
          </p:cNvPr>
          <p:cNvSpPr>
            <a:spLocks xmlns:a="http://schemas.openxmlformats.org/drawingml/2006/main" noGrp="1"/>
          </p:cNvSpPr>
          <p:nvPr>
            <p:ph type="body" idx="14" hasCustomPrompt="1"/>
          </p:nvPr>
        </p:nvSpPr>
        <p:spPr>
          <a:xfrm xmlns:a="http://schemas.openxmlformats.org/drawingml/2006/main">
            <a:off x="6892671" y="1320304"/>
            <a:ext cx="4705350" cy="246221"/>
          </a:xfrm>
          <a:prstGeom xmlns:a="http://schemas.openxmlformats.org/drawingml/2006/main" prst="rect">
            <a:avLst/>
          </a:prstGeom>
        </p:spPr>
        <p:txBody>
          <a:bodyPr xmlns:a="http://schemas.openxmlformats.org/drawingml/2006/main"/>
          <a:lstStyle xmlns:a="http://schemas.openxmlformats.org/drawingml/2006/main">
            <a:lvl1pPr marL="0" indent="0">
              <a:buNone/>
              <a:defRPr sz="1600" b="0" i="0">
                <a:solidFill>
                  <a:schemeClr val="tx1"/>
                </a:solidFill>
                <a:latin typeface="Segoe UI Variable Display"/>
                <a:ea typeface="Segoe UI Variable Display"/>
                <a:cs typeface="Segoe UI Variable Display"/>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600" b="1" i="0">
                <a:latin typeface="Segoe UI Variable Display Semibold"/>
                <a:ea typeface="Segoe UI Variable Display Semibold"/>
                <a:cs typeface="Segoe UI Variable Display Semibold"/>
              </a:rPr>
              <a:t>Click to edit text</a:t>
            </a:r>
          </a:p>
        </p:txBody>
      </p:sp>
      <p:sp>
        <p:nvSpPr>
          <p:cNvPr id="14" name="Text Placeholder 4">
            <a:extLst xmlns:a="http://schemas.openxmlformats.org/drawingml/2006/main">
              <a:ext uri="{FF2B5EF4-FFF2-40B4-BE49-F238E27FC236}">
                <a16:creationId xmlns:a16="http://schemas.microsoft.com/office/drawing/2014/main" id="{1C30D727-631C-4F3D-1DA5-8A5CC8A5F1D4}"/>
              </a:ext>
            </a:extLst>
          </p:cNvPr>
          <p:cNvSpPr>
            <a:spLocks xmlns:a="http://schemas.openxmlformats.org/drawingml/2006/main" noGrp="1"/>
          </p:cNvSpPr>
          <p:nvPr>
            <p:ph type="body" idx="16" hasCustomPrompt="1"/>
          </p:nvPr>
        </p:nvSpPr>
        <p:spPr>
          <a:xfrm xmlns:a="http://schemas.openxmlformats.org/drawingml/2006/main">
            <a:off x="6892671" y="1599663"/>
            <a:ext cx="4705350" cy="184666"/>
          </a:xfrm>
          <a:prstGeom xmlns:a="http://schemas.openxmlformats.org/drawingml/2006/main" prst="rect">
            <a:avLst/>
          </a:prstGeom>
        </p:spPr>
        <p:txBody>
          <a:bodyPr xmlns:a="http://schemas.openxmlformats.org/drawingml/2006/main"/>
          <a:lstStyle xmlns:a="http://schemas.openxmlformats.org/drawingml/2006/main">
            <a:lvl1pPr marL="0" indent="0">
              <a:buNone/>
              <a:defRPr sz="1200" b="0" i="0">
                <a:solidFill>
                  <a:schemeClr val="tx1"/>
                </a:solidFill>
                <a:latin typeface="+mn-lt"/>
                <a:ea typeface="+mn-lt"/>
                <a:cs typeface="+mn-lt"/>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200" b="0" i="0">
                <a:latin typeface="Segoe UI Variable Text Semilight"/>
                <a:ea typeface="Segoe UI Variable Text Semilight"/>
                <a:cs typeface="Segoe UI Variable Text Semilight"/>
              </a:rPr>
              <a:t>Click to edit text</a:t>
            </a:r>
          </a:p>
        </p:txBody>
      </p:sp>
      <p:sp>
        <p:nvSpPr>
          <p:cNvPr id="3" name="Slide Number Placeholder 2">
            <a:extLst xmlns:a="http://schemas.openxmlformats.org/drawingml/2006/main">
              <a:ext uri="{FF2B5EF4-FFF2-40B4-BE49-F238E27FC236}">
                <a16:creationId xmlns:a16="http://schemas.microsoft.com/office/drawing/2014/main" id="{C77E599C-CC5B-4B98-F426-05A786AB0616}"/>
              </a:ext>
            </a:extLst>
          </p:cNvPr>
          <p:cNvSpPr>
            <a:spLocks xmlns:a="http://schemas.openxmlformats.org/drawingml/2006/main" noGrp="1"/>
          </p:cNvSpPr>
          <p:nvPr>
            <p:ph type="sldNum" idx="24"/>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4" name="Footer Placeholder 1">
            <a:extLst xmlns:a="http://schemas.openxmlformats.org/drawingml/2006/main">
              <a:ext uri="{FF2B5EF4-FFF2-40B4-BE49-F238E27FC236}">
                <a16:creationId xmlns:a16="http://schemas.microsoft.com/office/drawing/2014/main" id="{3C8A360D-EDB2-5F75-F845-AD7395FB3ABA}"/>
              </a:ext>
            </a:extLst>
          </p:cNvPr>
          <p:cNvSpPr>
            <a:spLocks xmlns:a="http://schemas.openxmlformats.org/drawingml/2006/main" noGrp="1"/>
          </p:cNvSpPr>
          <p:nvPr>
            <p:ph type="ftr" idx="25"/>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bg1"/>
                </a:solidFill>
                <a:latin typeface="Segoe UI Variable Small Light"/>
                <a:ea typeface="Segoe UI Variable Small Light"/>
                <a:cs typeface="Segoe UI Variable Small Light"/>
              </a:defRPr>
            </a:lvl1pPr>
          </a:lstStyle>
          <a:p xmlns:a="http://schemas.openxmlformats.org/drawingml/2006/main">
            <a:endParaRPr/>
          </a:p>
        </p:txBody>
      </p:sp>
      <p:sp>
        <p:nvSpPr>
          <p:cNvPr id="24" name="Text Placeholder 4">
            <a:extLst xmlns:a="http://schemas.openxmlformats.org/drawingml/2006/main">
              <a:ext uri="{FF2B5EF4-FFF2-40B4-BE49-F238E27FC236}">
                <a16:creationId xmlns:a16="http://schemas.microsoft.com/office/drawing/2014/main" id="{C1DD1155-DE80-DB16-5D58-FE37ACECE0BF}"/>
              </a:ext>
            </a:extLst>
          </p:cNvPr>
          <p:cNvSpPr>
            <a:spLocks xmlns:a="http://schemas.openxmlformats.org/drawingml/2006/main" noGrp="1"/>
          </p:cNvSpPr>
          <p:nvPr>
            <p:ph type="body" idx="26" hasCustomPrompt="1"/>
          </p:nvPr>
        </p:nvSpPr>
        <p:spPr>
          <a:xfrm xmlns:a="http://schemas.openxmlformats.org/drawingml/2006/main">
            <a:off x="6923151" y="2873001"/>
            <a:ext cx="4705350" cy="30777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Variable Display"/>
                <a:ea typeface="Segoe UI Variable Display"/>
                <a:cs typeface="Segoe UI Variable Display"/>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a:ea typeface="Segoe UI Variable Display"/>
                <a:cs typeface="Segoe UI Variable Display"/>
              </a:rPr>
              <a:t>Click to edit text</a:t>
            </a:r>
          </a:p>
        </p:txBody>
      </p:sp>
      <p:sp>
        <p:nvSpPr>
          <p:cNvPr id="25" name="Text Placeholder 4">
            <a:extLst xmlns:a="http://schemas.openxmlformats.org/drawingml/2006/main">
              <a:ext uri="{FF2B5EF4-FFF2-40B4-BE49-F238E27FC236}">
                <a16:creationId xmlns:a16="http://schemas.microsoft.com/office/drawing/2014/main" id="{9C97BEAF-CFE3-69EC-C552-3BBA9BBD38B8}"/>
              </a:ext>
            </a:extLst>
          </p:cNvPr>
          <p:cNvSpPr>
            <a:spLocks xmlns:a="http://schemas.openxmlformats.org/drawingml/2006/main" noGrp="1"/>
          </p:cNvSpPr>
          <p:nvPr>
            <p:ph type="body" idx="27" hasCustomPrompt="1"/>
          </p:nvPr>
        </p:nvSpPr>
        <p:spPr>
          <a:xfrm xmlns:a="http://schemas.openxmlformats.org/drawingml/2006/main">
            <a:off x="6923151" y="3203062"/>
            <a:ext cx="4705350" cy="246221"/>
          </a:xfrm>
          <a:prstGeom xmlns:a="http://schemas.openxmlformats.org/drawingml/2006/main" prst="rect">
            <a:avLst/>
          </a:prstGeom>
        </p:spPr>
        <p:txBody>
          <a:bodyPr xmlns:a="http://schemas.openxmlformats.org/drawingml/2006/main"/>
          <a:lstStyle xmlns:a="http://schemas.openxmlformats.org/drawingml/2006/main">
            <a:lvl1pPr marL="0" indent="0">
              <a:buNone/>
              <a:defRPr sz="1600" b="0" i="0">
                <a:solidFill>
                  <a:schemeClr val="tx1"/>
                </a:solidFill>
                <a:latin typeface="Segoe UI Variable Display"/>
                <a:ea typeface="Segoe UI Variable Display"/>
                <a:cs typeface="Segoe UI Variable Display"/>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600" b="1" i="0">
                <a:latin typeface="Segoe UI Variable Display Semibold"/>
                <a:ea typeface="Segoe UI Variable Display Semibold"/>
                <a:cs typeface="Segoe UI Variable Display Semibold"/>
              </a:rPr>
              <a:t>Click to edit text</a:t>
            </a:r>
          </a:p>
        </p:txBody>
      </p:sp>
      <p:sp>
        <p:nvSpPr>
          <p:cNvPr id="26" name="Text Placeholder 4">
            <a:extLst xmlns:a="http://schemas.openxmlformats.org/drawingml/2006/main">
              <a:ext uri="{FF2B5EF4-FFF2-40B4-BE49-F238E27FC236}">
                <a16:creationId xmlns:a16="http://schemas.microsoft.com/office/drawing/2014/main" id="{18D62252-6EF9-E882-0254-8366C7F92169}"/>
              </a:ext>
            </a:extLst>
          </p:cNvPr>
          <p:cNvSpPr>
            <a:spLocks xmlns:a="http://schemas.openxmlformats.org/drawingml/2006/main" noGrp="1"/>
          </p:cNvSpPr>
          <p:nvPr>
            <p:ph type="body" idx="28" hasCustomPrompt="1"/>
          </p:nvPr>
        </p:nvSpPr>
        <p:spPr>
          <a:xfrm xmlns:a="http://schemas.openxmlformats.org/drawingml/2006/main">
            <a:off x="6923151" y="3482421"/>
            <a:ext cx="4705350" cy="184666"/>
          </a:xfrm>
          <a:prstGeom xmlns:a="http://schemas.openxmlformats.org/drawingml/2006/main" prst="rect">
            <a:avLst/>
          </a:prstGeom>
        </p:spPr>
        <p:txBody>
          <a:bodyPr xmlns:a="http://schemas.openxmlformats.org/drawingml/2006/main"/>
          <a:lstStyle xmlns:a="http://schemas.openxmlformats.org/drawingml/2006/main">
            <a:lvl1pPr marL="0" indent="0">
              <a:buNone/>
              <a:defRPr sz="1200" b="0" i="0">
                <a:solidFill>
                  <a:schemeClr val="tx1"/>
                </a:solidFill>
                <a:latin typeface="+mn-lt"/>
                <a:ea typeface="+mn-lt"/>
                <a:cs typeface="+mn-lt"/>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200" b="0" i="0">
                <a:latin typeface="Segoe UI Variable Text Semilight"/>
                <a:ea typeface="Segoe UI Variable Text Semilight"/>
                <a:cs typeface="Segoe UI Variable Text Semilight"/>
              </a:rPr>
              <a:t>Click to edit text</a:t>
            </a:r>
          </a:p>
        </p:txBody>
      </p:sp>
      <p:sp>
        <p:nvSpPr>
          <p:cNvPr id="30" name="Text Placeholder 4">
            <a:extLst xmlns:a="http://schemas.openxmlformats.org/drawingml/2006/main">
              <a:ext uri="{FF2B5EF4-FFF2-40B4-BE49-F238E27FC236}">
                <a16:creationId xmlns:a16="http://schemas.microsoft.com/office/drawing/2014/main" id="{7266C87E-16AC-E864-E6E5-63501E7FC73B}"/>
              </a:ext>
            </a:extLst>
          </p:cNvPr>
          <p:cNvSpPr>
            <a:spLocks xmlns:a="http://schemas.openxmlformats.org/drawingml/2006/main" noGrp="1"/>
          </p:cNvSpPr>
          <p:nvPr>
            <p:ph type="body" idx="29" hasCustomPrompt="1"/>
          </p:nvPr>
        </p:nvSpPr>
        <p:spPr>
          <a:xfrm xmlns:a="http://schemas.openxmlformats.org/drawingml/2006/main">
            <a:off x="6923151" y="4762761"/>
            <a:ext cx="4705350" cy="30777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Variable Display"/>
                <a:ea typeface="Segoe UI Variable Display"/>
                <a:cs typeface="Segoe UI Variable Display"/>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a:ea typeface="Segoe UI Variable Display"/>
                <a:cs typeface="Segoe UI Variable Display"/>
              </a:rPr>
              <a:t>Click to edit text</a:t>
            </a:r>
          </a:p>
        </p:txBody>
      </p:sp>
      <p:sp>
        <p:nvSpPr>
          <p:cNvPr id="31" name="Text Placeholder 4">
            <a:extLst xmlns:a="http://schemas.openxmlformats.org/drawingml/2006/main">
              <a:ext uri="{FF2B5EF4-FFF2-40B4-BE49-F238E27FC236}">
                <a16:creationId xmlns:a16="http://schemas.microsoft.com/office/drawing/2014/main" id="{6A206C02-56C5-016F-9670-736B6724DAA8}"/>
              </a:ext>
            </a:extLst>
          </p:cNvPr>
          <p:cNvSpPr>
            <a:spLocks xmlns:a="http://schemas.openxmlformats.org/drawingml/2006/main" noGrp="1"/>
          </p:cNvSpPr>
          <p:nvPr>
            <p:ph type="body" idx="30" hasCustomPrompt="1"/>
          </p:nvPr>
        </p:nvSpPr>
        <p:spPr>
          <a:xfrm xmlns:a="http://schemas.openxmlformats.org/drawingml/2006/main">
            <a:off x="6923151" y="5092822"/>
            <a:ext cx="4705350" cy="246221"/>
          </a:xfrm>
          <a:prstGeom xmlns:a="http://schemas.openxmlformats.org/drawingml/2006/main" prst="rect">
            <a:avLst/>
          </a:prstGeom>
        </p:spPr>
        <p:txBody>
          <a:bodyPr xmlns:a="http://schemas.openxmlformats.org/drawingml/2006/main"/>
          <a:lstStyle xmlns:a="http://schemas.openxmlformats.org/drawingml/2006/main">
            <a:lvl1pPr marL="0" indent="0">
              <a:buNone/>
              <a:defRPr sz="1600" b="0" i="0">
                <a:solidFill>
                  <a:schemeClr val="tx1"/>
                </a:solidFill>
                <a:latin typeface="Segoe UI Variable Display"/>
                <a:ea typeface="Segoe UI Variable Display"/>
                <a:cs typeface="Segoe UI Variable Display"/>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600" b="1" i="0">
                <a:latin typeface="Segoe UI Variable Display Semibold"/>
                <a:ea typeface="Segoe UI Variable Display Semibold"/>
                <a:cs typeface="Segoe UI Variable Display Semibold"/>
              </a:rPr>
              <a:t>Click to edit text</a:t>
            </a:r>
          </a:p>
        </p:txBody>
      </p:sp>
      <p:sp>
        <p:nvSpPr>
          <p:cNvPr id="32" name="Text Placeholder 4">
            <a:extLst xmlns:a="http://schemas.openxmlformats.org/drawingml/2006/main">
              <a:ext uri="{FF2B5EF4-FFF2-40B4-BE49-F238E27FC236}">
                <a16:creationId xmlns:a16="http://schemas.microsoft.com/office/drawing/2014/main" id="{AF78F7F5-AF1C-9AC8-5D66-0359EE0A348F}"/>
              </a:ext>
            </a:extLst>
          </p:cNvPr>
          <p:cNvSpPr>
            <a:spLocks xmlns:a="http://schemas.openxmlformats.org/drawingml/2006/main" noGrp="1"/>
          </p:cNvSpPr>
          <p:nvPr>
            <p:ph type="body" idx="31" hasCustomPrompt="1"/>
          </p:nvPr>
        </p:nvSpPr>
        <p:spPr>
          <a:xfrm xmlns:a="http://schemas.openxmlformats.org/drawingml/2006/main">
            <a:off x="6923151" y="5372181"/>
            <a:ext cx="4705350" cy="184666"/>
          </a:xfrm>
          <a:prstGeom xmlns:a="http://schemas.openxmlformats.org/drawingml/2006/main" prst="rect">
            <a:avLst/>
          </a:prstGeom>
        </p:spPr>
        <p:txBody>
          <a:bodyPr xmlns:a="http://schemas.openxmlformats.org/drawingml/2006/main"/>
          <a:lstStyle xmlns:a="http://schemas.openxmlformats.org/drawingml/2006/main">
            <a:lvl1pPr marL="0" indent="0">
              <a:buNone/>
              <a:defRPr sz="1200" b="0" i="0">
                <a:solidFill>
                  <a:schemeClr val="tx1"/>
                </a:solidFill>
                <a:latin typeface="+mn-lt"/>
                <a:ea typeface="+mn-lt"/>
                <a:cs typeface="+mn-lt"/>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200" b="0" i="0">
                <a:latin typeface="Segoe UI Variable Text Semilight"/>
                <a:ea typeface="Segoe UI Variable Text Semilight"/>
                <a:cs typeface="Segoe UI Variable Text Semilight"/>
              </a:rPr>
              <a:t>Click to edit text</a:t>
            </a:r>
          </a:p>
        </p:txBody>
      </p:sp>
    </p:spTree>
  </p:cSld>
</p:sldLayout>
</file>

<file path=ppt/slideLayouts/slideLayout46.xml><?xml version="1.0" encoding="utf-8"?>
<p:sldLayout xmlns:p="http://schemas.openxmlformats.org/presentationml/2006/main" preserve="1" userDrawn="1">
  <p:cSld name="Section_Half_White">
    <p:spTree>
      <p:nvGrpSpPr>
        <p:cNvPr id="1" name=""/>
        <p:cNvGrpSpPr/>
        <p:nvPr/>
      </p:nvGrpSpPr>
      <p:grpSpPr>
        <a:xfrm xmlns:a="http://schemas.openxmlformats.org/drawingml/2006/main"/>
      </p:grpSpPr>
      <p:sp>
        <p:nvSpPr>
          <p:cNvPr id="6" name="Slide Number Placeholder 5">
            <a:extLst xmlns:a="http://schemas.openxmlformats.org/drawingml/2006/main">
              <a:ext uri="{FF2B5EF4-FFF2-40B4-BE49-F238E27FC236}">
                <a16:creationId xmlns:a16="http://schemas.microsoft.com/office/drawing/2014/main" id="{751DC71E-905C-13BA-8BEE-155F4B01A2C6}"/>
              </a:ext>
            </a:extLst>
          </p:cNvPr>
          <p:cNvSpPr>
            <a:spLocks xmlns:a="http://schemas.openxmlformats.org/drawingml/2006/main" noGrp="1"/>
          </p:cNvSpPr>
          <p:nvPr>
            <p:ph type="sldNum" idx="24"/>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21" name="Straight Connector 20">
            <a:extLst xmlns:a="http://schemas.openxmlformats.org/drawingml/2006/main">
              <a:ext uri="{FF2B5EF4-FFF2-40B4-BE49-F238E27FC236}">
                <a16:creationId xmlns:a16="http://schemas.microsoft.com/office/drawing/2014/main" id="{0A779996-E9E4-4DC3-BDB5-6F8A94E5D4CA}"/>
              </a:ext>
            </a:extLst>
          </p:cNvPr>
          <p:cNvSpPr>
            <a:spLocks xmlns:a="http://schemas.openxmlformats.org/drawingml/2006/main" noGrp="1"/>
          </p:cNvSpPr>
          <p:nvPr/>
        </p:nvSpPr>
        <p:spPr>
          <a:xfrm xmlns:a="http://schemas.openxmlformats.org/drawingml/2006/main">
            <a:off x="6096000" y="577850"/>
            <a:ext cx="0" cy="5702300"/>
          </a:xfrm>
          <a:prstGeom xmlns:a="http://schemas.openxmlformats.org/drawingml/2006/main" prst="line">
            <a:avLst/>
          </a:prstGeom>
          <a:ln xmlns:a="http://schemas.openxmlformats.org/drawingml/2006/main">
            <a:solidFill>
              <a:schemeClr val="bg1">
                <a:lumMod val="85000"/>
              </a:schemeClr>
            </a:solidFill>
            <a:headEnd type="none" w="lg" len="med"/>
            <a:tailEnd type="none"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Footer Placeholder 1">
            <a:extLst xmlns:a="http://schemas.openxmlformats.org/drawingml/2006/main">
              <a:ext uri="{FF2B5EF4-FFF2-40B4-BE49-F238E27FC236}">
                <a16:creationId xmlns:a16="http://schemas.microsoft.com/office/drawing/2014/main" id="{0EC1AEB3-203A-A99D-2704-85C106947BB6}"/>
              </a:ext>
            </a:extLst>
          </p:cNvPr>
          <p:cNvSpPr>
            <a:spLocks xmlns:a="http://schemas.openxmlformats.org/drawingml/2006/main" noGrp="1"/>
          </p:cNvSpPr>
          <p:nvPr>
            <p:ph type="ftr" idx="25"/>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
        <p:nvSpPr>
          <p:cNvPr id="4" name="Text Placeholder 2">
            <a:extLst xmlns:a="http://schemas.openxmlformats.org/drawingml/2006/main">
              <a:ext uri="{FF2B5EF4-FFF2-40B4-BE49-F238E27FC236}">
                <a16:creationId xmlns:a16="http://schemas.microsoft.com/office/drawing/2014/main" id="{10392172-D37E-90E7-AF16-D1A154B132F9}"/>
              </a:ext>
            </a:extLst>
          </p:cNvPr>
          <p:cNvSpPr>
            <a:spLocks xmlns:a="http://schemas.openxmlformats.org/drawingml/2006/main" noGrp="1"/>
          </p:cNvSpPr>
          <p:nvPr>
            <p:ph type="body" idx="11" hasCustomPrompt="1"/>
          </p:nvPr>
        </p:nvSpPr>
        <p:spPr>
          <a:xfrm xmlns:a="http://schemas.openxmlformats.org/drawingml/2006/main">
            <a:off x="563499" y="3703186"/>
            <a:ext cx="4994021" cy="1661993"/>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buNone/>
              <a:defRPr sz="3600" b="1" i="0">
                <a:solidFill>
                  <a:schemeClr val="tx1"/>
                </a:solidFill>
                <a:latin typeface="Segoe UI Variable Display"/>
                <a:ea typeface="Segoe UI Variable Display"/>
                <a:cs typeface="Segoe UI Variable Display"/>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7" name="Text Placeholder 2">
            <a:extLst xmlns:a="http://schemas.openxmlformats.org/drawingml/2006/main">
              <a:ext uri="{FF2B5EF4-FFF2-40B4-BE49-F238E27FC236}">
                <a16:creationId xmlns:a16="http://schemas.microsoft.com/office/drawing/2014/main" id="{BE39FFB6-BBAD-A579-98B0-E8612D7CA703}"/>
              </a:ext>
            </a:extLst>
          </p:cNvPr>
          <p:cNvSpPr>
            <a:spLocks xmlns:a="http://schemas.openxmlformats.org/drawingml/2006/main" noGrp="1"/>
          </p:cNvSpPr>
          <p:nvPr>
            <p:ph type="body" idx="12" hasCustomPrompt="1"/>
          </p:nvPr>
        </p:nvSpPr>
        <p:spPr>
          <a:xfrm xmlns:a="http://schemas.openxmlformats.org/drawingml/2006/main">
            <a:off x="563499" y="5600028"/>
            <a:ext cx="3983038"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2400" b="1" i="0">
                <a:solidFill>
                  <a:schemeClr val="tx1"/>
                </a:solidFill>
                <a:latin typeface="Segoe UI Variable Display"/>
                <a:ea typeface="Segoe UI Variable Display"/>
                <a:cs typeface="Segoe UI Variable Display"/>
              </a:defRPr>
            </a:lvl1pPr>
            <a:lvl2pPr marL="228600" indent="0">
              <a:buNone/>
              <a:defRPr sz="2400">
                <a:solidFill>
                  <a:schemeClr val="tx1"/>
                </a:solidFill>
                <a:latin typeface="+mj-lt"/>
                <a:ea typeface="+mj-lt"/>
                <a:cs typeface="+mj-lt"/>
              </a:defRPr>
            </a:lvl2pPr>
            <a:lvl3pPr marL="457200" indent="0">
              <a:buNone/>
              <a:defRPr sz="2400">
                <a:solidFill>
                  <a:schemeClr val="tx1"/>
                </a:solidFill>
                <a:latin typeface="+mj-lt"/>
                <a:ea typeface="+mj-lt"/>
                <a:cs typeface="+mj-lt"/>
              </a:defRPr>
            </a:lvl3pPr>
            <a:lvl4pPr marL="661988" indent="0">
              <a:buNone/>
              <a:defRPr sz="2400">
                <a:solidFill>
                  <a:schemeClr val="tx1"/>
                </a:solidFill>
                <a:latin typeface="+mj-lt"/>
                <a:ea typeface="+mj-lt"/>
                <a:cs typeface="+mj-lt"/>
              </a:defRPr>
            </a:lvl4pPr>
            <a:lvl5pPr marL="855663" indent="0">
              <a:buNone/>
              <a:defRPr sz="2400">
                <a:solidFill>
                  <a:schemeClr val="tx1"/>
                </a:solidFill>
                <a:latin typeface="+mj-lt"/>
                <a:ea typeface="+mj-lt"/>
                <a:cs typeface="+mj-lt"/>
              </a:defRPr>
            </a:lvl5pPr>
          </a:lstStyle>
          <a:p xmlns:a="http://schemas.openxmlformats.org/drawingml/2006/main">
            <a:pPr algn="l">
              <a:buNone/>
            </a:pPr>
            <a:r>
              <a:rPr sz="2400" b="1" i="0">
                <a:latin typeface="Segoe UI Variable Display"/>
                <a:ea typeface="Segoe UI Variable Display"/>
                <a:cs typeface="Segoe UI Variable Display"/>
              </a:rPr>
              <a:t>Click to edit text</a:t>
            </a:r>
          </a:p>
        </p:txBody>
      </p:sp>
      <p:sp>
        <p:nvSpPr>
          <p:cNvPr id="11" name="Text Placeholder 4">
            <a:extLst xmlns:a="http://schemas.openxmlformats.org/drawingml/2006/main">
              <a:ext uri="{FF2B5EF4-FFF2-40B4-BE49-F238E27FC236}">
                <a16:creationId xmlns:a16="http://schemas.microsoft.com/office/drawing/2014/main" id="{F017FD68-E283-E80A-842F-F53C3870EDB3}"/>
              </a:ext>
            </a:extLst>
          </p:cNvPr>
          <p:cNvSpPr>
            <a:spLocks xmlns:a="http://schemas.openxmlformats.org/drawingml/2006/main" noGrp="1"/>
          </p:cNvSpPr>
          <p:nvPr>
            <p:ph type="body" idx="13" hasCustomPrompt="1"/>
          </p:nvPr>
        </p:nvSpPr>
        <p:spPr>
          <a:xfrm xmlns:a="http://schemas.openxmlformats.org/drawingml/2006/main">
            <a:off x="6892671" y="990243"/>
            <a:ext cx="4705350" cy="30777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Variable Display"/>
                <a:ea typeface="Segoe UI Variable Display"/>
                <a:cs typeface="Segoe UI Variable Display"/>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a:ea typeface="Segoe UI Variable Display"/>
                <a:cs typeface="Segoe UI Variable Display"/>
              </a:rPr>
              <a:t>Click to edit text</a:t>
            </a:r>
          </a:p>
        </p:txBody>
      </p:sp>
      <p:sp>
        <p:nvSpPr>
          <p:cNvPr id="12" name="Text Placeholder 4">
            <a:extLst xmlns:a="http://schemas.openxmlformats.org/drawingml/2006/main">
              <a:ext uri="{FF2B5EF4-FFF2-40B4-BE49-F238E27FC236}">
                <a16:creationId xmlns:a16="http://schemas.microsoft.com/office/drawing/2014/main" id="{62D32000-2037-C308-B8C7-C6A4A0088AAF}"/>
              </a:ext>
            </a:extLst>
          </p:cNvPr>
          <p:cNvSpPr>
            <a:spLocks xmlns:a="http://schemas.openxmlformats.org/drawingml/2006/main" noGrp="1"/>
          </p:cNvSpPr>
          <p:nvPr>
            <p:ph type="body" idx="14" hasCustomPrompt="1"/>
          </p:nvPr>
        </p:nvSpPr>
        <p:spPr>
          <a:xfrm xmlns:a="http://schemas.openxmlformats.org/drawingml/2006/main">
            <a:off x="6892671" y="1320304"/>
            <a:ext cx="4705350" cy="246221"/>
          </a:xfrm>
          <a:prstGeom xmlns:a="http://schemas.openxmlformats.org/drawingml/2006/main" prst="rect">
            <a:avLst/>
          </a:prstGeom>
        </p:spPr>
        <p:txBody>
          <a:bodyPr xmlns:a="http://schemas.openxmlformats.org/drawingml/2006/main"/>
          <a:lstStyle xmlns:a="http://schemas.openxmlformats.org/drawingml/2006/main">
            <a:lvl1pPr marL="0" indent="0">
              <a:buNone/>
              <a:defRPr sz="1600" b="0" i="0">
                <a:solidFill>
                  <a:schemeClr val="tx1"/>
                </a:solidFill>
                <a:latin typeface="Segoe UI Variable Display"/>
                <a:ea typeface="Segoe UI Variable Display"/>
                <a:cs typeface="Segoe UI Variable Display"/>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600" b="1" i="0">
                <a:latin typeface="Segoe UI Variable Display Semibold"/>
                <a:ea typeface="Segoe UI Variable Display Semibold"/>
                <a:cs typeface="Segoe UI Variable Display Semibold"/>
              </a:rPr>
              <a:t>Click to edit text</a:t>
            </a:r>
          </a:p>
        </p:txBody>
      </p:sp>
      <p:sp>
        <p:nvSpPr>
          <p:cNvPr id="13" name="Text Placeholder 4">
            <a:extLst xmlns:a="http://schemas.openxmlformats.org/drawingml/2006/main">
              <a:ext uri="{FF2B5EF4-FFF2-40B4-BE49-F238E27FC236}">
                <a16:creationId xmlns:a16="http://schemas.microsoft.com/office/drawing/2014/main" id="{AE5DCA4E-18BD-A9A7-5BAE-0A5F63DC7C48}"/>
              </a:ext>
            </a:extLst>
          </p:cNvPr>
          <p:cNvSpPr>
            <a:spLocks xmlns:a="http://schemas.openxmlformats.org/drawingml/2006/main" noGrp="1"/>
          </p:cNvSpPr>
          <p:nvPr>
            <p:ph type="body" idx="16" hasCustomPrompt="1"/>
          </p:nvPr>
        </p:nvSpPr>
        <p:spPr>
          <a:xfrm xmlns:a="http://schemas.openxmlformats.org/drawingml/2006/main">
            <a:off x="6892671" y="1599663"/>
            <a:ext cx="4705350" cy="184666"/>
          </a:xfrm>
          <a:prstGeom xmlns:a="http://schemas.openxmlformats.org/drawingml/2006/main" prst="rect">
            <a:avLst/>
          </a:prstGeom>
        </p:spPr>
        <p:txBody>
          <a:bodyPr xmlns:a="http://schemas.openxmlformats.org/drawingml/2006/main"/>
          <a:lstStyle xmlns:a="http://schemas.openxmlformats.org/drawingml/2006/main">
            <a:lvl1pPr marL="0" indent="0">
              <a:buNone/>
              <a:defRPr sz="1200" b="0" i="0">
                <a:solidFill>
                  <a:schemeClr val="tx1"/>
                </a:solidFill>
                <a:latin typeface="+mn-lt"/>
                <a:ea typeface="+mn-lt"/>
                <a:cs typeface="+mn-lt"/>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200" b="0" i="0">
                <a:latin typeface="Segoe UI Variable Text Semilight"/>
                <a:ea typeface="Segoe UI Variable Text Semilight"/>
                <a:cs typeface="Segoe UI Variable Text Semilight"/>
              </a:rPr>
              <a:t>Click to edit text</a:t>
            </a:r>
          </a:p>
        </p:txBody>
      </p:sp>
      <p:sp>
        <p:nvSpPr>
          <p:cNvPr id="22" name="Text Placeholder 4">
            <a:extLst xmlns:a="http://schemas.openxmlformats.org/drawingml/2006/main">
              <a:ext uri="{FF2B5EF4-FFF2-40B4-BE49-F238E27FC236}">
                <a16:creationId xmlns:a16="http://schemas.microsoft.com/office/drawing/2014/main" id="{8E8A3BE2-6125-36DB-1B15-B0443B967286}"/>
              </a:ext>
            </a:extLst>
          </p:cNvPr>
          <p:cNvSpPr>
            <a:spLocks xmlns:a="http://schemas.openxmlformats.org/drawingml/2006/main" noGrp="1"/>
          </p:cNvSpPr>
          <p:nvPr>
            <p:ph type="body" idx="26" hasCustomPrompt="1"/>
          </p:nvPr>
        </p:nvSpPr>
        <p:spPr>
          <a:xfrm xmlns:a="http://schemas.openxmlformats.org/drawingml/2006/main">
            <a:off x="6923151" y="2873001"/>
            <a:ext cx="4705350" cy="30777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Variable Display"/>
                <a:ea typeface="Segoe UI Variable Display"/>
                <a:cs typeface="Segoe UI Variable Display"/>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a:ea typeface="Segoe UI Variable Display"/>
                <a:cs typeface="Segoe UI Variable Display"/>
              </a:rPr>
              <a:t>Click to edit text</a:t>
            </a:r>
          </a:p>
        </p:txBody>
      </p:sp>
      <p:sp>
        <p:nvSpPr>
          <p:cNvPr id="23" name="Text Placeholder 4">
            <a:extLst xmlns:a="http://schemas.openxmlformats.org/drawingml/2006/main">
              <a:ext uri="{FF2B5EF4-FFF2-40B4-BE49-F238E27FC236}">
                <a16:creationId xmlns:a16="http://schemas.microsoft.com/office/drawing/2014/main" id="{880067E5-5A4B-B5F3-65C6-4E06F390ACC5}"/>
              </a:ext>
            </a:extLst>
          </p:cNvPr>
          <p:cNvSpPr>
            <a:spLocks xmlns:a="http://schemas.openxmlformats.org/drawingml/2006/main" noGrp="1"/>
          </p:cNvSpPr>
          <p:nvPr>
            <p:ph type="body" idx="27" hasCustomPrompt="1"/>
          </p:nvPr>
        </p:nvSpPr>
        <p:spPr>
          <a:xfrm xmlns:a="http://schemas.openxmlformats.org/drawingml/2006/main">
            <a:off x="6923151" y="3203062"/>
            <a:ext cx="4705350" cy="246221"/>
          </a:xfrm>
          <a:prstGeom xmlns:a="http://schemas.openxmlformats.org/drawingml/2006/main" prst="rect">
            <a:avLst/>
          </a:prstGeom>
        </p:spPr>
        <p:txBody>
          <a:bodyPr xmlns:a="http://schemas.openxmlformats.org/drawingml/2006/main"/>
          <a:lstStyle xmlns:a="http://schemas.openxmlformats.org/drawingml/2006/main">
            <a:lvl1pPr marL="0" indent="0">
              <a:buNone/>
              <a:defRPr sz="1600" b="0" i="0">
                <a:solidFill>
                  <a:schemeClr val="tx1"/>
                </a:solidFill>
                <a:latin typeface="Segoe UI Variable Display"/>
                <a:ea typeface="Segoe UI Variable Display"/>
                <a:cs typeface="Segoe UI Variable Display"/>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600" b="1" i="0">
                <a:latin typeface="Segoe UI Variable Display Semibold"/>
                <a:ea typeface="Segoe UI Variable Display Semibold"/>
                <a:cs typeface="Segoe UI Variable Display Semibold"/>
              </a:rPr>
              <a:t>Click to edit text</a:t>
            </a:r>
          </a:p>
        </p:txBody>
      </p:sp>
      <p:sp>
        <p:nvSpPr>
          <p:cNvPr id="24" name="Text Placeholder 4">
            <a:extLst xmlns:a="http://schemas.openxmlformats.org/drawingml/2006/main">
              <a:ext uri="{FF2B5EF4-FFF2-40B4-BE49-F238E27FC236}">
                <a16:creationId xmlns:a16="http://schemas.microsoft.com/office/drawing/2014/main" id="{74FF8FA0-FAD5-6833-412C-3CDF819AEC4E}"/>
              </a:ext>
            </a:extLst>
          </p:cNvPr>
          <p:cNvSpPr>
            <a:spLocks xmlns:a="http://schemas.openxmlformats.org/drawingml/2006/main" noGrp="1"/>
          </p:cNvSpPr>
          <p:nvPr>
            <p:ph type="body" idx="28" hasCustomPrompt="1"/>
          </p:nvPr>
        </p:nvSpPr>
        <p:spPr>
          <a:xfrm xmlns:a="http://schemas.openxmlformats.org/drawingml/2006/main">
            <a:off x="6923151" y="3482421"/>
            <a:ext cx="4705350" cy="184666"/>
          </a:xfrm>
          <a:prstGeom xmlns:a="http://schemas.openxmlformats.org/drawingml/2006/main" prst="rect">
            <a:avLst/>
          </a:prstGeom>
        </p:spPr>
        <p:txBody>
          <a:bodyPr xmlns:a="http://schemas.openxmlformats.org/drawingml/2006/main"/>
          <a:lstStyle xmlns:a="http://schemas.openxmlformats.org/drawingml/2006/main">
            <a:lvl1pPr marL="0" indent="0">
              <a:buNone/>
              <a:defRPr sz="1200" b="0" i="0">
                <a:solidFill>
                  <a:schemeClr val="tx1"/>
                </a:solidFill>
                <a:latin typeface="+mn-lt"/>
                <a:ea typeface="+mn-lt"/>
                <a:cs typeface="+mn-lt"/>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200" b="0" i="0">
                <a:latin typeface="Segoe UI Variable Text Semilight"/>
                <a:ea typeface="Segoe UI Variable Text Semilight"/>
                <a:cs typeface="Segoe UI Variable Text Semilight"/>
              </a:rPr>
              <a:t>Click to edit text</a:t>
            </a:r>
          </a:p>
        </p:txBody>
      </p:sp>
      <p:sp>
        <p:nvSpPr>
          <p:cNvPr id="25" name="Text Placeholder 4">
            <a:extLst xmlns:a="http://schemas.openxmlformats.org/drawingml/2006/main">
              <a:ext uri="{FF2B5EF4-FFF2-40B4-BE49-F238E27FC236}">
                <a16:creationId xmlns:a16="http://schemas.microsoft.com/office/drawing/2014/main" id="{E851353C-80BC-58DC-665E-00F7967460A0}"/>
              </a:ext>
            </a:extLst>
          </p:cNvPr>
          <p:cNvSpPr>
            <a:spLocks xmlns:a="http://schemas.openxmlformats.org/drawingml/2006/main" noGrp="1"/>
          </p:cNvSpPr>
          <p:nvPr>
            <p:ph type="body" idx="29" hasCustomPrompt="1"/>
          </p:nvPr>
        </p:nvSpPr>
        <p:spPr>
          <a:xfrm xmlns:a="http://schemas.openxmlformats.org/drawingml/2006/main">
            <a:off x="6923151" y="4762761"/>
            <a:ext cx="4705350" cy="30777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Variable Display"/>
                <a:ea typeface="Segoe UI Variable Display"/>
                <a:cs typeface="Segoe UI Variable Display"/>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a:ea typeface="Segoe UI Variable Display"/>
                <a:cs typeface="Segoe UI Variable Display"/>
              </a:rPr>
              <a:t>Click to edit text</a:t>
            </a:r>
          </a:p>
        </p:txBody>
      </p:sp>
      <p:sp>
        <p:nvSpPr>
          <p:cNvPr id="26" name="Text Placeholder 4">
            <a:extLst xmlns:a="http://schemas.openxmlformats.org/drawingml/2006/main">
              <a:ext uri="{FF2B5EF4-FFF2-40B4-BE49-F238E27FC236}">
                <a16:creationId xmlns:a16="http://schemas.microsoft.com/office/drawing/2014/main" id="{5696F8D1-4A47-1BE9-F0D2-6EC8145AC4E1}"/>
              </a:ext>
            </a:extLst>
          </p:cNvPr>
          <p:cNvSpPr>
            <a:spLocks xmlns:a="http://schemas.openxmlformats.org/drawingml/2006/main" noGrp="1"/>
          </p:cNvSpPr>
          <p:nvPr>
            <p:ph type="body" idx="30" hasCustomPrompt="1"/>
          </p:nvPr>
        </p:nvSpPr>
        <p:spPr>
          <a:xfrm xmlns:a="http://schemas.openxmlformats.org/drawingml/2006/main">
            <a:off x="6923151" y="5092822"/>
            <a:ext cx="4705350" cy="246221"/>
          </a:xfrm>
          <a:prstGeom xmlns:a="http://schemas.openxmlformats.org/drawingml/2006/main" prst="rect">
            <a:avLst/>
          </a:prstGeom>
        </p:spPr>
        <p:txBody>
          <a:bodyPr xmlns:a="http://schemas.openxmlformats.org/drawingml/2006/main"/>
          <a:lstStyle xmlns:a="http://schemas.openxmlformats.org/drawingml/2006/main">
            <a:lvl1pPr marL="0" indent="0">
              <a:buNone/>
              <a:defRPr sz="1600" b="0" i="0">
                <a:solidFill>
                  <a:schemeClr val="tx1"/>
                </a:solidFill>
                <a:latin typeface="Segoe UI Variable Display"/>
                <a:ea typeface="Segoe UI Variable Display"/>
                <a:cs typeface="Segoe UI Variable Display"/>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600" b="1" i="0">
                <a:latin typeface="Segoe UI Variable Display Semibold"/>
                <a:ea typeface="Segoe UI Variable Display Semibold"/>
                <a:cs typeface="Segoe UI Variable Display Semibold"/>
              </a:rPr>
              <a:t>Click to edit text</a:t>
            </a:r>
          </a:p>
        </p:txBody>
      </p:sp>
      <p:sp>
        <p:nvSpPr>
          <p:cNvPr id="27" name="Text Placeholder 4">
            <a:extLst xmlns:a="http://schemas.openxmlformats.org/drawingml/2006/main">
              <a:ext uri="{FF2B5EF4-FFF2-40B4-BE49-F238E27FC236}">
                <a16:creationId xmlns:a16="http://schemas.microsoft.com/office/drawing/2014/main" id="{7324173E-AA9C-8BF3-2437-1771DBD138D3}"/>
              </a:ext>
            </a:extLst>
          </p:cNvPr>
          <p:cNvSpPr>
            <a:spLocks xmlns:a="http://schemas.openxmlformats.org/drawingml/2006/main" noGrp="1"/>
          </p:cNvSpPr>
          <p:nvPr>
            <p:ph type="body" idx="31" hasCustomPrompt="1"/>
          </p:nvPr>
        </p:nvSpPr>
        <p:spPr>
          <a:xfrm xmlns:a="http://schemas.openxmlformats.org/drawingml/2006/main">
            <a:off x="6923151" y="5372181"/>
            <a:ext cx="4705350" cy="184666"/>
          </a:xfrm>
          <a:prstGeom xmlns:a="http://schemas.openxmlformats.org/drawingml/2006/main" prst="rect">
            <a:avLst/>
          </a:prstGeom>
        </p:spPr>
        <p:txBody>
          <a:bodyPr xmlns:a="http://schemas.openxmlformats.org/drawingml/2006/main"/>
          <a:lstStyle xmlns:a="http://schemas.openxmlformats.org/drawingml/2006/main">
            <a:lvl1pPr marL="0" indent="0">
              <a:buNone/>
              <a:defRPr sz="1200" b="0" i="0">
                <a:solidFill>
                  <a:schemeClr val="tx1"/>
                </a:solidFill>
                <a:latin typeface="+mn-lt"/>
                <a:ea typeface="+mn-lt"/>
                <a:cs typeface="+mn-lt"/>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200" b="0" i="0">
                <a:latin typeface="Segoe UI Variable Text Semilight"/>
                <a:ea typeface="Segoe UI Variable Text Semilight"/>
                <a:cs typeface="Segoe UI Variable Text Semilight"/>
              </a:rPr>
              <a:t>Click to edit text</a:t>
            </a:r>
          </a:p>
        </p:txBody>
      </p:sp>
    </p:spTree>
  </p:cSld>
</p:sldLayout>
</file>

<file path=ppt/slideLayouts/slideLayout47.xml><?xml version="1.0" encoding="utf-8"?>
<p:sldLayout xmlns:p="http://schemas.openxmlformats.org/presentationml/2006/main" preserve="1" userDrawn="1">
  <p:cSld name="Full_Bleed_Image">
    <p:spTree>
      <p:nvGrpSpPr>
        <p:cNvPr id="1" name=""/>
        <p:cNvGrpSpPr/>
        <p:nvPr/>
      </p:nvGrpSpPr>
      <p:grpSpPr>
        <a:xfrm xmlns:a="http://schemas.openxmlformats.org/drawingml/2006/main"/>
      </p:grpSpPr>
      <p:sp>
        <p:nvSpPr>
          <p:cNvPr id="7" name="Picture Placeholder 3">
            <a:extLst xmlns:a="http://schemas.openxmlformats.org/drawingml/2006/main">
              <a:ext uri="{FF2B5EF4-FFF2-40B4-BE49-F238E27FC236}">
                <a16:creationId xmlns:a16="http://schemas.microsoft.com/office/drawing/2014/main" id="{3AEDEC4F-FC56-B05A-52AD-159156BC0DC8}"/>
              </a:ext>
            </a:extLst>
          </p:cNvPr>
          <p:cNvSpPr>
            <a:spLocks xmlns:a="http://schemas.openxmlformats.org/drawingml/2006/main" noGrp="1"/>
          </p:cNvSpPr>
          <p:nvPr>
            <p:ph type="pic" idx="10" hasCustomPrompt="1"/>
          </p:nvPr>
        </p:nvSpPr>
        <p:spPr>
          <a:xfrm xmlns:a="http://schemas.openxmlformats.org/drawingml/2006/main">
            <a:off x="0" y="0"/>
            <a:ext cx="12192000" cy="6858000"/>
          </a:xfrm>
          <a:prstGeom xmlns:a="http://schemas.openxmlformats.org/drawingml/2006/main" prst="rect">
            <a:avLst/>
          </a:prstGeom>
          <a:solidFill xmlns:a="http://schemas.openxmlformats.org/drawingml/2006/main">
            <a:schemeClr val="bg2"/>
          </a:solidFill>
        </p:spPr>
        <p:txBody>
          <a:bodyPr xmlns:a="http://schemas.openxmlformats.org/drawingml/2006/main"/>
          <a:lstStyle xmlns:a="http://schemas.openxmlformats.org/drawingml/2006/main">
            <a:lvl1pPr marL="0" indent="0" algn="ctr">
              <a:lnSpc>
                <a:spcPct val="150000"/>
              </a:lnSpc>
              <a:buNone/>
              <a:defRPr b="1" i="0">
                <a:latin typeface="Segoe UI Variable Display"/>
                <a:ea typeface="Segoe UI Variable Display"/>
                <a:cs typeface="Segoe UI Variable Display"/>
              </a:defRPr>
            </a:lvl1pPr>
          </a:lstStyle>
          <a:p xmlns:a="http://schemas.openxmlformats.org/drawingml/2006/main">
            <a:r>
              <a:t>Place Image Here</a:t>
            </a:r>
          </a:p>
        </p:txBody>
      </p:sp>
      <p:sp>
        <p:nvSpPr>
          <p:cNvPr id="5" name="Slide Number Placeholder 4">
            <a:extLst xmlns:a="http://schemas.openxmlformats.org/drawingml/2006/main">
              <a:ext uri="{FF2B5EF4-FFF2-40B4-BE49-F238E27FC236}">
                <a16:creationId xmlns:a16="http://schemas.microsoft.com/office/drawing/2014/main" id="{B426A676-6846-EA65-EDE5-824567022740}"/>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8" name="Text Placeholder 2">
            <a:extLst xmlns:a="http://schemas.openxmlformats.org/drawingml/2006/main">
              <a:ext uri="{FF2B5EF4-FFF2-40B4-BE49-F238E27FC236}">
                <a16:creationId xmlns:a16="http://schemas.microsoft.com/office/drawing/2014/main" id="{0DB922C2-73CE-35BB-D875-2696454B8FCF}"/>
              </a:ext>
            </a:extLst>
          </p:cNvPr>
          <p:cNvSpPr>
            <a:spLocks xmlns:a="http://schemas.openxmlformats.org/drawingml/2006/main" noGrp="1"/>
          </p:cNvSpPr>
          <p:nvPr>
            <p:ph type="body" idx="11" hasCustomPrompt="1"/>
          </p:nvPr>
        </p:nvSpPr>
        <p:spPr>
          <a:xfrm xmlns:a="http://schemas.openxmlformats.org/drawingml/2006/main">
            <a:off x="563499" y="4413251"/>
            <a:ext cx="4994021" cy="1631950"/>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buNone/>
              <a:defRPr sz="3600" b="1" i="0">
                <a:solidFill>
                  <a:schemeClr val="tx1"/>
                </a:solidFill>
                <a:latin typeface="Segoe UI Variable Display"/>
                <a:ea typeface="Segoe UI Variable Display"/>
                <a:cs typeface="Segoe UI Variable Display"/>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text</a:t>
            </a:r>
          </a:p>
        </p:txBody>
      </p:sp>
      <p:sp>
        <p:nvSpPr>
          <p:cNvPr id="3" name="Footer Placeholder 1">
            <a:extLst xmlns:a="http://schemas.openxmlformats.org/drawingml/2006/main">
              <a:ext uri="{FF2B5EF4-FFF2-40B4-BE49-F238E27FC236}">
                <a16:creationId xmlns:a16="http://schemas.microsoft.com/office/drawing/2014/main" id="{EAC0C3FF-ADA5-FFDB-57E4-002AFDA187C4}"/>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Tree>
  </p:cSld>
</p:sldLayout>
</file>

<file path=ppt/slideLayouts/slideLayout48.xml><?xml version="1.0" encoding="utf-8"?>
<p:sldLayout xmlns:p="http://schemas.openxmlformats.org/presentationml/2006/main" preserve="1" userDrawn="1">
  <p:cSld name="Full_Bleed_Top_Image">
    <p:spTree>
      <p:nvGrpSpPr>
        <p:cNvPr id="1" name=""/>
        <p:cNvGrpSpPr/>
        <p:nvPr/>
      </p:nvGrpSpPr>
      <p:grpSpPr>
        <a:xfrm xmlns:a="http://schemas.openxmlformats.org/drawingml/2006/main"/>
      </p:grpSpPr>
      <p:sp>
        <p:nvSpPr>
          <p:cNvPr id="10" name="Picture Placeholder 3">
            <a:extLst xmlns:a="http://schemas.openxmlformats.org/drawingml/2006/main">
              <a:ext uri="{FF2B5EF4-FFF2-40B4-BE49-F238E27FC236}">
                <a16:creationId xmlns:a16="http://schemas.microsoft.com/office/drawing/2014/main" id="{F5D3AEB4-C898-EBBD-E472-C4A8EAF8E92E}"/>
              </a:ext>
            </a:extLst>
          </p:cNvPr>
          <p:cNvSpPr>
            <a:spLocks xmlns:a="http://schemas.openxmlformats.org/drawingml/2006/main" noGrp="1"/>
          </p:cNvSpPr>
          <p:nvPr>
            <p:ph type="pic" idx="10" hasCustomPrompt="1"/>
          </p:nvPr>
        </p:nvSpPr>
        <p:spPr>
          <a:xfrm xmlns:a="http://schemas.openxmlformats.org/drawingml/2006/main">
            <a:off x="0" y="969206"/>
            <a:ext cx="12192000" cy="5888794"/>
          </a:xfrm>
          <a:prstGeom xmlns:a="http://schemas.openxmlformats.org/drawingml/2006/main" prst="rect">
            <a:avLst/>
          </a:prstGeom>
          <a:solidFill xmlns:a="http://schemas.openxmlformats.org/drawingml/2006/main">
            <a:schemeClr val="bg2"/>
          </a:solidFill>
        </p:spPr>
        <p:txBody>
          <a:bodyPr xmlns:a="http://schemas.openxmlformats.org/drawingml/2006/main"/>
          <a:lstStyle xmlns:a="http://schemas.openxmlformats.org/drawingml/2006/main">
            <a:lvl1pPr marL="0" indent="0" algn="ctr">
              <a:lnSpc>
                <a:spcPct val="150000"/>
              </a:lnSpc>
              <a:buNone/>
              <a:defRPr b="1" i="0">
                <a:latin typeface="Segoe UI Variable Display"/>
                <a:ea typeface="Segoe UI Variable Display"/>
                <a:cs typeface="Segoe UI Variable Display"/>
              </a:defRPr>
            </a:lvl1pPr>
          </a:lstStyle>
          <a:p xmlns:a="http://schemas.openxmlformats.org/drawingml/2006/main">
            <a:r>
              <a:t>Place Image Here</a:t>
            </a:r>
          </a:p>
        </p:txBody>
      </p:sp>
      <p:pic>
        <p:nvPicPr>
          <p:cNvPr id="13" name="Picture 5"/>
          <p:cNvPicPr>
            <a:picLocks xmlns:a="http://schemas.openxmlformats.org/drawingml/2006/main" noChangeAspect="1"/>
          </p:cNvPicPr>
          <p:nvPr/>
        </p:nvPicPr>
        <p:blipFill rotWithShape="1">
          <a:blip xmlns:r="http://schemas.openxmlformats.org/officeDocument/2006/relationships" xmlns:a="http://schemas.openxmlformats.org/drawingml/2006/main" r:embed="R87023dd74b074118"/>
          <a:srcRect xmlns:a="http://schemas.openxmlformats.org/drawingml/2006/main" l="0" t="0" r="0" b="0"/>
          <a:stretch xmlns:a="http://schemas.openxmlformats.org/drawingml/2006/main"/>
        </p:blipFill>
        <p:spPr>
          <a:xfrm xmlns:a="http://schemas.openxmlformats.org/drawingml/2006/main">
            <a:off x="0" y="0"/>
            <a:ext cx="12192000" cy="969206"/>
          </a:xfrm>
        </p:spPr>
      </p:pic>
      <p:sp>
        <p:nvSpPr>
          <p:cNvPr id="5" name="Slide Number Placeholder 4">
            <a:extLst xmlns:a="http://schemas.openxmlformats.org/drawingml/2006/main">
              <a:ext uri="{FF2B5EF4-FFF2-40B4-BE49-F238E27FC236}">
                <a16:creationId xmlns:a16="http://schemas.microsoft.com/office/drawing/2014/main" id="{B426A676-6846-EA65-EDE5-824567022740}"/>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4" name="Text Placeholder 2">
            <a:extLst xmlns:a="http://schemas.openxmlformats.org/drawingml/2006/main">
              <a:ext uri="{FF2B5EF4-FFF2-40B4-BE49-F238E27FC236}">
                <a16:creationId xmlns:a16="http://schemas.microsoft.com/office/drawing/2014/main" id="{C57B295A-33AB-0FBB-B09A-55A027E0B411}"/>
              </a:ext>
            </a:extLst>
          </p:cNvPr>
          <p:cNvSpPr>
            <a:spLocks xmlns:a="http://schemas.openxmlformats.org/drawingml/2006/main" noGrp="1"/>
          </p:cNvSpPr>
          <p:nvPr>
            <p:ph type="body" idx="11" hasCustomPrompt="1"/>
          </p:nvPr>
        </p:nvSpPr>
        <p:spPr>
          <a:xfrm xmlns:a="http://schemas.openxmlformats.org/drawingml/2006/main">
            <a:off x="563499" y="186252"/>
            <a:ext cx="11045888" cy="553998"/>
          </a:xfrm>
          <a:prstGeom xmlns:a="http://schemas.openxmlformats.org/drawingml/2006/main" prst="rect">
            <a:avLst/>
          </a:prstGeom>
        </p:spPr>
        <p:txBody>
          <a:bodyPr xmlns:a="http://schemas.openxmlformats.org/drawingml/2006/main"/>
          <a:lstStyle xmlns:a="http://schemas.openxmlformats.org/drawingml/2006/main">
            <a:lvl1pPr marL="0" indent="0">
              <a:buNone/>
              <a:defRPr sz="3600" b="1" i="0">
                <a:solidFill>
                  <a:schemeClr val="bg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3" name="Footer Placeholder 1">
            <a:extLst xmlns:a="http://schemas.openxmlformats.org/drawingml/2006/main">
              <a:ext uri="{FF2B5EF4-FFF2-40B4-BE49-F238E27FC236}">
                <a16:creationId xmlns:a16="http://schemas.microsoft.com/office/drawing/2014/main" id="{A4118093-7D3C-9764-D242-3FF6E0731EF9}"/>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Tree>
  </p:cSld>
</p:sldLayout>
</file>

<file path=ppt/slideLayouts/slideLayout49.xml><?xml version="1.0" encoding="utf-8"?>
<p:sldLayout xmlns:p="http://schemas.openxmlformats.org/presentationml/2006/main" preserve="1" userDrawn="1">
  <p:cSld name="Full_Bleed_Top_White">
    <p:spTree>
      <p:nvGrpSpPr>
        <p:cNvPr id="1" name=""/>
        <p:cNvGrpSpPr/>
        <p:nvPr/>
      </p:nvGrpSpPr>
      <p:grpSpPr>
        <a:xfrm xmlns:a="http://schemas.openxmlformats.org/drawingml/2006/main"/>
      </p:grpSpPr>
      <p:sp>
        <p:nvSpPr>
          <p:cNvPr id="6" name="Picture Placeholder 3">
            <a:extLst xmlns:a="http://schemas.openxmlformats.org/drawingml/2006/main">
              <a:ext uri="{FF2B5EF4-FFF2-40B4-BE49-F238E27FC236}">
                <a16:creationId xmlns:a16="http://schemas.microsoft.com/office/drawing/2014/main" id="{F8F8BBAC-8DA3-09F6-A450-B668FFC46A4F}"/>
              </a:ext>
            </a:extLst>
          </p:cNvPr>
          <p:cNvSpPr>
            <a:spLocks xmlns:a="http://schemas.openxmlformats.org/drawingml/2006/main" noGrp="1"/>
          </p:cNvSpPr>
          <p:nvPr>
            <p:ph type="pic" idx="10" hasCustomPrompt="1"/>
          </p:nvPr>
        </p:nvSpPr>
        <p:spPr>
          <a:xfrm xmlns:a="http://schemas.openxmlformats.org/drawingml/2006/main">
            <a:off x="0" y="969206"/>
            <a:ext cx="12192000" cy="5888794"/>
          </a:xfrm>
          <a:prstGeom xmlns:a="http://schemas.openxmlformats.org/drawingml/2006/main" prst="rect">
            <a:avLst/>
          </a:prstGeom>
          <a:solidFill xmlns:a="http://schemas.openxmlformats.org/drawingml/2006/main">
            <a:schemeClr val="bg2"/>
          </a:solidFill>
        </p:spPr>
        <p:txBody>
          <a:bodyPr xmlns:a="http://schemas.openxmlformats.org/drawingml/2006/main"/>
          <a:lstStyle xmlns:a="http://schemas.openxmlformats.org/drawingml/2006/main">
            <a:lvl1pPr marL="0" indent="0" algn="ctr">
              <a:lnSpc>
                <a:spcPct val="150000"/>
              </a:lnSpc>
              <a:buNone/>
              <a:defRPr b="1" i="0">
                <a:latin typeface="Segoe UI Variable Display"/>
                <a:ea typeface="Segoe UI Variable Display"/>
                <a:cs typeface="Segoe UI Variable Display"/>
              </a:defRPr>
            </a:lvl1pPr>
          </a:lstStyle>
          <a:p xmlns:a="http://schemas.openxmlformats.org/drawingml/2006/main">
            <a:r>
              <a:t>Place Image Here</a:t>
            </a:r>
          </a:p>
        </p:txBody>
      </p:sp>
      <p:sp>
        <p:nvSpPr>
          <p:cNvPr id="5" name="Slide Number Placeholder 4">
            <a:extLst xmlns:a="http://schemas.openxmlformats.org/drawingml/2006/main">
              <a:ext uri="{FF2B5EF4-FFF2-40B4-BE49-F238E27FC236}">
                <a16:creationId xmlns:a16="http://schemas.microsoft.com/office/drawing/2014/main" id="{B426A676-6846-EA65-EDE5-824567022740}"/>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4" name="Text Placeholder 2">
            <a:extLst xmlns:a="http://schemas.openxmlformats.org/drawingml/2006/main">
              <a:ext uri="{FF2B5EF4-FFF2-40B4-BE49-F238E27FC236}">
                <a16:creationId xmlns:a16="http://schemas.microsoft.com/office/drawing/2014/main" id="{C57B295A-33AB-0FBB-B09A-55A027E0B411}"/>
              </a:ext>
            </a:extLst>
          </p:cNvPr>
          <p:cNvSpPr>
            <a:spLocks xmlns:a="http://schemas.openxmlformats.org/drawingml/2006/main" noGrp="1"/>
          </p:cNvSpPr>
          <p:nvPr>
            <p:ph type="body" idx="11" hasCustomPrompt="1"/>
          </p:nvPr>
        </p:nvSpPr>
        <p:spPr>
          <a:xfrm xmlns:a="http://schemas.openxmlformats.org/drawingml/2006/main">
            <a:off x="563499" y="186252"/>
            <a:ext cx="11045888" cy="553998"/>
          </a:xfrm>
          <a:prstGeom xmlns:a="http://schemas.openxmlformats.org/drawingml/2006/main" prst="rect">
            <a:avLst/>
          </a:prstGeom>
        </p:spPr>
        <p:txBody>
          <a:bodyPr xmlns:a="http://schemas.openxmlformats.org/drawingml/2006/main"/>
          <a:lstStyle xmlns:a="http://schemas.openxmlformats.org/drawingml/2006/main">
            <a:lvl1pPr marL="0" indent="0">
              <a:buNone/>
              <a:defRPr sz="3600" b="1" i="0">
                <a:solidFill>
                  <a:schemeClr val="tx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3" name="Footer Placeholder 1">
            <a:extLst xmlns:a="http://schemas.openxmlformats.org/drawingml/2006/main">
              <a:ext uri="{FF2B5EF4-FFF2-40B4-BE49-F238E27FC236}">
                <a16:creationId xmlns:a16="http://schemas.microsoft.com/office/drawing/2014/main" id="{595F97B7-EA88-4DD0-A6FD-34D74E9D3FE4}"/>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Tree>
  </p:cSld>
</p:sldLayout>
</file>

<file path=ppt/slideLayouts/slideLayout50.xml><?xml version="1.0" encoding="utf-8"?>
<p:sldLayout xmlns:p="http://schemas.openxmlformats.org/presentationml/2006/main" preserve="1" userDrawn="1">
  <p:cSld name="Full_Bleed_Bottom_Image">
    <p:spTree>
      <p:nvGrpSpPr>
        <p:cNvPr id="1" name=""/>
        <p:cNvGrpSpPr/>
        <p:nvPr/>
      </p:nvGrpSpPr>
      <p:grpSpPr>
        <a:xfrm xmlns:a="http://schemas.openxmlformats.org/drawingml/2006/main"/>
      </p:grpSpPr>
      <p:pic>
        <p:nvPicPr>
          <p:cNvPr id="10" name="Picture 5"/>
          <p:cNvPicPr>
            <a:picLocks xmlns:a="http://schemas.openxmlformats.org/drawingml/2006/main" noChangeAspect="1"/>
          </p:cNvPicPr>
          <p:nvPr/>
        </p:nvPicPr>
        <p:blipFill rotWithShape="1">
          <a:blip xmlns:r="http://schemas.openxmlformats.org/officeDocument/2006/relationships" xmlns:a="http://schemas.openxmlformats.org/drawingml/2006/main" r:embed="Rf4bd9a347e354fe4"/>
          <a:srcRect xmlns:a="http://schemas.openxmlformats.org/drawingml/2006/main" l="0" t="0" r="0" b="0"/>
          <a:stretch xmlns:a="http://schemas.openxmlformats.org/drawingml/2006/main"/>
        </p:blipFill>
        <p:spPr>
          <a:xfrm xmlns:a="http://schemas.openxmlformats.org/drawingml/2006/main">
            <a:off x="0" y="5194297"/>
            <a:ext cx="12192000" cy="1663703"/>
          </a:xfrm>
        </p:spPr>
      </p:pic>
      <p:sp>
        <p:nvSpPr>
          <p:cNvPr id="8" name="Text Placeholder 2">
            <a:extLst xmlns:a="http://schemas.openxmlformats.org/drawingml/2006/main">
              <a:ext uri="{FF2B5EF4-FFF2-40B4-BE49-F238E27FC236}">
                <a16:creationId xmlns:a16="http://schemas.microsoft.com/office/drawing/2014/main" id="{0DB922C2-73CE-35BB-D875-2696454B8FCF}"/>
              </a:ext>
            </a:extLst>
          </p:cNvPr>
          <p:cNvSpPr>
            <a:spLocks xmlns:a="http://schemas.openxmlformats.org/drawingml/2006/main" noGrp="1"/>
          </p:cNvSpPr>
          <p:nvPr>
            <p:ph type="body" idx="11" hasCustomPrompt="1"/>
          </p:nvPr>
        </p:nvSpPr>
        <p:spPr>
          <a:xfrm xmlns:a="http://schemas.openxmlformats.org/drawingml/2006/main">
            <a:off x="563499" y="5412143"/>
            <a:ext cx="11045889" cy="847368"/>
          </a:xfrm>
          <a:prstGeom xmlns:a="http://schemas.openxmlformats.org/drawingml/2006/main" prst="rect">
            <a:avLst/>
          </a:prstGeom>
        </p:spPr>
        <p:txBody>
          <a:bodyPr xmlns:a="http://schemas.openxmlformats.org/drawingml/2006/main" anchor="ctr">
            <a:noAutofit/>
          </a:bodyPr>
          <a:lstStyle xmlns:a="http://schemas.openxmlformats.org/drawingml/2006/main">
            <a:lvl1pPr marL="0" indent="0">
              <a:buNone/>
              <a:defRPr sz="3600" b="1" i="0">
                <a:solidFill>
                  <a:schemeClr val="bg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5" name="Slide Number Placeholder 4">
            <a:extLst xmlns:a="http://schemas.openxmlformats.org/drawingml/2006/main">
              <a:ext uri="{FF2B5EF4-FFF2-40B4-BE49-F238E27FC236}">
                <a16:creationId xmlns:a16="http://schemas.microsoft.com/office/drawing/2014/main" id="{B426A676-6846-EA65-EDE5-824567022740}"/>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b="1" i="0">
                <a:solidFill>
                  <a:schemeClr val="bg1"/>
                </a:solidFill>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3" name="Footer Placeholder 1">
            <a:extLst xmlns:a="http://schemas.openxmlformats.org/drawingml/2006/main">
              <a:ext uri="{FF2B5EF4-FFF2-40B4-BE49-F238E27FC236}">
                <a16:creationId xmlns:a16="http://schemas.microsoft.com/office/drawing/2014/main" id="{F527D418-DEB4-E6BE-632F-E81F936C2219}"/>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bg1"/>
                </a:solidFill>
                <a:latin typeface="Segoe UI Variable Small Light"/>
                <a:ea typeface="Segoe UI Variable Small Light"/>
                <a:cs typeface="Segoe UI Variable Small Light"/>
              </a:defRPr>
            </a:lvl1pPr>
          </a:lstStyle>
          <a:p xmlns:a="http://schemas.openxmlformats.org/drawingml/2006/main">
            <a:endParaRPr/>
          </a:p>
        </p:txBody>
      </p:sp>
      <p:sp>
        <p:nvSpPr>
          <p:cNvPr id="4" name="Picture Placeholder 3">
            <a:extLst xmlns:a="http://schemas.openxmlformats.org/drawingml/2006/main">
              <a:ext uri="{FF2B5EF4-FFF2-40B4-BE49-F238E27FC236}">
                <a16:creationId xmlns:a16="http://schemas.microsoft.com/office/drawing/2014/main" id="{AC6B327B-BAC8-C162-6486-423D58BD11B9}"/>
              </a:ext>
            </a:extLst>
          </p:cNvPr>
          <p:cNvSpPr>
            <a:spLocks xmlns:a="http://schemas.openxmlformats.org/drawingml/2006/main" noGrp="1"/>
          </p:cNvSpPr>
          <p:nvPr>
            <p:ph type="pic" idx="10" hasCustomPrompt="1"/>
          </p:nvPr>
        </p:nvSpPr>
        <p:spPr>
          <a:xfrm xmlns:a="http://schemas.openxmlformats.org/drawingml/2006/main">
            <a:off x="0" y="-4"/>
            <a:ext cx="12192000" cy="5194301"/>
          </a:xfrm>
          <a:prstGeom xmlns:a="http://schemas.openxmlformats.org/drawingml/2006/main" prst="rect">
            <a:avLst/>
          </a:prstGeom>
          <a:solidFill xmlns:a="http://schemas.openxmlformats.org/drawingml/2006/main">
            <a:schemeClr val="bg2"/>
          </a:solidFill>
        </p:spPr>
        <p:txBody>
          <a:bodyPr xmlns:a="http://schemas.openxmlformats.org/drawingml/2006/main"/>
          <a:lstStyle xmlns:a="http://schemas.openxmlformats.org/drawingml/2006/main">
            <a:lvl1pPr marL="0" indent="0" algn="ctr">
              <a:lnSpc>
                <a:spcPct val="150000"/>
              </a:lnSpc>
              <a:buNone/>
              <a:defRPr b="1" i="0">
                <a:latin typeface="Segoe UI Variable Display"/>
                <a:ea typeface="Segoe UI Variable Display"/>
                <a:cs typeface="Segoe UI Variable Display"/>
              </a:defRPr>
            </a:lvl1pPr>
          </a:lstStyle>
          <a:p xmlns:a="http://schemas.openxmlformats.org/drawingml/2006/main">
            <a:r>
              <a:t>Place Image Here</a:t>
            </a:r>
          </a:p>
        </p:txBody>
      </p:sp>
    </p:spTree>
  </p:cSld>
</p:sldLayout>
</file>

<file path=ppt/slideLayouts/slideLayout51.xml><?xml version="1.0" encoding="utf-8"?>
<p:sldLayout xmlns:p="http://schemas.openxmlformats.org/presentationml/2006/main" preserve="1" userDrawn="1">
  <p:cSld name="Full_Bleed_Bottom_White">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0DB922C2-73CE-35BB-D875-2696454B8FCF}"/>
              </a:ext>
            </a:extLst>
          </p:cNvPr>
          <p:cNvSpPr>
            <a:spLocks xmlns:a="http://schemas.openxmlformats.org/drawingml/2006/main" noGrp="1"/>
          </p:cNvSpPr>
          <p:nvPr>
            <p:ph type="body" idx="11" hasCustomPrompt="1"/>
          </p:nvPr>
        </p:nvSpPr>
        <p:spPr>
          <a:xfrm xmlns:a="http://schemas.openxmlformats.org/drawingml/2006/main">
            <a:off x="563499" y="5412143"/>
            <a:ext cx="11045889" cy="847368"/>
          </a:xfrm>
          <a:prstGeom xmlns:a="http://schemas.openxmlformats.org/drawingml/2006/main" prst="rect">
            <a:avLst/>
          </a:prstGeom>
        </p:spPr>
        <p:txBody>
          <a:bodyPr xmlns:a="http://schemas.openxmlformats.org/drawingml/2006/main" anchor="ctr">
            <a:noAutofit/>
          </a:bodyPr>
          <a:lstStyle xmlns:a="http://schemas.openxmlformats.org/drawingml/2006/main">
            <a:lvl1pPr marL="0" indent="0">
              <a:buNone/>
              <a:defRPr sz="3600" b="1" i="0">
                <a:solidFill>
                  <a:schemeClr val="tx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5" name="Slide Number Placeholder 4">
            <a:extLst xmlns:a="http://schemas.openxmlformats.org/drawingml/2006/main">
              <a:ext uri="{FF2B5EF4-FFF2-40B4-BE49-F238E27FC236}">
                <a16:creationId xmlns:a16="http://schemas.microsoft.com/office/drawing/2014/main" id="{B426A676-6846-EA65-EDE5-824567022740}"/>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b="1" i="0">
                <a:solidFill>
                  <a:schemeClr val="tx1"/>
                </a:solidFill>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3" name="Footer Placeholder 1">
            <a:extLst xmlns:a="http://schemas.openxmlformats.org/drawingml/2006/main">
              <a:ext uri="{FF2B5EF4-FFF2-40B4-BE49-F238E27FC236}">
                <a16:creationId xmlns:a16="http://schemas.microsoft.com/office/drawing/2014/main" id="{4C3C472A-9880-67E2-C6C7-3134163D5A3B}"/>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
        <p:nvSpPr>
          <p:cNvPr id="4" name="Picture Placeholder 3">
            <a:extLst xmlns:a="http://schemas.openxmlformats.org/drawingml/2006/main">
              <a:ext uri="{FF2B5EF4-FFF2-40B4-BE49-F238E27FC236}">
                <a16:creationId xmlns:a16="http://schemas.microsoft.com/office/drawing/2014/main" id="{859D7922-CA29-DA79-7E84-A874DC6BAF9A}"/>
              </a:ext>
            </a:extLst>
          </p:cNvPr>
          <p:cNvSpPr>
            <a:spLocks xmlns:a="http://schemas.openxmlformats.org/drawingml/2006/main" noGrp="1"/>
          </p:cNvSpPr>
          <p:nvPr>
            <p:ph type="pic" idx="10" hasCustomPrompt="1"/>
          </p:nvPr>
        </p:nvSpPr>
        <p:spPr>
          <a:xfrm xmlns:a="http://schemas.openxmlformats.org/drawingml/2006/main">
            <a:off x="0" y="-4"/>
            <a:ext cx="12192000" cy="5194301"/>
          </a:xfrm>
          <a:prstGeom xmlns:a="http://schemas.openxmlformats.org/drawingml/2006/main" prst="rect">
            <a:avLst/>
          </a:prstGeom>
          <a:solidFill xmlns:a="http://schemas.openxmlformats.org/drawingml/2006/main">
            <a:schemeClr val="bg2"/>
          </a:solidFill>
        </p:spPr>
        <p:txBody>
          <a:bodyPr xmlns:a="http://schemas.openxmlformats.org/drawingml/2006/main"/>
          <a:lstStyle xmlns:a="http://schemas.openxmlformats.org/drawingml/2006/main">
            <a:lvl1pPr marL="0" indent="0" algn="ctr">
              <a:lnSpc>
                <a:spcPct val="150000"/>
              </a:lnSpc>
              <a:buNone/>
              <a:defRPr b="1" i="0">
                <a:latin typeface="Segoe UI Variable Display"/>
                <a:ea typeface="Segoe UI Variable Display"/>
                <a:cs typeface="Segoe UI Variable Display"/>
              </a:defRPr>
            </a:lvl1pPr>
          </a:lstStyle>
          <a:p xmlns:a="http://schemas.openxmlformats.org/drawingml/2006/main">
            <a:r>
              <a:t>Place Image Here</a:t>
            </a:r>
          </a:p>
        </p:txBody>
      </p:sp>
    </p:spTree>
  </p:cSld>
</p:sldLayout>
</file>

<file path=ppt/slideLayouts/slideLayout52.xml><?xml version="1.0" encoding="utf-8"?>
<p:sldLayout xmlns:p="http://schemas.openxmlformats.org/presentationml/2006/main" preserve="1" userDrawn="1">
  <p:cSld name="HalfHalf_Image">
    <p:spTree>
      <p:nvGrpSpPr>
        <p:cNvPr id="1" name=""/>
        <p:cNvGrpSpPr/>
        <p:nvPr/>
      </p:nvGrpSpPr>
      <p:grpSpPr>
        <a:xfrm xmlns:a="http://schemas.openxmlformats.org/drawingml/2006/main"/>
      </p:grpSpPr>
      <p:sp>
        <p:nvSpPr>
          <p:cNvPr id="12" name="Picture Placeholder 3">
            <a:extLst xmlns:a="http://schemas.openxmlformats.org/drawingml/2006/main">
              <a:ext uri="{FF2B5EF4-FFF2-40B4-BE49-F238E27FC236}">
                <a16:creationId xmlns:a16="http://schemas.microsoft.com/office/drawing/2014/main" id="{0A8E3695-D58B-CEE4-8D30-AA6C47648C6B}"/>
              </a:ext>
            </a:extLst>
          </p:cNvPr>
          <p:cNvSpPr>
            <a:spLocks xmlns:a="http://schemas.openxmlformats.org/drawingml/2006/main" noGrp="1"/>
          </p:cNvSpPr>
          <p:nvPr>
            <p:ph type="pic" idx="10" hasCustomPrompt="1"/>
          </p:nvPr>
        </p:nvSpPr>
        <p:spPr>
          <a:xfrm xmlns:a="http://schemas.openxmlformats.org/drawingml/2006/main">
            <a:off x="6095998" y="0"/>
            <a:ext cx="6096001" cy="6858000"/>
          </a:xfrm>
          <a:prstGeom xmlns:a="http://schemas.openxmlformats.org/drawingml/2006/main" prst="rect">
            <a:avLst/>
          </a:prstGeom>
          <a:solidFill xmlns:a="http://schemas.openxmlformats.org/drawingml/2006/main">
            <a:schemeClr val="bg2"/>
          </a:solidFill>
        </p:spPr>
        <p:txBody>
          <a:bodyPr xmlns:a="http://schemas.openxmlformats.org/drawingml/2006/main"/>
          <a:lstStyle xmlns:a="http://schemas.openxmlformats.org/drawingml/2006/main">
            <a:lvl1pPr marL="0" indent="0" algn="ctr">
              <a:lnSpc>
                <a:spcPct val="150000"/>
              </a:lnSpc>
              <a:buNone/>
              <a:defRPr b="1" i="0">
                <a:latin typeface="Segoe UI Variable Display"/>
                <a:ea typeface="Segoe UI Variable Display"/>
                <a:cs typeface="Segoe UI Variable Display"/>
              </a:defRPr>
            </a:lvl1pPr>
          </a:lstStyle>
          <a:p xmlns:a="http://schemas.openxmlformats.org/drawingml/2006/main">
            <a:r>
              <a:t>Place Image Here</a:t>
            </a:r>
          </a:p>
        </p:txBody>
      </p:sp>
      <p:pic>
        <p:nvPicPr>
          <p:cNvPr id="15"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734a1abda13d4640"/>
          <a:srcRect xmlns:a="http://schemas.openxmlformats.org/drawingml/2006/main" l="0" t="0" r="0" b="0"/>
          <a:stretch xmlns:a="http://schemas.openxmlformats.org/drawingml/2006/main"/>
        </p:blipFill>
        <p:spPr>
          <a:xfrm xmlns:a="http://schemas.openxmlformats.org/drawingml/2006/main">
            <a:off x="0" y="0"/>
            <a:ext cx="6096000" cy="6858000"/>
          </a:xfrm>
        </p:spPr>
      </p:pic>
      <p:sp>
        <p:nvSpPr>
          <p:cNvPr id="3" name="Slide Number Placeholder 2">
            <a:extLst xmlns:a="http://schemas.openxmlformats.org/drawingml/2006/main">
              <a:ext uri="{FF2B5EF4-FFF2-40B4-BE49-F238E27FC236}">
                <a16:creationId xmlns:a16="http://schemas.microsoft.com/office/drawing/2014/main" id="{CFD5AF84-2053-9C47-0F10-14DA1507923E}"/>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4" name="Footer Placeholder 1">
            <a:extLst xmlns:a="http://schemas.openxmlformats.org/drawingml/2006/main">
              <a:ext uri="{FF2B5EF4-FFF2-40B4-BE49-F238E27FC236}">
                <a16:creationId xmlns:a16="http://schemas.microsoft.com/office/drawing/2014/main" id="{2EDA3B3A-6C0B-15C1-7D74-FF397B603129}"/>
              </a:ext>
            </a:extLst>
          </p:cNvPr>
          <p:cNvSpPr>
            <a:spLocks xmlns:a="http://schemas.openxmlformats.org/drawingml/2006/main" noGrp="1"/>
          </p:cNvSpPr>
          <p:nvPr>
            <p:ph type="ftr" idx="15"/>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bg1"/>
                </a:solidFill>
                <a:latin typeface="Segoe UI Variable Small Light"/>
                <a:ea typeface="Segoe UI Variable Small Light"/>
                <a:cs typeface="Segoe UI Variable Small Light"/>
              </a:defRPr>
            </a:lvl1pPr>
          </a:lstStyle>
          <a:p xmlns:a="http://schemas.openxmlformats.org/drawingml/2006/main">
            <a:endParaRPr/>
          </a:p>
        </p:txBody>
      </p:sp>
      <p:sp>
        <p:nvSpPr>
          <p:cNvPr id="8" name="Text Placeholder 2">
            <a:extLst xmlns:a="http://schemas.openxmlformats.org/drawingml/2006/main">
              <a:ext uri="{FF2B5EF4-FFF2-40B4-BE49-F238E27FC236}">
                <a16:creationId xmlns:a16="http://schemas.microsoft.com/office/drawing/2014/main" id="{1CD2CE30-1A33-E095-1E39-36DACB7D926C}"/>
              </a:ext>
            </a:extLst>
          </p:cNvPr>
          <p:cNvSpPr>
            <a:spLocks xmlns:a="http://schemas.openxmlformats.org/drawingml/2006/main" noGrp="1"/>
          </p:cNvSpPr>
          <p:nvPr>
            <p:ph type="body" idx="11" hasCustomPrompt="1"/>
          </p:nvPr>
        </p:nvSpPr>
        <p:spPr>
          <a:xfrm xmlns:a="http://schemas.openxmlformats.org/drawingml/2006/main">
            <a:off x="563499" y="3703186"/>
            <a:ext cx="4994021" cy="1661993"/>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buNone/>
              <a:defRPr sz="3600" b="1" i="0">
                <a:solidFill>
                  <a:schemeClr val="bg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11" name="Text Placeholder 2">
            <a:extLst xmlns:a="http://schemas.openxmlformats.org/drawingml/2006/main">
              <a:ext uri="{FF2B5EF4-FFF2-40B4-BE49-F238E27FC236}">
                <a16:creationId xmlns:a16="http://schemas.microsoft.com/office/drawing/2014/main" id="{24F931D7-A333-BB87-FFB5-3E9DAF4F1848}"/>
              </a:ext>
            </a:extLst>
          </p:cNvPr>
          <p:cNvSpPr>
            <a:spLocks xmlns:a="http://schemas.openxmlformats.org/drawingml/2006/main" noGrp="1"/>
          </p:cNvSpPr>
          <p:nvPr>
            <p:ph type="body" idx="12" hasCustomPrompt="1"/>
          </p:nvPr>
        </p:nvSpPr>
        <p:spPr>
          <a:xfrm xmlns:a="http://schemas.openxmlformats.org/drawingml/2006/main">
            <a:off x="563499" y="5600028"/>
            <a:ext cx="3983038"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2400" b="1" i="0">
                <a:solidFill>
                  <a:schemeClr val="bg1"/>
                </a:solidFill>
                <a:latin typeface="Segoe UI Variable Display"/>
                <a:ea typeface="Segoe UI Variable Display"/>
                <a:cs typeface="Segoe UI Variable Display"/>
              </a:defRPr>
            </a:lvl1pPr>
            <a:lvl2pPr marL="228600" indent="0">
              <a:buNone/>
              <a:defRPr sz="2400">
                <a:solidFill>
                  <a:schemeClr val="tx1"/>
                </a:solidFill>
                <a:latin typeface="+mj-lt"/>
                <a:ea typeface="+mj-lt"/>
                <a:cs typeface="+mj-lt"/>
              </a:defRPr>
            </a:lvl2pPr>
            <a:lvl3pPr marL="457200" indent="0">
              <a:buNone/>
              <a:defRPr sz="2400">
                <a:solidFill>
                  <a:schemeClr val="tx1"/>
                </a:solidFill>
                <a:latin typeface="+mj-lt"/>
                <a:ea typeface="+mj-lt"/>
                <a:cs typeface="+mj-lt"/>
              </a:defRPr>
            </a:lvl3pPr>
            <a:lvl4pPr marL="661988" indent="0">
              <a:buNone/>
              <a:defRPr sz="2400">
                <a:solidFill>
                  <a:schemeClr val="tx1"/>
                </a:solidFill>
                <a:latin typeface="+mj-lt"/>
                <a:ea typeface="+mj-lt"/>
                <a:cs typeface="+mj-lt"/>
              </a:defRPr>
            </a:lvl4pPr>
            <a:lvl5pPr marL="855663" indent="0">
              <a:buNone/>
              <a:defRPr sz="2400">
                <a:solidFill>
                  <a:schemeClr val="tx1"/>
                </a:solidFill>
                <a:latin typeface="+mj-lt"/>
                <a:ea typeface="+mj-lt"/>
                <a:cs typeface="+mj-lt"/>
              </a:defRPr>
            </a:lvl5pPr>
          </a:lstStyle>
          <a:p xmlns:a="http://schemas.openxmlformats.org/drawingml/2006/main">
            <a:pPr algn="l">
              <a:buNone/>
            </a:pPr>
            <a:r>
              <a:rPr sz="2400" b="1" i="0">
                <a:latin typeface="Segoe UI Variable Display"/>
                <a:ea typeface="Segoe UI Variable Display"/>
                <a:cs typeface="Segoe UI Variable Display"/>
              </a:rPr>
              <a:t>Click to edit text</a:t>
            </a:r>
          </a:p>
        </p:txBody>
      </p:sp>
    </p:spTree>
  </p:cSld>
</p:sldLayout>
</file>

<file path=ppt/slideLayouts/slideLayout53.xml><?xml version="1.0" encoding="utf-8"?>
<p:sldLayout xmlns:p="http://schemas.openxmlformats.org/presentationml/2006/main" preserve="1" userDrawn="1">
  <p:cSld name="HalfHalf_Image_White">
    <p:spTree>
      <p:nvGrpSpPr>
        <p:cNvPr id="1" name=""/>
        <p:cNvGrpSpPr/>
        <p:nvPr/>
      </p:nvGrpSpPr>
      <p:grpSpPr>
        <a:xfrm xmlns:a="http://schemas.openxmlformats.org/drawingml/2006/main"/>
      </p:grpSpPr>
      <p:sp>
        <p:nvSpPr>
          <p:cNvPr id="6" name="Picture Placeholder 3">
            <a:extLst xmlns:a="http://schemas.openxmlformats.org/drawingml/2006/main">
              <a:ext uri="{FF2B5EF4-FFF2-40B4-BE49-F238E27FC236}">
                <a16:creationId xmlns:a16="http://schemas.microsoft.com/office/drawing/2014/main" id="{5374165A-58C8-61CD-EBB8-4759B0CE5DBA}"/>
              </a:ext>
            </a:extLst>
          </p:cNvPr>
          <p:cNvSpPr>
            <a:spLocks xmlns:a="http://schemas.openxmlformats.org/drawingml/2006/main" noGrp="1"/>
          </p:cNvSpPr>
          <p:nvPr>
            <p:ph type="pic" idx="10" hasCustomPrompt="1"/>
          </p:nvPr>
        </p:nvSpPr>
        <p:spPr>
          <a:xfrm xmlns:a="http://schemas.openxmlformats.org/drawingml/2006/main">
            <a:off x="6095998" y="0"/>
            <a:ext cx="6096001" cy="6858000"/>
          </a:xfrm>
          <a:prstGeom xmlns:a="http://schemas.openxmlformats.org/drawingml/2006/main" prst="rect">
            <a:avLst/>
          </a:prstGeom>
          <a:solidFill xmlns:a="http://schemas.openxmlformats.org/drawingml/2006/main">
            <a:schemeClr val="bg2"/>
          </a:solidFill>
        </p:spPr>
        <p:txBody>
          <a:bodyPr xmlns:a="http://schemas.openxmlformats.org/drawingml/2006/main"/>
          <a:lstStyle xmlns:a="http://schemas.openxmlformats.org/drawingml/2006/main">
            <a:lvl1pPr marL="0" indent="0" algn="ctr">
              <a:lnSpc>
                <a:spcPct val="150000"/>
              </a:lnSpc>
              <a:buNone/>
              <a:defRPr b="1" i="0">
                <a:latin typeface="Segoe UI Variable Display"/>
                <a:ea typeface="Segoe UI Variable Display"/>
                <a:cs typeface="Segoe UI Variable Display"/>
              </a:defRPr>
            </a:lvl1pPr>
          </a:lstStyle>
          <a:p xmlns:a="http://schemas.openxmlformats.org/drawingml/2006/main">
            <a:r>
              <a:t>Place Image Here</a:t>
            </a:r>
          </a:p>
        </p:txBody>
      </p:sp>
      <p:sp>
        <p:nvSpPr>
          <p:cNvPr id="5" name="Slide Number Placeholder 4">
            <a:extLst xmlns:a="http://schemas.openxmlformats.org/drawingml/2006/main">
              <a:ext uri="{FF2B5EF4-FFF2-40B4-BE49-F238E27FC236}">
                <a16:creationId xmlns:a16="http://schemas.microsoft.com/office/drawing/2014/main" id="{B426A676-6846-EA65-EDE5-824567022740}"/>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3" name="Footer Placeholder 1">
            <a:extLst xmlns:a="http://schemas.openxmlformats.org/drawingml/2006/main">
              <a:ext uri="{FF2B5EF4-FFF2-40B4-BE49-F238E27FC236}">
                <a16:creationId xmlns:a16="http://schemas.microsoft.com/office/drawing/2014/main" id="{06B4669D-57D3-3D89-6D13-EDDCEC473643}"/>
              </a:ext>
            </a:extLst>
          </p:cNvPr>
          <p:cNvSpPr>
            <a:spLocks xmlns:a="http://schemas.openxmlformats.org/drawingml/2006/main" noGrp="1"/>
          </p:cNvSpPr>
          <p:nvPr>
            <p:ph type="ftr" idx="15"/>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
        <p:nvSpPr>
          <p:cNvPr id="12" name="Text Placeholder 2">
            <a:extLst xmlns:a="http://schemas.openxmlformats.org/drawingml/2006/main">
              <a:ext uri="{FF2B5EF4-FFF2-40B4-BE49-F238E27FC236}">
                <a16:creationId xmlns:a16="http://schemas.microsoft.com/office/drawing/2014/main" id="{0C51C66B-C47F-0C5F-A1F2-BB028731B909}"/>
              </a:ext>
            </a:extLst>
          </p:cNvPr>
          <p:cNvSpPr>
            <a:spLocks xmlns:a="http://schemas.openxmlformats.org/drawingml/2006/main" noGrp="1"/>
          </p:cNvSpPr>
          <p:nvPr>
            <p:ph type="body" idx="11" hasCustomPrompt="1"/>
          </p:nvPr>
        </p:nvSpPr>
        <p:spPr>
          <a:xfrm xmlns:a="http://schemas.openxmlformats.org/drawingml/2006/main">
            <a:off x="563499" y="3703186"/>
            <a:ext cx="4994021" cy="1661993"/>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buNone/>
              <a:defRPr sz="3600" b="1" i="0">
                <a:solidFill>
                  <a:schemeClr val="tx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13" name="Text Placeholder 2">
            <a:extLst xmlns:a="http://schemas.openxmlformats.org/drawingml/2006/main">
              <a:ext uri="{FF2B5EF4-FFF2-40B4-BE49-F238E27FC236}">
                <a16:creationId xmlns:a16="http://schemas.microsoft.com/office/drawing/2014/main" id="{B47B6CC6-422B-7741-4595-42A385F635F4}"/>
              </a:ext>
            </a:extLst>
          </p:cNvPr>
          <p:cNvSpPr>
            <a:spLocks xmlns:a="http://schemas.openxmlformats.org/drawingml/2006/main" noGrp="1"/>
          </p:cNvSpPr>
          <p:nvPr>
            <p:ph type="body" idx="12" hasCustomPrompt="1"/>
          </p:nvPr>
        </p:nvSpPr>
        <p:spPr>
          <a:xfrm xmlns:a="http://schemas.openxmlformats.org/drawingml/2006/main">
            <a:off x="563499" y="5600028"/>
            <a:ext cx="3983038"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2400" b="1" i="0">
                <a:solidFill>
                  <a:schemeClr val="tx1"/>
                </a:solidFill>
                <a:latin typeface="Segoe UI Variable Display"/>
                <a:ea typeface="Segoe UI Variable Display"/>
                <a:cs typeface="Segoe UI Variable Display"/>
              </a:defRPr>
            </a:lvl1pPr>
            <a:lvl2pPr marL="228600" indent="0">
              <a:buNone/>
              <a:defRPr sz="2400">
                <a:solidFill>
                  <a:schemeClr val="tx1"/>
                </a:solidFill>
                <a:latin typeface="+mj-lt"/>
                <a:ea typeface="+mj-lt"/>
                <a:cs typeface="+mj-lt"/>
              </a:defRPr>
            </a:lvl2pPr>
            <a:lvl3pPr marL="457200" indent="0">
              <a:buNone/>
              <a:defRPr sz="2400">
                <a:solidFill>
                  <a:schemeClr val="tx1"/>
                </a:solidFill>
                <a:latin typeface="+mj-lt"/>
                <a:ea typeface="+mj-lt"/>
                <a:cs typeface="+mj-lt"/>
              </a:defRPr>
            </a:lvl3pPr>
            <a:lvl4pPr marL="661988" indent="0">
              <a:buNone/>
              <a:defRPr sz="2400">
                <a:solidFill>
                  <a:schemeClr val="tx1"/>
                </a:solidFill>
                <a:latin typeface="+mj-lt"/>
                <a:ea typeface="+mj-lt"/>
                <a:cs typeface="+mj-lt"/>
              </a:defRPr>
            </a:lvl4pPr>
            <a:lvl5pPr marL="855663" indent="0">
              <a:buNone/>
              <a:defRPr sz="2400">
                <a:solidFill>
                  <a:schemeClr val="tx1"/>
                </a:solidFill>
                <a:latin typeface="+mj-lt"/>
                <a:ea typeface="+mj-lt"/>
                <a:cs typeface="+mj-lt"/>
              </a:defRPr>
            </a:lvl5pPr>
          </a:lstStyle>
          <a:p xmlns:a="http://schemas.openxmlformats.org/drawingml/2006/main">
            <a:pPr algn="l">
              <a:buNone/>
            </a:pPr>
            <a:r>
              <a:rPr sz="2400" b="1" i="0">
                <a:latin typeface="Segoe UI Variable Display"/>
                <a:ea typeface="Segoe UI Variable Display"/>
                <a:cs typeface="Segoe UI Variable Display"/>
              </a:rPr>
              <a:t>Click to edit text</a:t>
            </a:r>
          </a:p>
        </p:txBody>
      </p:sp>
    </p:spTree>
  </p:cSld>
</p:sldLayout>
</file>

<file path=ppt/slideLayouts/slideLayout54.xml><?xml version="1.0" encoding="utf-8"?>
<p:sldLayout xmlns:p="http://schemas.openxmlformats.org/presentationml/2006/main" preserve="1" userDrawn="1">
  <p:cSld name="Top_Banner_Image">
    <p:spTree>
      <p:nvGrpSpPr>
        <p:cNvPr id="1" name=""/>
        <p:cNvGrpSpPr/>
        <p:nvPr/>
      </p:nvGrpSpPr>
      <p:grpSpPr>
        <a:xfrm xmlns:a="http://schemas.openxmlformats.org/drawingml/2006/main"/>
      </p:grpSpPr>
      <p:pic>
        <p:nvPicPr>
          <p:cNvPr id="12" name="Picture 5"/>
          <p:cNvPicPr>
            <a:picLocks xmlns:a="http://schemas.openxmlformats.org/drawingml/2006/main" noChangeAspect="1"/>
          </p:cNvPicPr>
          <p:nvPr/>
        </p:nvPicPr>
        <p:blipFill rotWithShape="1">
          <a:blip xmlns:r="http://schemas.openxmlformats.org/officeDocument/2006/relationships" xmlns:a="http://schemas.openxmlformats.org/drawingml/2006/main" r:embed="R83652350f3554f3e"/>
          <a:srcRect xmlns:a="http://schemas.openxmlformats.org/drawingml/2006/main" l="0" t="0" r="0" b="0"/>
          <a:stretch xmlns:a="http://schemas.openxmlformats.org/drawingml/2006/main"/>
        </p:blipFill>
        <p:spPr>
          <a:xfrm xmlns:a="http://schemas.openxmlformats.org/drawingml/2006/main">
            <a:off x="0" y="0"/>
            <a:ext cx="12192000" cy="969206"/>
          </a:xfrm>
        </p:spPr>
      </p:pic>
      <p:sp>
        <p:nvSpPr>
          <p:cNvPr id="8" name="Text Placeholder 4">
            <a:extLst xmlns:a="http://schemas.openxmlformats.org/drawingml/2006/main">
              <a:ext uri="{FF2B5EF4-FFF2-40B4-BE49-F238E27FC236}">
                <a16:creationId xmlns:a16="http://schemas.microsoft.com/office/drawing/2014/main" id="{EFD76C54-3C31-5CE0-887B-54E15F937659}"/>
              </a:ext>
            </a:extLst>
          </p:cNvPr>
          <p:cNvSpPr>
            <a:spLocks xmlns:a="http://schemas.openxmlformats.org/drawingml/2006/main" noGrp="1"/>
          </p:cNvSpPr>
          <p:nvPr>
            <p:ph type="body" idx="13" hasCustomPrompt="1"/>
          </p:nvPr>
        </p:nvSpPr>
        <p:spPr>
          <a:xfrm xmlns:a="http://schemas.openxmlformats.org/drawingml/2006/main">
            <a:off x="563498" y="1125402"/>
            <a:ext cx="11045889" cy="908119"/>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
        <p:nvSpPr>
          <p:cNvPr id="3" name="Slide Number Placeholder 2">
            <a:extLst xmlns:a="http://schemas.openxmlformats.org/drawingml/2006/main">
              <a:ext uri="{FF2B5EF4-FFF2-40B4-BE49-F238E27FC236}">
                <a16:creationId xmlns:a16="http://schemas.microsoft.com/office/drawing/2014/main" id="{F025B98F-75D1-1C12-C38F-3ABA1B9F3F9A}"/>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10" name="Text Placeholder 2">
            <a:extLst xmlns:a="http://schemas.openxmlformats.org/drawingml/2006/main">
              <a:ext uri="{FF2B5EF4-FFF2-40B4-BE49-F238E27FC236}">
                <a16:creationId xmlns:a16="http://schemas.microsoft.com/office/drawing/2014/main" id="{AF0B0EAB-A284-A8BB-179E-428AF2429D6E}"/>
              </a:ext>
            </a:extLst>
          </p:cNvPr>
          <p:cNvSpPr>
            <a:spLocks xmlns:a="http://schemas.openxmlformats.org/drawingml/2006/main" noGrp="1"/>
          </p:cNvSpPr>
          <p:nvPr>
            <p:ph type="body" idx="11" hasCustomPrompt="1"/>
          </p:nvPr>
        </p:nvSpPr>
        <p:spPr>
          <a:xfrm xmlns:a="http://schemas.openxmlformats.org/drawingml/2006/main">
            <a:off x="563499" y="186252"/>
            <a:ext cx="11045888" cy="553998"/>
          </a:xfrm>
          <a:prstGeom xmlns:a="http://schemas.openxmlformats.org/drawingml/2006/main" prst="rect">
            <a:avLst/>
          </a:prstGeom>
        </p:spPr>
        <p:txBody>
          <a:bodyPr xmlns:a="http://schemas.openxmlformats.org/drawingml/2006/main"/>
          <a:lstStyle xmlns:a="http://schemas.openxmlformats.org/drawingml/2006/main">
            <a:lvl1pPr marL="0" indent="0">
              <a:buNone/>
              <a:defRPr sz="3600" b="1" i="0">
                <a:solidFill>
                  <a:schemeClr val="bg1"/>
                </a:solidFill>
                <a:latin typeface="+mj-lt"/>
                <a:ea typeface="+mj-lt"/>
                <a:cs typeface="+mj-lt"/>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5" name="Footer Placeholder 1">
            <a:extLst xmlns:a="http://schemas.openxmlformats.org/drawingml/2006/main">
              <a:ext uri="{FF2B5EF4-FFF2-40B4-BE49-F238E27FC236}">
                <a16:creationId xmlns:a16="http://schemas.microsoft.com/office/drawing/2014/main" id="{F5BFD52B-9607-56D9-DA0D-CB98F20BCE7E}"/>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
        <p:nvSpPr>
          <p:cNvPr id="7" name="Text Placeholder 4">
            <a:extLst xmlns:a="http://schemas.openxmlformats.org/drawingml/2006/main">
              <a:ext uri="{FF2B5EF4-FFF2-40B4-BE49-F238E27FC236}">
                <a16:creationId xmlns:a16="http://schemas.microsoft.com/office/drawing/2014/main" id="{40191303-7F6F-5DF5-9085-D58748C9EBF3}"/>
              </a:ext>
            </a:extLst>
          </p:cNvPr>
          <p:cNvSpPr>
            <a:spLocks xmlns:a="http://schemas.openxmlformats.org/drawingml/2006/main" noGrp="1"/>
          </p:cNvSpPr>
          <p:nvPr>
            <p:ph type="body" idx="16" hasCustomPrompt="1"/>
          </p:nvPr>
        </p:nvSpPr>
        <p:spPr>
          <a:xfrm xmlns:a="http://schemas.openxmlformats.org/drawingml/2006/main">
            <a:off x="563498" y="2171038"/>
            <a:ext cx="11045890" cy="4077362"/>
          </a:xfrm>
          <a:prstGeom xmlns:a="http://schemas.openxmlformats.org/drawingml/2006/main" prst="rect">
            <a:avLst/>
          </a:prstGeom>
        </p:spPr>
        <p:txBody>
          <a:bodyPr xmlns:a="http://schemas.openxmlformats.org/drawingml/2006/main"/>
          <a:lstStyle xmlns:a="http://schemas.openxmlformats.org/drawingml/2006/main">
            <a:lvl1pPr marL="0" marR="0" indent="0" algn="l" defTabSz="932742">
              <a:lnSpc>
                <a:spcPct val="100000"/>
              </a:lnSpc>
              <a:spcBef>
                <a:spcPct val="20000"/>
              </a:spcBef>
              <a:spcAft>
                <a:spcPts val="0"/>
              </a:spcAft>
              <a:buClrTx/>
              <a:buSzPct val="90000"/>
              <a:buFont typeface="Wingdings"/>
              <a:buNone/>
              <a:defRPr sz="1400" b="0" i="0">
                <a:solidFill>
                  <a:schemeClr val="tx1"/>
                </a:solidFill>
                <a:latin typeface="+mn-lt"/>
                <a:ea typeface="+mn-lt"/>
                <a:cs typeface="+mn-lt"/>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400" b="0" i="0">
                <a:latin typeface="Segoe UI Variable Text Semilight"/>
                <a:ea typeface="Segoe UI Variable Text Semilight"/>
                <a:cs typeface="Segoe UI Variable Text Semilight"/>
              </a:rPr>
              <a:t>Click to edit text</a:t>
            </a:r>
          </a:p>
        </p:txBody>
      </p:sp>
    </p:spTree>
  </p:cSld>
</p:sldLayout>
</file>

<file path=ppt/slideLayouts/slideLayout55.xml><?xml version="1.0" encoding="utf-8"?>
<p:sldLayout xmlns:p="http://schemas.openxmlformats.org/presentationml/2006/main" preserve="1" userDrawn="1">
  <p:cSld name="Top_Banner_Gradient_White">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F025B98F-75D1-1C12-C38F-3ABA1B9F3F9A}"/>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10" name="Text Placeholder 2">
            <a:extLst xmlns:a="http://schemas.openxmlformats.org/drawingml/2006/main">
              <a:ext uri="{FF2B5EF4-FFF2-40B4-BE49-F238E27FC236}">
                <a16:creationId xmlns:a16="http://schemas.microsoft.com/office/drawing/2014/main" id="{AF0B0EAB-A284-A8BB-179E-428AF2429D6E}"/>
              </a:ext>
            </a:extLst>
          </p:cNvPr>
          <p:cNvSpPr>
            <a:spLocks xmlns:a="http://schemas.openxmlformats.org/drawingml/2006/main" noGrp="1"/>
          </p:cNvSpPr>
          <p:nvPr>
            <p:ph type="body" idx="11" hasCustomPrompt="1"/>
          </p:nvPr>
        </p:nvSpPr>
        <p:spPr>
          <a:xfrm xmlns:a="http://schemas.openxmlformats.org/drawingml/2006/main">
            <a:off x="563499" y="186252"/>
            <a:ext cx="11045888" cy="553998"/>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lvl1pPr>
              <a:buNone/>
              <a:defRPr sz="3600">
                <a:solidFill>
                  <a:schemeClr val="tx1"/>
                </a:solidFill>
                <a:latin typeface="Segoe UI Variable Display"/>
                <a:ea typeface="Segoe UI Variable Display"/>
                <a:cs typeface="Segoe UI Variable Display"/>
              </a:defRPr>
            </a:lvl1pPr>
          </a:lstStyle>
          <a:p xmlns:a="http://schemas.openxmlformats.org/drawingml/2006/main">
            <a:pPr marL="0" lvl="0" indent="0">
              <a:buNone/>
            </a:pPr>
            <a:r>
              <a:rPr sz="3600" b="1" i="0">
                <a:latin typeface="Segoe UI Variable Display"/>
                <a:ea typeface="Segoe UI Variable Display"/>
                <a:cs typeface="Segoe UI Variable Display"/>
              </a:rPr>
              <a:t>Click to edit title</a:t>
            </a:r>
          </a:p>
        </p:txBody>
      </p:sp>
      <p:sp>
        <p:nvSpPr>
          <p:cNvPr id="5" name="Footer Placeholder 1">
            <a:extLst xmlns:a="http://schemas.openxmlformats.org/drawingml/2006/main">
              <a:ext uri="{FF2B5EF4-FFF2-40B4-BE49-F238E27FC236}">
                <a16:creationId xmlns:a16="http://schemas.microsoft.com/office/drawing/2014/main" id="{7A193465-ADC4-F3FA-006A-4DFCD348545F}"/>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
        <p:nvSpPr>
          <p:cNvPr id="6" name="Text Placeholder 4">
            <a:extLst xmlns:a="http://schemas.openxmlformats.org/drawingml/2006/main">
              <a:ext uri="{FF2B5EF4-FFF2-40B4-BE49-F238E27FC236}">
                <a16:creationId xmlns:a16="http://schemas.microsoft.com/office/drawing/2014/main" id="{9611D6D9-4F27-F2CE-1B34-B66702E04839}"/>
              </a:ext>
            </a:extLst>
          </p:cNvPr>
          <p:cNvSpPr>
            <a:spLocks xmlns:a="http://schemas.openxmlformats.org/drawingml/2006/main" noGrp="1"/>
          </p:cNvSpPr>
          <p:nvPr>
            <p:ph type="body" idx="13" hasCustomPrompt="1"/>
          </p:nvPr>
        </p:nvSpPr>
        <p:spPr>
          <a:xfrm xmlns:a="http://schemas.openxmlformats.org/drawingml/2006/main">
            <a:off x="563498" y="1125402"/>
            <a:ext cx="11045889" cy="908119"/>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
        <p:nvSpPr>
          <p:cNvPr id="2" name="Text Placeholder 4">
            <a:extLst xmlns:a="http://schemas.openxmlformats.org/drawingml/2006/main">
              <a:ext uri="{FF2B5EF4-FFF2-40B4-BE49-F238E27FC236}">
                <a16:creationId xmlns:a16="http://schemas.microsoft.com/office/drawing/2014/main" id="{BAEF16A7-14DC-0F5A-9EFA-FEB462C2D9B2}"/>
              </a:ext>
            </a:extLst>
          </p:cNvPr>
          <p:cNvSpPr>
            <a:spLocks xmlns:a="http://schemas.openxmlformats.org/drawingml/2006/main" noGrp="1"/>
          </p:cNvSpPr>
          <p:nvPr>
            <p:ph type="body" idx="16" hasCustomPrompt="1"/>
          </p:nvPr>
        </p:nvSpPr>
        <p:spPr>
          <a:xfrm xmlns:a="http://schemas.openxmlformats.org/drawingml/2006/main">
            <a:off x="563498" y="2171038"/>
            <a:ext cx="11045890" cy="4077362"/>
          </a:xfrm>
          <a:prstGeom xmlns:a="http://schemas.openxmlformats.org/drawingml/2006/main" prst="rect">
            <a:avLst/>
          </a:prstGeom>
        </p:spPr>
        <p:txBody>
          <a:bodyPr xmlns:a="http://schemas.openxmlformats.org/drawingml/2006/main"/>
          <a:lstStyle xmlns:a="http://schemas.openxmlformats.org/drawingml/2006/main">
            <a:lvl1pPr marL="0" marR="0" indent="0" algn="l" defTabSz="932742">
              <a:lnSpc>
                <a:spcPct val="100000"/>
              </a:lnSpc>
              <a:spcBef>
                <a:spcPct val="20000"/>
              </a:spcBef>
              <a:spcAft>
                <a:spcPts val="0"/>
              </a:spcAft>
              <a:buClrTx/>
              <a:buSzPct val="90000"/>
              <a:buFont typeface="Wingdings"/>
              <a:buNone/>
              <a:defRPr sz="1400" b="0" i="0">
                <a:solidFill>
                  <a:schemeClr val="tx1"/>
                </a:solidFill>
                <a:latin typeface="+mn-lt"/>
                <a:ea typeface="+mn-lt"/>
                <a:cs typeface="+mn-lt"/>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400" b="0" i="0">
                <a:latin typeface="Segoe UI Variable Text Semilight"/>
                <a:ea typeface="Segoe UI Variable Text Semilight"/>
                <a:cs typeface="Segoe UI Variable Text Semilight"/>
              </a:rPr>
              <a:t>Click to edit text</a:t>
            </a:r>
          </a:p>
        </p:txBody>
      </p:sp>
    </p:spTree>
  </p:cSld>
</p:sldLayout>
</file>

<file path=ppt/slideLayouts/slideLayout56.xml><?xml version="1.0" encoding="utf-8"?>
<p:sldLayout xmlns:p="http://schemas.openxmlformats.org/presentationml/2006/main" preserve="1" userDrawn="1">
  <p:cSld name="Banner_NoTert_Image">
    <p:spTree>
      <p:nvGrpSpPr>
        <p:cNvPr id="1" name=""/>
        <p:cNvGrpSpPr/>
        <p:nvPr/>
      </p:nvGrpSpPr>
      <p:grpSpPr>
        <a:xfrm xmlns:a="http://schemas.openxmlformats.org/drawingml/2006/main"/>
      </p:grpSpPr>
      <p:sp>
        <p:nvSpPr>
          <p:cNvPr id="8" name="Text Placeholder 4">
            <a:extLst xmlns:a="http://schemas.openxmlformats.org/drawingml/2006/main">
              <a:ext uri="{FF2B5EF4-FFF2-40B4-BE49-F238E27FC236}">
                <a16:creationId xmlns:a16="http://schemas.microsoft.com/office/drawing/2014/main" id="{EFD76C54-3C31-5CE0-887B-54E15F937659}"/>
              </a:ext>
            </a:extLst>
          </p:cNvPr>
          <p:cNvSpPr>
            <a:spLocks xmlns:a="http://schemas.openxmlformats.org/drawingml/2006/main" noGrp="1"/>
          </p:cNvSpPr>
          <p:nvPr>
            <p:ph type="body" idx="13" hasCustomPrompt="1"/>
          </p:nvPr>
        </p:nvSpPr>
        <p:spPr>
          <a:xfrm xmlns:a="http://schemas.openxmlformats.org/drawingml/2006/main">
            <a:off x="563498" y="1125401"/>
            <a:ext cx="11045889" cy="5122999"/>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
        <p:nvSpPr>
          <p:cNvPr id="3" name="Slide Number Placeholder 2">
            <a:extLst xmlns:a="http://schemas.openxmlformats.org/drawingml/2006/main">
              <a:ext uri="{FF2B5EF4-FFF2-40B4-BE49-F238E27FC236}">
                <a16:creationId xmlns:a16="http://schemas.microsoft.com/office/drawing/2014/main" id="{F025B98F-75D1-1C12-C38F-3ABA1B9F3F9A}"/>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5" name="Footer Placeholder 1">
            <a:extLst xmlns:a="http://schemas.openxmlformats.org/drawingml/2006/main">
              <a:ext uri="{FF2B5EF4-FFF2-40B4-BE49-F238E27FC236}">
                <a16:creationId xmlns:a16="http://schemas.microsoft.com/office/drawing/2014/main" id="{4A3220C7-FAAE-6B2B-D410-9A2035A93902}"/>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pic>
        <p:nvPicPr>
          <p:cNvPr id="14"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4f56a395300c44c7"/>
          <a:srcRect xmlns:a="http://schemas.openxmlformats.org/drawingml/2006/main" l="0" t="0" r="0" b="0"/>
          <a:stretch xmlns:a="http://schemas.openxmlformats.org/drawingml/2006/main"/>
        </p:blipFill>
        <p:spPr>
          <a:xfrm xmlns:a="http://schemas.openxmlformats.org/drawingml/2006/main">
            <a:off x="0" y="0"/>
            <a:ext cx="12192000" cy="969206"/>
          </a:xfrm>
        </p:spPr>
      </p:pic>
      <p:sp>
        <p:nvSpPr>
          <p:cNvPr id="9" name="Text Placeholder 2">
            <a:extLst xmlns:a="http://schemas.openxmlformats.org/drawingml/2006/main">
              <a:ext uri="{FF2B5EF4-FFF2-40B4-BE49-F238E27FC236}">
                <a16:creationId xmlns:a16="http://schemas.microsoft.com/office/drawing/2014/main" id="{25DECBCC-10C9-3B20-FF41-C63041E237B8}"/>
              </a:ext>
            </a:extLst>
          </p:cNvPr>
          <p:cNvSpPr>
            <a:spLocks xmlns:a="http://schemas.openxmlformats.org/drawingml/2006/main" noGrp="1"/>
          </p:cNvSpPr>
          <p:nvPr>
            <p:ph type="body" idx="11" hasCustomPrompt="1"/>
          </p:nvPr>
        </p:nvSpPr>
        <p:spPr>
          <a:xfrm xmlns:a="http://schemas.openxmlformats.org/drawingml/2006/main">
            <a:off x="563499" y="186252"/>
            <a:ext cx="11045888" cy="553998"/>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lvl1pPr marL="0" indent="0">
              <a:buNone/>
              <a:defRPr sz="3600">
                <a:solidFill>
                  <a:schemeClr val="bg1"/>
                </a:solidFill>
                <a:latin typeface="+mj-lt"/>
                <a:ea typeface="+mj-lt"/>
                <a:cs typeface="+mj-lt"/>
              </a:defRPr>
            </a:lvl1pPr>
          </a:lstStyle>
          <a:p xmlns:a="http://schemas.openxmlformats.org/drawingml/2006/main">
            <a:pPr marL="228600" lvl="0" indent="-228600">
              <a:buNone/>
            </a:pPr>
            <a:r>
              <a:rPr sz="3600" b="1" i="0">
                <a:latin typeface="Segoe UI Variable Display"/>
                <a:ea typeface="Segoe UI Variable Display"/>
                <a:cs typeface="Segoe UI Variable Display"/>
              </a:rPr>
              <a:t>Click to edit title</a:t>
            </a:r>
          </a:p>
        </p:txBody>
      </p:sp>
    </p:spTree>
  </p:cSld>
</p:sldLayout>
</file>

<file path=ppt/slideLayouts/slideLayout57.xml><?xml version="1.0" encoding="utf-8"?>
<p:sldLayout xmlns:p="http://schemas.openxmlformats.org/presentationml/2006/main" preserve="1" userDrawn="1">
  <p:cSld name="Top_Banner_NoTert_White">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F025B98F-75D1-1C12-C38F-3ABA1B9F3F9A}"/>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10" name="Text Placeholder 2">
            <a:extLst xmlns:a="http://schemas.openxmlformats.org/drawingml/2006/main">
              <a:ext uri="{FF2B5EF4-FFF2-40B4-BE49-F238E27FC236}">
                <a16:creationId xmlns:a16="http://schemas.microsoft.com/office/drawing/2014/main" id="{AF0B0EAB-A284-A8BB-179E-428AF2429D6E}"/>
              </a:ext>
            </a:extLst>
          </p:cNvPr>
          <p:cNvSpPr>
            <a:spLocks xmlns:a="http://schemas.openxmlformats.org/drawingml/2006/main" noGrp="1"/>
          </p:cNvSpPr>
          <p:nvPr>
            <p:ph type="body" idx="11" hasCustomPrompt="1"/>
          </p:nvPr>
        </p:nvSpPr>
        <p:spPr>
          <a:xfrm xmlns:a="http://schemas.openxmlformats.org/drawingml/2006/main">
            <a:off x="563499" y="186252"/>
            <a:ext cx="11045888" cy="553998"/>
          </a:xfrm>
          <a:prstGeom xmlns:a="http://schemas.openxmlformats.org/drawingml/2006/main" prst="rect">
            <a:avLst/>
          </a:prstGeom>
        </p:spPr>
        <p:txBody>
          <a:bodyPr xmlns:a="http://schemas.openxmlformats.org/drawingml/2006/main"/>
          <a:lstStyle xmlns:a="http://schemas.openxmlformats.org/drawingml/2006/main">
            <a:lvl1pPr marL="0" indent="0">
              <a:buNone/>
              <a:defRPr sz="3600" b="1" i="0">
                <a:solidFill>
                  <a:schemeClr val="tx1"/>
                </a:solidFill>
                <a:latin typeface="Segoe UI Variable Display"/>
                <a:ea typeface="Segoe UI Variable Display"/>
                <a:cs typeface="Segoe UI Variable Display"/>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4" name="Footer Placeholder 1">
            <a:extLst xmlns:a="http://schemas.openxmlformats.org/drawingml/2006/main">
              <a:ext uri="{FF2B5EF4-FFF2-40B4-BE49-F238E27FC236}">
                <a16:creationId xmlns:a16="http://schemas.microsoft.com/office/drawing/2014/main" id="{1755EFB9-9C51-91C0-FEAF-31297B8B2C68}"/>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
        <p:nvSpPr>
          <p:cNvPr id="7" name="Text Placeholder 4">
            <a:extLst xmlns:a="http://schemas.openxmlformats.org/drawingml/2006/main">
              <a:ext uri="{FF2B5EF4-FFF2-40B4-BE49-F238E27FC236}">
                <a16:creationId xmlns:a16="http://schemas.microsoft.com/office/drawing/2014/main" id="{91382626-CED8-2B9E-7D3C-5E126A56B6CB}"/>
              </a:ext>
            </a:extLst>
          </p:cNvPr>
          <p:cNvSpPr>
            <a:spLocks xmlns:a="http://schemas.openxmlformats.org/drawingml/2006/main" noGrp="1"/>
          </p:cNvSpPr>
          <p:nvPr>
            <p:ph type="body" idx="13" hasCustomPrompt="1"/>
          </p:nvPr>
        </p:nvSpPr>
        <p:spPr>
          <a:xfrm xmlns:a="http://schemas.openxmlformats.org/drawingml/2006/main">
            <a:off x="563498" y="1125401"/>
            <a:ext cx="11045889" cy="5177863"/>
          </a:xfrm>
          <a:prstGeom xmlns:a="http://schemas.openxmlformats.org/drawingml/2006/main" prst="rect">
            <a:avLst/>
          </a:prstGeom>
        </p:spPr>
        <p:txBody>
          <a:bodyPr xmlns:a="http://schemas.openxmlformats.org/drawingml/2006/main"/>
          <a:lstStyle xmlns:a="http://schemas.openxmlformats.org/drawingml/2006/main">
            <a:lvl1pPr marL="0" indent="0">
              <a:buNone/>
              <a:defRPr sz="2000" b="0"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Tree>
  </p:cSld>
</p:sldLayout>
</file>

<file path=ppt/slideLayouts/slideLayout58.xml><?xml version="1.0" encoding="utf-8"?>
<p:sldLayout xmlns:p="http://schemas.openxmlformats.org/presentationml/2006/main" preserve="1" userDrawn="1">
  <p:cSld name="Top_Banner_Duo_Image">
    <p:spTree>
      <p:nvGrpSpPr>
        <p:cNvPr id="1" name=""/>
        <p:cNvGrpSpPr/>
        <p:nvPr/>
      </p:nvGrpSpPr>
      <p:grpSpPr>
        <a:xfrm xmlns:a="http://schemas.openxmlformats.org/drawingml/2006/main"/>
      </p:grpSpPr>
      <p:sp>
        <p:nvSpPr>
          <p:cNvPr id="8" name="Text Placeholder 4">
            <a:extLst xmlns:a="http://schemas.openxmlformats.org/drawingml/2006/main">
              <a:ext uri="{FF2B5EF4-FFF2-40B4-BE49-F238E27FC236}">
                <a16:creationId xmlns:a16="http://schemas.microsoft.com/office/drawing/2014/main" id="{EFD76C54-3C31-5CE0-887B-54E15F937659}"/>
              </a:ext>
            </a:extLst>
          </p:cNvPr>
          <p:cNvSpPr>
            <a:spLocks xmlns:a="http://schemas.openxmlformats.org/drawingml/2006/main" noGrp="1"/>
          </p:cNvSpPr>
          <p:nvPr>
            <p:ph type="body" idx="13" hasCustomPrompt="1"/>
          </p:nvPr>
        </p:nvSpPr>
        <p:spPr>
          <a:xfrm xmlns:a="http://schemas.openxmlformats.org/drawingml/2006/main">
            <a:off x="563499" y="1125402"/>
            <a:ext cx="5532501" cy="871543"/>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
        <p:nvSpPr>
          <p:cNvPr id="3" name="Slide Number Placeholder 2">
            <a:extLst xmlns:a="http://schemas.openxmlformats.org/drawingml/2006/main">
              <a:ext uri="{FF2B5EF4-FFF2-40B4-BE49-F238E27FC236}">
                <a16:creationId xmlns:a16="http://schemas.microsoft.com/office/drawing/2014/main" id="{F025B98F-75D1-1C12-C38F-3ABA1B9F3F9A}"/>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4" name="Text Placeholder 4">
            <a:extLst xmlns:a="http://schemas.openxmlformats.org/drawingml/2006/main">
              <a:ext uri="{FF2B5EF4-FFF2-40B4-BE49-F238E27FC236}">
                <a16:creationId xmlns:a16="http://schemas.microsoft.com/office/drawing/2014/main" id="{87A707C1-7CFF-F8B3-0065-07AB65C52903}"/>
              </a:ext>
            </a:extLst>
          </p:cNvPr>
          <p:cNvSpPr>
            <a:spLocks xmlns:a="http://schemas.openxmlformats.org/drawingml/2006/main" noGrp="1"/>
          </p:cNvSpPr>
          <p:nvPr>
            <p:ph type="body" idx="19" hasCustomPrompt="1"/>
          </p:nvPr>
        </p:nvSpPr>
        <p:spPr>
          <a:xfrm xmlns:a="http://schemas.openxmlformats.org/drawingml/2006/main">
            <a:off x="6269535" y="1114222"/>
            <a:ext cx="5532501" cy="871543"/>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
        <p:nvSpPr>
          <p:cNvPr id="5" name="Footer Placeholder 1">
            <a:extLst xmlns:a="http://schemas.openxmlformats.org/drawingml/2006/main">
              <a:ext uri="{FF2B5EF4-FFF2-40B4-BE49-F238E27FC236}">
                <a16:creationId xmlns:a16="http://schemas.microsoft.com/office/drawing/2014/main" id="{B33B71F4-3755-658C-6CEC-DC7462957F30}"/>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pic>
        <p:nvPicPr>
          <p:cNvPr id="20"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52dc9b0217a84946"/>
          <a:srcRect xmlns:a="http://schemas.openxmlformats.org/drawingml/2006/main" l="0" t="0" r="0" b="0"/>
          <a:stretch xmlns:a="http://schemas.openxmlformats.org/drawingml/2006/main"/>
        </p:blipFill>
        <p:spPr>
          <a:xfrm xmlns:a="http://schemas.openxmlformats.org/drawingml/2006/main">
            <a:off x="0" y="0"/>
            <a:ext cx="12192000" cy="969206"/>
          </a:xfrm>
        </p:spPr>
      </p:pic>
      <p:sp>
        <p:nvSpPr>
          <p:cNvPr id="12" name="Text Placeholder 2">
            <a:extLst xmlns:a="http://schemas.openxmlformats.org/drawingml/2006/main">
              <a:ext uri="{FF2B5EF4-FFF2-40B4-BE49-F238E27FC236}">
                <a16:creationId xmlns:a16="http://schemas.microsoft.com/office/drawing/2014/main" id="{FA48CB90-2254-194C-D01F-D132279547CC}"/>
              </a:ext>
            </a:extLst>
          </p:cNvPr>
          <p:cNvSpPr>
            <a:spLocks xmlns:a="http://schemas.openxmlformats.org/drawingml/2006/main" noGrp="1"/>
          </p:cNvSpPr>
          <p:nvPr>
            <p:ph type="body" idx="11" hasCustomPrompt="1"/>
          </p:nvPr>
        </p:nvSpPr>
        <p:spPr>
          <a:xfrm xmlns:a="http://schemas.openxmlformats.org/drawingml/2006/main">
            <a:off x="563499" y="186252"/>
            <a:ext cx="11045888" cy="553998"/>
          </a:xfrm>
          <a:prstGeom xmlns:a="http://schemas.openxmlformats.org/drawingml/2006/main" prst="rect">
            <a:avLst/>
          </a:prstGeom>
        </p:spPr>
        <p:txBody>
          <a:bodyPr xmlns:a="http://schemas.openxmlformats.org/drawingml/2006/main"/>
          <a:lstStyle xmlns:a="http://schemas.openxmlformats.org/drawingml/2006/main">
            <a:lvl1pPr marL="0" indent="0">
              <a:buNone/>
              <a:defRPr sz="3600" b="1" i="0">
                <a:solidFill>
                  <a:schemeClr val="bg1"/>
                </a:solidFill>
                <a:latin typeface="Segoe UI Variable Display"/>
                <a:ea typeface="Segoe UI Variable Display"/>
                <a:cs typeface="Segoe UI Variable Display"/>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13" name="Text Placeholder 4">
            <a:extLst xmlns:a="http://schemas.openxmlformats.org/drawingml/2006/main">
              <a:ext uri="{FF2B5EF4-FFF2-40B4-BE49-F238E27FC236}">
                <a16:creationId xmlns:a16="http://schemas.microsoft.com/office/drawing/2014/main" id="{822A8AFE-5C2A-6252-FE77-9B5074E6B037}"/>
              </a:ext>
            </a:extLst>
          </p:cNvPr>
          <p:cNvSpPr>
            <a:spLocks xmlns:a="http://schemas.openxmlformats.org/drawingml/2006/main" noGrp="1"/>
          </p:cNvSpPr>
          <p:nvPr>
            <p:ph type="body" idx="16" hasCustomPrompt="1"/>
          </p:nvPr>
        </p:nvSpPr>
        <p:spPr>
          <a:xfrm xmlns:a="http://schemas.openxmlformats.org/drawingml/2006/main">
            <a:off x="563499" y="2171038"/>
            <a:ext cx="5532502" cy="4015450"/>
          </a:xfrm>
          <a:prstGeom xmlns:a="http://schemas.openxmlformats.org/drawingml/2006/main" prst="rect">
            <a:avLst/>
          </a:prstGeom>
        </p:spPr>
        <p:txBody>
          <a:bodyPr xmlns:a="http://schemas.openxmlformats.org/drawingml/2006/main"/>
          <a:lstStyle xmlns:a="http://schemas.openxmlformats.org/drawingml/2006/main">
            <a:lvl1pPr marL="0" marR="0" indent="0" algn="l" defTabSz="932742">
              <a:lnSpc>
                <a:spcPct val="100000"/>
              </a:lnSpc>
              <a:spcBef>
                <a:spcPct val="20000"/>
              </a:spcBef>
              <a:spcAft>
                <a:spcPts val="0"/>
              </a:spcAft>
              <a:buClrTx/>
              <a:buSzPct val="90000"/>
              <a:buFont typeface="Wingdings"/>
              <a:buNone/>
              <a:defRPr sz="1400" b="0" i="0">
                <a:solidFill>
                  <a:schemeClr val="tx1"/>
                </a:solidFill>
                <a:latin typeface="+mn-lt"/>
                <a:ea typeface="+mn-lt"/>
                <a:cs typeface="+mn-lt"/>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400" b="0" i="0">
                <a:latin typeface="Segoe UI Variable Text Semilight"/>
                <a:ea typeface="Segoe UI Variable Text Semilight"/>
                <a:cs typeface="Segoe UI Variable Text Semilight"/>
              </a:rPr>
              <a:t>Click to edit text</a:t>
            </a:r>
          </a:p>
        </p:txBody>
      </p:sp>
      <p:sp>
        <p:nvSpPr>
          <p:cNvPr id="14" name="Text Placeholder 4">
            <a:extLst xmlns:a="http://schemas.openxmlformats.org/drawingml/2006/main">
              <a:ext uri="{FF2B5EF4-FFF2-40B4-BE49-F238E27FC236}">
                <a16:creationId xmlns:a16="http://schemas.microsoft.com/office/drawing/2014/main" id="{5E3D1867-3935-B7B5-BA9B-E130DC77BEBA}"/>
              </a:ext>
            </a:extLst>
          </p:cNvPr>
          <p:cNvSpPr>
            <a:spLocks xmlns:a="http://schemas.openxmlformats.org/drawingml/2006/main" noGrp="1"/>
          </p:cNvSpPr>
          <p:nvPr>
            <p:ph type="body" idx="20" hasCustomPrompt="1"/>
          </p:nvPr>
        </p:nvSpPr>
        <p:spPr>
          <a:xfrm xmlns:a="http://schemas.openxmlformats.org/drawingml/2006/main">
            <a:off x="6269535" y="2159858"/>
            <a:ext cx="5532502" cy="4015450"/>
          </a:xfrm>
          <a:prstGeom xmlns:a="http://schemas.openxmlformats.org/drawingml/2006/main" prst="rect">
            <a:avLst/>
          </a:prstGeom>
        </p:spPr>
        <p:txBody>
          <a:bodyPr xmlns:a="http://schemas.openxmlformats.org/drawingml/2006/main"/>
          <a:lstStyle xmlns:a="http://schemas.openxmlformats.org/drawingml/2006/main">
            <a:lvl1pPr marL="0" marR="0" indent="0" algn="l" defTabSz="932742">
              <a:lnSpc>
                <a:spcPct val="100000"/>
              </a:lnSpc>
              <a:spcBef>
                <a:spcPct val="20000"/>
              </a:spcBef>
              <a:spcAft>
                <a:spcPts val="0"/>
              </a:spcAft>
              <a:buClrTx/>
              <a:buSzPct val="90000"/>
              <a:buFont typeface="Wingdings"/>
              <a:buNone/>
              <a:defRPr sz="1400" b="0" i="0">
                <a:solidFill>
                  <a:schemeClr val="tx1"/>
                </a:solidFill>
                <a:latin typeface="+mn-lt"/>
                <a:ea typeface="+mn-lt"/>
                <a:cs typeface="+mn-lt"/>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400" b="0" i="0">
                <a:latin typeface="Segoe UI Variable Text Semilight"/>
                <a:ea typeface="Segoe UI Variable Text Semilight"/>
                <a:cs typeface="Segoe UI Variable Text Semilight"/>
              </a:rPr>
              <a:t>Click to edit text</a:t>
            </a:r>
          </a:p>
        </p:txBody>
      </p:sp>
    </p:spTree>
  </p:cSld>
</p:sldLayout>
</file>

<file path=ppt/slideLayouts/slideLayout59.xml><?xml version="1.0" encoding="utf-8"?>
<p:sldLayout xmlns:p="http://schemas.openxmlformats.org/presentationml/2006/main" preserve="1" userDrawn="1">
  <p:cSld name="Top_Banner_Duo_White">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F025B98F-75D1-1C12-C38F-3ABA1B9F3F9A}"/>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10" name="Text Placeholder 2">
            <a:extLst xmlns:a="http://schemas.openxmlformats.org/drawingml/2006/main">
              <a:ext uri="{FF2B5EF4-FFF2-40B4-BE49-F238E27FC236}">
                <a16:creationId xmlns:a16="http://schemas.microsoft.com/office/drawing/2014/main" id="{AF0B0EAB-A284-A8BB-179E-428AF2429D6E}"/>
              </a:ext>
            </a:extLst>
          </p:cNvPr>
          <p:cNvSpPr>
            <a:spLocks xmlns:a="http://schemas.openxmlformats.org/drawingml/2006/main" noGrp="1"/>
          </p:cNvSpPr>
          <p:nvPr>
            <p:ph type="body" idx="11" hasCustomPrompt="1"/>
          </p:nvPr>
        </p:nvSpPr>
        <p:spPr>
          <a:xfrm xmlns:a="http://schemas.openxmlformats.org/drawingml/2006/main">
            <a:off x="563499" y="186252"/>
            <a:ext cx="11045888" cy="553998"/>
          </a:xfrm>
          <a:prstGeom xmlns:a="http://schemas.openxmlformats.org/drawingml/2006/main" prst="rect">
            <a:avLst/>
          </a:prstGeom>
        </p:spPr>
        <p:txBody>
          <a:bodyPr xmlns:a="http://schemas.openxmlformats.org/drawingml/2006/main"/>
          <a:lstStyle xmlns:a="http://schemas.openxmlformats.org/drawingml/2006/main">
            <a:lvl1pPr marL="0" indent="0">
              <a:buNone/>
              <a:defRPr sz="3600" b="1" i="0">
                <a:solidFill>
                  <a:schemeClr val="tx1"/>
                </a:solidFill>
                <a:latin typeface="Segoe UI Variable Display"/>
                <a:ea typeface="Segoe UI Variable Display"/>
                <a:cs typeface="Segoe UI Variable Display"/>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5" name="Footer Placeholder 1">
            <a:extLst xmlns:a="http://schemas.openxmlformats.org/drawingml/2006/main">
              <a:ext uri="{FF2B5EF4-FFF2-40B4-BE49-F238E27FC236}">
                <a16:creationId xmlns:a16="http://schemas.microsoft.com/office/drawing/2014/main" id="{239791FC-9174-3E4E-7EE6-1E573BD5946F}"/>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
        <p:nvSpPr>
          <p:cNvPr id="14" name="Text Placeholder 4">
            <a:extLst xmlns:a="http://schemas.openxmlformats.org/drawingml/2006/main">
              <a:ext uri="{FF2B5EF4-FFF2-40B4-BE49-F238E27FC236}">
                <a16:creationId xmlns:a16="http://schemas.microsoft.com/office/drawing/2014/main" id="{EA6DC214-CD14-8F4F-46C9-A190227629B6}"/>
              </a:ext>
            </a:extLst>
          </p:cNvPr>
          <p:cNvSpPr>
            <a:spLocks xmlns:a="http://schemas.openxmlformats.org/drawingml/2006/main" noGrp="1"/>
          </p:cNvSpPr>
          <p:nvPr>
            <p:ph type="body" idx="13" hasCustomPrompt="1"/>
          </p:nvPr>
        </p:nvSpPr>
        <p:spPr>
          <a:xfrm xmlns:a="http://schemas.openxmlformats.org/drawingml/2006/main">
            <a:off x="563499" y="1125402"/>
            <a:ext cx="5532501" cy="871543"/>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
        <p:nvSpPr>
          <p:cNvPr id="16" name="Text Placeholder 4">
            <a:extLst xmlns:a="http://schemas.openxmlformats.org/drawingml/2006/main">
              <a:ext uri="{FF2B5EF4-FFF2-40B4-BE49-F238E27FC236}">
                <a16:creationId xmlns:a16="http://schemas.microsoft.com/office/drawing/2014/main" id="{63E4C2B0-40C0-A1AE-1C0A-43BE080CC93E}"/>
              </a:ext>
            </a:extLst>
          </p:cNvPr>
          <p:cNvSpPr>
            <a:spLocks xmlns:a="http://schemas.openxmlformats.org/drawingml/2006/main" noGrp="1"/>
          </p:cNvSpPr>
          <p:nvPr>
            <p:ph type="body" idx="19" hasCustomPrompt="1"/>
          </p:nvPr>
        </p:nvSpPr>
        <p:spPr>
          <a:xfrm xmlns:a="http://schemas.openxmlformats.org/drawingml/2006/main">
            <a:off x="6269535" y="1114222"/>
            <a:ext cx="5532501" cy="871543"/>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
        <p:nvSpPr>
          <p:cNvPr id="2" name="Text Placeholder 4">
            <a:extLst xmlns:a="http://schemas.openxmlformats.org/drawingml/2006/main">
              <a:ext uri="{FF2B5EF4-FFF2-40B4-BE49-F238E27FC236}">
                <a16:creationId xmlns:a16="http://schemas.microsoft.com/office/drawing/2014/main" id="{FF6C37F7-8227-1A55-2BC6-934248002CE5}"/>
              </a:ext>
            </a:extLst>
          </p:cNvPr>
          <p:cNvSpPr>
            <a:spLocks xmlns:a="http://schemas.openxmlformats.org/drawingml/2006/main" noGrp="1"/>
          </p:cNvSpPr>
          <p:nvPr>
            <p:ph type="body" idx="16" hasCustomPrompt="1"/>
          </p:nvPr>
        </p:nvSpPr>
        <p:spPr>
          <a:xfrm xmlns:a="http://schemas.openxmlformats.org/drawingml/2006/main">
            <a:off x="563499" y="2171038"/>
            <a:ext cx="5532502" cy="4015450"/>
          </a:xfrm>
          <a:prstGeom xmlns:a="http://schemas.openxmlformats.org/drawingml/2006/main" prst="rect">
            <a:avLst/>
          </a:prstGeom>
        </p:spPr>
        <p:txBody>
          <a:bodyPr xmlns:a="http://schemas.openxmlformats.org/drawingml/2006/main"/>
          <a:lstStyle xmlns:a="http://schemas.openxmlformats.org/drawingml/2006/main">
            <a:lvl1pPr marL="0" marR="0" indent="0" algn="l" defTabSz="932742">
              <a:lnSpc>
                <a:spcPct val="100000"/>
              </a:lnSpc>
              <a:spcBef>
                <a:spcPct val="20000"/>
              </a:spcBef>
              <a:spcAft>
                <a:spcPts val="0"/>
              </a:spcAft>
              <a:buClrTx/>
              <a:buSzPct val="90000"/>
              <a:buFont typeface="Wingdings"/>
              <a:buNone/>
              <a:defRPr sz="1400" b="0" i="0">
                <a:solidFill>
                  <a:schemeClr val="tx1"/>
                </a:solidFill>
                <a:latin typeface="+mn-lt"/>
                <a:ea typeface="+mn-lt"/>
                <a:cs typeface="+mn-lt"/>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400" b="0" i="0">
                <a:latin typeface="Segoe UI Variable Text Semilight"/>
                <a:ea typeface="Segoe UI Variable Text Semilight"/>
                <a:cs typeface="Segoe UI Variable Text Semilight"/>
              </a:rPr>
              <a:t>Click to edit text</a:t>
            </a:r>
          </a:p>
        </p:txBody>
      </p:sp>
      <p:sp>
        <p:nvSpPr>
          <p:cNvPr id="4" name="Text Placeholder 4">
            <a:extLst xmlns:a="http://schemas.openxmlformats.org/drawingml/2006/main">
              <a:ext uri="{FF2B5EF4-FFF2-40B4-BE49-F238E27FC236}">
                <a16:creationId xmlns:a16="http://schemas.microsoft.com/office/drawing/2014/main" id="{92F6A92B-A0B5-9FEA-FAD7-CDA80EEBEA7B}"/>
              </a:ext>
            </a:extLst>
          </p:cNvPr>
          <p:cNvSpPr>
            <a:spLocks xmlns:a="http://schemas.openxmlformats.org/drawingml/2006/main" noGrp="1"/>
          </p:cNvSpPr>
          <p:nvPr>
            <p:ph type="body" idx="20" hasCustomPrompt="1"/>
          </p:nvPr>
        </p:nvSpPr>
        <p:spPr>
          <a:xfrm xmlns:a="http://schemas.openxmlformats.org/drawingml/2006/main">
            <a:off x="6269535" y="2159858"/>
            <a:ext cx="5532502" cy="4015450"/>
          </a:xfrm>
          <a:prstGeom xmlns:a="http://schemas.openxmlformats.org/drawingml/2006/main" prst="rect">
            <a:avLst/>
          </a:prstGeom>
        </p:spPr>
        <p:txBody>
          <a:bodyPr xmlns:a="http://schemas.openxmlformats.org/drawingml/2006/main"/>
          <a:lstStyle xmlns:a="http://schemas.openxmlformats.org/drawingml/2006/main">
            <a:lvl1pPr marL="0" marR="0" indent="0" algn="l" defTabSz="932742">
              <a:lnSpc>
                <a:spcPct val="100000"/>
              </a:lnSpc>
              <a:spcBef>
                <a:spcPct val="20000"/>
              </a:spcBef>
              <a:spcAft>
                <a:spcPts val="0"/>
              </a:spcAft>
              <a:buClrTx/>
              <a:buSzPct val="90000"/>
              <a:buFont typeface="Wingdings"/>
              <a:buNone/>
              <a:defRPr sz="1400" b="0" i="0">
                <a:solidFill>
                  <a:schemeClr val="tx1"/>
                </a:solidFill>
                <a:latin typeface="+mn-lt"/>
                <a:ea typeface="+mn-lt"/>
                <a:cs typeface="+mn-lt"/>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1400" b="0" i="0">
                <a:latin typeface="Segoe UI Variable Text Semilight"/>
                <a:ea typeface="Segoe UI Variable Text Semilight"/>
                <a:cs typeface="Segoe UI Variable Text Semilight"/>
              </a:rPr>
              <a:t>Click to edit text</a:t>
            </a:r>
          </a:p>
        </p:txBody>
      </p:sp>
    </p:spTree>
  </p:cSld>
</p:sldLayout>
</file>

<file path=ppt/slideLayouts/slideLayout60.xml><?xml version="1.0" encoding="utf-8"?>
<p:sldLayout xmlns:p="http://schemas.openxmlformats.org/presentationml/2006/main" preserve="1" userDrawn="1">
  <p:cSld name="Top_Banner_Trio_Image">
    <p:spTree>
      <p:nvGrpSpPr>
        <p:cNvPr id="1" name=""/>
        <p:cNvGrpSpPr/>
        <p:nvPr/>
      </p:nvGrpSpPr>
      <p:grpSpPr>
        <a:xfrm xmlns:a="http://schemas.openxmlformats.org/drawingml/2006/main"/>
      </p:grpSpPr>
      <p:sp>
        <p:nvSpPr>
          <p:cNvPr id="8" name="Text Placeholder 4">
            <a:extLst xmlns:a="http://schemas.openxmlformats.org/drawingml/2006/main">
              <a:ext uri="{FF2B5EF4-FFF2-40B4-BE49-F238E27FC236}">
                <a16:creationId xmlns:a16="http://schemas.microsoft.com/office/drawing/2014/main" id="{EFD76C54-3C31-5CE0-887B-54E15F937659}"/>
              </a:ext>
            </a:extLst>
          </p:cNvPr>
          <p:cNvSpPr>
            <a:spLocks xmlns:a="http://schemas.openxmlformats.org/drawingml/2006/main" noGrp="1"/>
          </p:cNvSpPr>
          <p:nvPr>
            <p:ph type="body" idx="13" hasCustomPrompt="1"/>
          </p:nvPr>
        </p:nvSpPr>
        <p:spPr>
          <a:xfrm xmlns:a="http://schemas.openxmlformats.org/drawingml/2006/main">
            <a:off x="563499" y="1125401"/>
            <a:ext cx="5532501" cy="5214439"/>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
        <p:nvSpPr>
          <p:cNvPr id="3" name="Slide Number Placeholder 2">
            <a:extLst xmlns:a="http://schemas.openxmlformats.org/drawingml/2006/main">
              <a:ext uri="{FF2B5EF4-FFF2-40B4-BE49-F238E27FC236}">
                <a16:creationId xmlns:a16="http://schemas.microsoft.com/office/drawing/2014/main" id="{F025B98F-75D1-1C12-C38F-3ABA1B9F3F9A}"/>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4" name="Text Placeholder 4">
            <a:extLst xmlns:a="http://schemas.openxmlformats.org/drawingml/2006/main">
              <a:ext uri="{FF2B5EF4-FFF2-40B4-BE49-F238E27FC236}">
                <a16:creationId xmlns:a16="http://schemas.microsoft.com/office/drawing/2014/main" id="{87A707C1-7CFF-F8B3-0065-07AB65C52903}"/>
              </a:ext>
            </a:extLst>
          </p:cNvPr>
          <p:cNvSpPr>
            <a:spLocks xmlns:a="http://schemas.openxmlformats.org/drawingml/2006/main" noGrp="1"/>
          </p:cNvSpPr>
          <p:nvPr>
            <p:ph type="body" idx="19" hasCustomPrompt="1"/>
          </p:nvPr>
        </p:nvSpPr>
        <p:spPr>
          <a:xfrm xmlns:a="http://schemas.openxmlformats.org/drawingml/2006/main">
            <a:off x="6269535" y="1114221"/>
            <a:ext cx="5532501" cy="5214439"/>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
        <p:nvSpPr>
          <p:cNvPr id="5" name="Footer Placeholder 1">
            <a:extLst xmlns:a="http://schemas.openxmlformats.org/drawingml/2006/main">
              <a:ext uri="{FF2B5EF4-FFF2-40B4-BE49-F238E27FC236}">
                <a16:creationId xmlns:a16="http://schemas.microsoft.com/office/drawing/2014/main" id="{6E95DBA8-54D3-2FE1-5C2E-248FA385633F}"/>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pic>
        <p:nvPicPr>
          <p:cNvPr id="15"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c02dadf2ce094a78"/>
          <a:srcRect xmlns:a="http://schemas.openxmlformats.org/drawingml/2006/main" l="0" t="0" r="0" b="0"/>
          <a:stretch xmlns:a="http://schemas.openxmlformats.org/drawingml/2006/main"/>
        </p:blipFill>
        <p:spPr>
          <a:xfrm xmlns:a="http://schemas.openxmlformats.org/drawingml/2006/main">
            <a:off x="0" y="0"/>
            <a:ext cx="12192000" cy="969206"/>
          </a:xfrm>
        </p:spPr>
      </p:pic>
      <p:sp>
        <p:nvSpPr>
          <p:cNvPr id="9" name="Text Placeholder 2">
            <a:extLst xmlns:a="http://schemas.openxmlformats.org/drawingml/2006/main">
              <a:ext uri="{FF2B5EF4-FFF2-40B4-BE49-F238E27FC236}">
                <a16:creationId xmlns:a16="http://schemas.microsoft.com/office/drawing/2014/main" id="{68EFF0C1-4C2F-F855-150A-68E8C805582E}"/>
              </a:ext>
            </a:extLst>
          </p:cNvPr>
          <p:cNvSpPr>
            <a:spLocks xmlns:a="http://schemas.openxmlformats.org/drawingml/2006/main" noGrp="1"/>
          </p:cNvSpPr>
          <p:nvPr>
            <p:ph type="body" idx="11" hasCustomPrompt="1"/>
          </p:nvPr>
        </p:nvSpPr>
        <p:spPr>
          <a:xfrm xmlns:a="http://schemas.openxmlformats.org/drawingml/2006/main">
            <a:off x="563499" y="186252"/>
            <a:ext cx="11045888" cy="553998"/>
          </a:xfrm>
          <a:prstGeom xmlns:a="http://schemas.openxmlformats.org/drawingml/2006/main" prst="rect">
            <a:avLst/>
          </a:prstGeom>
        </p:spPr>
        <p:txBody>
          <a:bodyPr xmlns:a="http://schemas.openxmlformats.org/drawingml/2006/main"/>
          <a:lstStyle xmlns:a="http://schemas.openxmlformats.org/drawingml/2006/main">
            <a:lvl1pPr marL="0" indent="0">
              <a:buNone/>
              <a:defRPr sz="3600" b="1" i="0">
                <a:solidFill>
                  <a:schemeClr val="bg1"/>
                </a:solidFill>
                <a:latin typeface="Segoe UI Variable Display"/>
                <a:ea typeface="Segoe UI Variable Display"/>
                <a:cs typeface="Segoe UI Variable Display"/>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Tree>
  </p:cSld>
</p:sldLayout>
</file>

<file path=ppt/slideLayouts/slideLayout61.xml><?xml version="1.0" encoding="utf-8"?>
<p:sldLayout xmlns:p="http://schemas.openxmlformats.org/presentationml/2006/main" preserve="1" userDrawn="1">
  <p:cSld name="Top_Banner_Trio_White">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F025B98F-75D1-1C12-C38F-3ABA1B9F3F9A}"/>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b="1" i="0">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
        <p:nvSpPr>
          <p:cNvPr id="10" name="Text Placeholder 2">
            <a:extLst xmlns:a="http://schemas.openxmlformats.org/drawingml/2006/main">
              <a:ext uri="{FF2B5EF4-FFF2-40B4-BE49-F238E27FC236}">
                <a16:creationId xmlns:a16="http://schemas.microsoft.com/office/drawing/2014/main" id="{AF0B0EAB-A284-A8BB-179E-428AF2429D6E}"/>
              </a:ext>
            </a:extLst>
          </p:cNvPr>
          <p:cNvSpPr>
            <a:spLocks xmlns:a="http://schemas.openxmlformats.org/drawingml/2006/main" noGrp="1"/>
          </p:cNvSpPr>
          <p:nvPr>
            <p:ph type="body" idx="11" hasCustomPrompt="1"/>
          </p:nvPr>
        </p:nvSpPr>
        <p:spPr>
          <a:xfrm xmlns:a="http://schemas.openxmlformats.org/drawingml/2006/main">
            <a:off x="563499" y="186252"/>
            <a:ext cx="11045888" cy="553998"/>
          </a:xfrm>
          <a:prstGeom xmlns:a="http://schemas.openxmlformats.org/drawingml/2006/main" prst="rect">
            <a:avLst/>
          </a:prstGeom>
        </p:spPr>
        <p:txBody>
          <a:bodyPr xmlns:a="http://schemas.openxmlformats.org/drawingml/2006/main"/>
          <a:lstStyle xmlns:a="http://schemas.openxmlformats.org/drawingml/2006/main">
            <a:lvl1pPr marL="0" indent="0">
              <a:buNone/>
              <a:defRPr sz="3600" b="1" i="0">
                <a:solidFill>
                  <a:schemeClr val="tx1"/>
                </a:solidFill>
                <a:latin typeface="Segoe UI Variable Display"/>
                <a:ea typeface="Segoe UI Variable Display"/>
                <a:cs typeface="Segoe UI Variable Display"/>
              </a:defRPr>
            </a:lvl1pPr>
            <a:lvl2pPr>
              <a:buNone/>
              <a:defRPr b="1" i="0">
                <a:solidFill>
                  <a:schemeClr val="tx1"/>
                </a:solidFill>
                <a:latin typeface="Segoe UI"/>
                <a:ea typeface="Segoe UI"/>
                <a:cs typeface="Segoe UI"/>
              </a:defRPr>
            </a:lvl2pPr>
            <a:lvl3pPr>
              <a:buNone/>
              <a:defRPr b="1" i="0">
                <a:solidFill>
                  <a:schemeClr val="tx1"/>
                </a:solidFill>
                <a:latin typeface="Segoe UI"/>
                <a:ea typeface="Segoe UI"/>
                <a:cs typeface="Segoe UI"/>
              </a:defRPr>
            </a:lvl3pPr>
            <a:lvl4pPr>
              <a:buNone/>
              <a:defRPr b="1" i="0">
                <a:solidFill>
                  <a:schemeClr val="tx1"/>
                </a:solidFill>
                <a:latin typeface="Segoe UI"/>
                <a:ea typeface="Segoe UI"/>
                <a:cs typeface="Segoe UI"/>
              </a:defRPr>
            </a:lvl4pPr>
            <a:lvl5pPr>
              <a:buNone/>
              <a:defRPr b="1" i="0">
                <a:solidFill>
                  <a:schemeClr val="tx1"/>
                </a:solidFill>
                <a:latin typeface="Segoe UI"/>
                <a:ea typeface="Segoe UI"/>
                <a:cs typeface="Segoe UI"/>
              </a:defRPr>
            </a:lvl5pPr>
          </a:lstStyle>
          <a:p xmlns:a="http://schemas.openxmlformats.org/drawingml/2006/main">
            <a:pPr algn="l">
              <a:buNone/>
            </a:pPr>
            <a:r>
              <a:rPr sz="3600" b="1" i="0">
                <a:latin typeface="Segoe UI Variable Display"/>
                <a:ea typeface="Segoe UI Variable Display"/>
                <a:cs typeface="Segoe UI Variable Display"/>
              </a:rPr>
              <a:t>Click to edit title</a:t>
            </a:r>
          </a:p>
        </p:txBody>
      </p:sp>
      <p:sp>
        <p:nvSpPr>
          <p:cNvPr id="4" name="Footer Placeholder 1">
            <a:extLst xmlns:a="http://schemas.openxmlformats.org/drawingml/2006/main">
              <a:ext uri="{FF2B5EF4-FFF2-40B4-BE49-F238E27FC236}">
                <a16:creationId xmlns:a16="http://schemas.microsoft.com/office/drawing/2014/main" id="{CE4A9C1D-FD8A-BCDD-042A-AB36EE68F116}"/>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tx1"/>
                </a:solidFill>
                <a:latin typeface="Segoe UI Variable Small Light"/>
                <a:ea typeface="Segoe UI Variable Small Light"/>
                <a:cs typeface="Segoe UI Variable Small Light"/>
              </a:defRPr>
            </a:lvl1pPr>
          </a:lstStyle>
          <a:p xmlns:a="http://schemas.openxmlformats.org/drawingml/2006/main">
            <a:endParaRPr/>
          </a:p>
        </p:txBody>
      </p:sp>
      <p:sp>
        <p:nvSpPr>
          <p:cNvPr id="9" name="Text Placeholder 4">
            <a:extLst xmlns:a="http://schemas.openxmlformats.org/drawingml/2006/main">
              <a:ext uri="{FF2B5EF4-FFF2-40B4-BE49-F238E27FC236}">
                <a16:creationId xmlns:a16="http://schemas.microsoft.com/office/drawing/2014/main" id="{8E0180DE-4ABA-4FD6-BDA8-961ED052125F}"/>
              </a:ext>
            </a:extLst>
          </p:cNvPr>
          <p:cNvSpPr>
            <a:spLocks xmlns:a="http://schemas.openxmlformats.org/drawingml/2006/main" noGrp="1"/>
          </p:cNvSpPr>
          <p:nvPr>
            <p:ph type="body" idx="13" hasCustomPrompt="1"/>
          </p:nvPr>
        </p:nvSpPr>
        <p:spPr>
          <a:xfrm xmlns:a="http://schemas.openxmlformats.org/drawingml/2006/main">
            <a:off x="563499" y="1125401"/>
            <a:ext cx="5532501" cy="5214439"/>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
        <p:nvSpPr>
          <p:cNvPr id="11" name="Text Placeholder 4">
            <a:extLst xmlns:a="http://schemas.openxmlformats.org/drawingml/2006/main">
              <a:ext uri="{FF2B5EF4-FFF2-40B4-BE49-F238E27FC236}">
                <a16:creationId xmlns:a16="http://schemas.microsoft.com/office/drawing/2014/main" id="{A64EC02C-CD0D-2406-7313-FA3453FAD434}"/>
              </a:ext>
            </a:extLst>
          </p:cNvPr>
          <p:cNvSpPr>
            <a:spLocks xmlns:a="http://schemas.openxmlformats.org/drawingml/2006/main" noGrp="1"/>
          </p:cNvSpPr>
          <p:nvPr>
            <p:ph type="body" idx="19" hasCustomPrompt="1"/>
          </p:nvPr>
        </p:nvSpPr>
        <p:spPr>
          <a:xfrm xmlns:a="http://schemas.openxmlformats.org/drawingml/2006/main">
            <a:off x="6269535" y="1114221"/>
            <a:ext cx="5532501" cy="5214439"/>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i="0">
                <a:solidFill>
                  <a:schemeClr val="tx1"/>
                </a:solidFill>
                <a:latin typeface="Segoe UI Semibold"/>
                <a:ea typeface="Segoe UI Semibold"/>
                <a:cs typeface="Segoe UI Semibold"/>
              </a:defRPr>
            </a:lvl1pPr>
            <a:lvl2pPr marL="228600" indent="0">
              <a:buNone/>
              <a:defRPr>
                <a:solidFill>
                  <a:schemeClr val="tx1"/>
                </a:solidFill>
                <a:latin typeface="+mj-lt"/>
                <a:ea typeface="+mj-lt"/>
                <a:cs typeface="+mj-lt"/>
              </a:defRPr>
            </a:lvl2pPr>
            <a:lvl3pPr marL="457200" indent="0">
              <a:buNone/>
              <a:defRPr>
                <a:solidFill>
                  <a:schemeClr val="tx1"/>
                </a:solidFill>
                <a:latin typeface="+mj-lt"/>
                <a:ea typeface="+mj-lt"/>
                <a:cs typeface="+mj-lt"/>
              </a:defRPr>
            </a:lvl3pPr>
            <a:lvl4pPr marL="661988" indent="0">
              <a:buNone/>
              <a:defRPr>
                <a:solidFill>
                  <a:schemeClr val="tx1"/>
                </a:solidFill>
                <a:latin typeface="+mj-lt"/>
                <a:ea typeface="+mj-lt"/>
                <a:cs typeface="+mj-lt"/>
              </a:defRPr>
            </a:lvl4pPr>
            <a:lvl5pPr marL="855663" indent="0">
              <a:buNone/>
              <a:defRPr>
                <a:solidFill>
                  <a:schemeClr val="tx1"/>
                </a:solidFill>
                <a:latin typeface="+mj-lt"/>
                <a:ea typeface="+mj-lt"/>
                <a:cs typeface="+mj-lt"/>
              </a:defRPr>
            </a:lvl5pPr>
          </a:lstStyle>
          <a:p xmlns:a="http://schemas.openxmlformats.org/drawingml/2006/main">
            <a:pPr algn="l">
              <a:buNone/>
            </a:pPr>
            <a:r>
              <a:rPr sz="2000" b="1" i="0">
                <a:latin typeface="Segoe UI Variable Display Semibold"/>
                <a:ea typeface="Segoe UI Variable Display Semibold"/>
                <a:cs typeface="Segoe UI Variable Display Semibold"/>
              </a:rPr>
              <a:t>Click to edit text</a:t>
            </a:r>
          </a:p>
        </p:txBody>
      </p:sp>
    </p:spTree>
  </p:cSld>
</p:sldLayout>
</file>

<file path=ppt/slideLayouts/slideLayout62.xml><?xml version="1.0" encoding="utf-8"?>
<p:sldLayout xmlns:p="http://schemas.openxmlformats.org/presentationml/2006/main" preserve="1" userDrawn="1">
  <p:cSld name="Thank_You_Image">
    <p:spTree>
      <p:nvGrpSpPr>
        <p:cNvPr id="1" name=""/>
        <p:cNvGrpSpPr/>
        <p:nvPr/>
      </p:nvGrpSpPr>
      <p:grpSpPr>
        <a:xfrm xmlns:a="http://schemas.openxmlformats.org/drawingml/2006/main"/>
      </p:grpSpPr>
      <p:pic>
        <p:nvPicPr>
          <p:cNvPr id="9" name="Picture 2"/>
          <p:cNvPicPr>
            <a:picLocks xmlns:a="http://schemas.openxmlformats.org/drawingml/2006/main" noChangeAspect="1"/>
          </p:cNvPicPr>
          <p:nvPr/>
        </p:nvPicPr>
        <p:blipFill>
          <a:blip xmlns:r="http://schemas.openxmlformats.org/officeDocument/2006/relationships" xmlns:a="http://schemas.openxmlformats.org/drawingml/2006/main" r:embed="R08b31c9b72684d3f"/>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 name="Footer Placeholder 1">
            <a:extLst xmlns:a="http://schemas.openxmlformats.org/drawingml/2006/main">
              <a:ext uri="{FF2B5EF4-FFF2-40B4-BE49-F238E27FC236}">
                <a16:creationId xmlns:a16="http://schemas.microsoft.com/office/drawing/2014/main" id="{C137BB25-FAE7-4594-DE3A-28FB1247ADBA}"/>
              </a:ext>
            </a:extLst>
          </p:cNvPr>
          <p:cNvSpPr>
            <a:spLocks xmlns:a="http://schemas.openxmlformats.org/drawingml/2006/main" noGrp="1"/>
          </p:cNvSpPr>
          <p:nvPr>
            <p:ph type="ftr" idx="12"/>
          </p:nvPr>
        </p:nvSpPr>
        <p:spPr>
          <a:xfrm xmlns:a="http://schemas.openxmlformats.org/drawingml/2006/main">
            <a:off x="584200" y="6477356"/>
            <a:ext cx="4114800" cy="123111"/>
          </a:xfrm>
        </p:spPr>
        <p:txBody>
          <a:bodyPr xmlns:a="http://schemas.openxmlformats.org/drawingml/2006/main"/>
          <a:lstStyle xmlns:a="http://schemas.openxmlformats.org/drawingml/2006/main">
            <a:lvl1pPr>
              <a:buNone/>
              <a:defRPr b="0" i="0">
                <a:solidFill>
                  <a:schemeClr val="bg1"/>
                </a:solidFill>
                <a:latin typeface="Segoe UI Variable Small Light"/>
                <a:ea typeface="Segoe UI Variable Small Light"/>
                <a:cs typeface="Segoe UI Variable Small Light"/>
              </a:defRPr>
            </a:lvl1pPr>
          </a:lstStyle>
          <a:p xmlns:a="http://schemas.openxmlformats.org/drawingml/2006/main">
            <a:endParaRPr/>
          </a:p>
        </p:txBody>
      </p:sp>
      <p:sp>
        <p:nvSpPr>
          <p:cNvPr id="7" name="Text Placeholder 6">
            <a:extLst xmlns:a="http://schemas.openxmlformats.org/drawingml/2006/main">
              <a:ext uri="{FF2B5EF4-FFF2-40B4-BE49-F238E27FC236}">
                <a16:creationId xmlns:a16="http://schemas.microsoft.com/office/drawing/2014/main" id="{74A6712B-AE58-A954-20DB-A07FB2E5D3F9}"/>
              </a:ext>
            </a:extLst>
          </p:cNvPr>
          <p:cNvSpPr>
            <a:spLocks xmlns:a="http://schemas.openxmlformats.org/drawingml/2006/main" noGrp="1"/>
          </p:cNvSpPr>
          <p:nvPr>
            <p:ph type="body" idx="13" hasCustomPrompt="1"/>
          </p:nvPr>
        </p:nvSpPr>
        <p:spPr>
          <a:xfrm xmlns:a="http://schemas.openxmlformats.org/drawingml/2006/main">
            <a:off x="584200" y="4885140"/>
            <a:ext cx="10480421" cy="923330"/>
          </a:xfrm>
        </p:spPr>
        <p:txBody>
          <a:bodyPr xmlns:a="http://schemas.openxmlformats.org/drawingml/2006/main"/>
          <a:lstStyle xmlns:a="http://schemas.openxmlformats.org/drawingml/2006/main">
            <a:lvl1pPr marL="0" indent="0">
              <a:buNone/>
              <a:defRPr sz="6000" b="1" i="0">
                <a:solidFill>
                  <a:schemeClr val="bg1"/>
                </a:solidFill>
                <a:latin typeface="Segoe UI Variable Display"/>
                <a:ea typeface="Segoe UI Variable Display"/>
                <a:cs typeface="Segoe UI Variable Display"/>
              </a:defRPr>
            </a:lvl1pPr>
          </a:lstStyle>
          <a:p xmlns:a="http://schemas.openxmlformats.org/drawingml/2006/main">
            <a:pPr lvl="0">
              <a:buNone/>
            </a:pPr>
            <a:r>
              <a:t>Thank you.</a:t>
            </a:r>
          </a:p>
        </p:txBody>
      </p:sp>
    </p:spTree>
  </p:cSld>
</p:sldLayout>
</file>

<file path=ppt/slideLayouts/slideLayout63.xml><?xml version="1.0" encoding="utf-8"?>
<p:sldLayout xmlns:p="http://schemas.openxmlformats.org/presentationml/2006/main">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AAD849-7CFE-4AF7-A7C5-6BBD50C88C1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64.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65.xml><?xml version="1.0" encoding="utf-8"?>
<p:sldLayout xmlns:p="http://schemas.openxmlformats.org/presentationml/2006/main" userDrawn="1">
  <p:cSld name="Screenshot 2">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D565C022-5A4E-84F5-B51B-1431B6A0AE21}"/>
              </a:ext>
            </a:extLst>
          </p:cNvPr>
          <p:cNvSpPr>
            <a:spLocks xmlns:a="http://schemas.openxmlformats.org/drawingml/2006/main" noGrp="1"/>
          </p:cNvSpPr>
          <p:nvPr/>
        </p:nvSpPr>
        <p:spPr>
          <a:xfrm xmlns:a="http://schemas.openxmlformats.org/drawingml/2006/main">
            <a:off x="304800" y="292100"/>
            <a:ext cx="11582400" cy="6272213"/>
          </a:xfrm>
          <a:prstGeom xmlns:a="http://schemas.openxmlformats.org/drawingml/2006/main" prst="rect">
            <a:avLst/>
          </a:prstGeom>
          <a:gradFill xmlns:a="http://schemas.openxmlformats.org/drawingml/2006/main">
            <a:gsLst>
              <a:gs pos="64000">
                <a:srgbClr val="0D82CB"/>
              </a:gs>
              <a:gs pos="0">
                <a:srgbClr val="7FDE7B"/>
              </a:gs>
            </a:gsLst>
            <a:lin ang="8100000" scaled="1"/>
          </a:gra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82880" tIns="146304" rIns="182880" bIns="146304" anchor="t">
            <a:noAutofit/>
          </a:bodyPr>
          <a:lstStyle xmlns:a="http://schemas.openxmlformats.org/drawingml/2006/main"/>
          <a:p xmlns:a="http://schemas.openxmlformats.org/drawingml/2006/main">
            <a:pPr algn="l" defTabSz="932472">
              <a:spcBef>
                <a:spcPct val="0"/>
              </a:spcBef>
              <a:spcAft>
                <a:spcPct val="0"/>
              </a:spcAft>
              <a:buNone/>
            </a:pPr>
            <a:endParaRPr sz="2000">
              <a:solidFill>
                <a:srgbClr val="FFFFFF"/>
              </a:solidFill>
            </a:endParaRPr>
          </a:p>
        </p:txBody>
      </p:sp>
      <p:sp>
        <p:nvSpPr>
          <p:cNvPr id="2" name="Title 1">
            <a:extLst xmlns:a="http://schemas.openxmlformats.org/drawingml/2006/main">
              <a:ext uri="{FF2B5EF4-FFF2-40B4-BE49-F238E27FC236}">
                <a16:creationId xmlns:a16="http://schemas.microsoft.com/office/drawing/2014/main" id="{F83E7235-22DD-1125-FF85-028A2E641445}"/>
              </a:ext>
            </a:extLst>
          </p:cNvPr>
          <p:cNvSpPr>
            <a:spLocks xmlns:a="http://schemas.openxmlformats.org/drawingml/2006/main" noGrp="1"/>
          </p:cNvSpPr>
          <p:nvPr>
            <p:ph type="title" idx="0"/>
          </p:nvPr>
        </p:nvSpPr>
        <p:spPr>
          <a:xfrm xmlns:a="http://schemas.openxmlformats.org/drawingml/2006/main">
            <a:off x="588263" y="2896801"/>
            <a:ext cx="3590037" cy="1661993"/>
          </a:xfrm>
        </p:spPr>
        <p:txBody>
          <a:bodyPr xmlns:a="http://schemas.openxmlformats.org/drawingml/2006/main"/>
          <a:lstStyle xmlns:a="http://schemas.openxmlformats.org/drawingml/2006/main">
            <a:lvl1pPr algn="l">
              <a:buNone/>
              <a:defRPr>
                <a:solidFill>
                  <a:schemeClr val="tx1"/>
                </a:solidFill>
              </a:defRPr>
            </a:lvl1pPr>
          </a:lstStyle>
          <a:p xmlns:a="http://schemas.openxmlformats.org/drawingml/2006/main">
            <a:r>
              <a:t>Click to edit Master title style</a:t>
            </a:r>
          </a:p>
        </p:txBody>
      </p:sp>
      <p:sp>
        <p:nvSpPr>
          <p:cNvPr id="16" name="Picture Placeholder 15">
            <a:extLst xmlns:a="http://schemas.openxmlformats.org/drawingml/2006/main">
              <a:ext uri="{FF2B5EF4-FFF2-40B4-BE49-F238E27FC236}">
                <a16:creationId xmlns:a16="http://schemas.microsoft.com/office/drawing/2014/main" id="{B5068233-F46E-B659-0799-22A45E3DA223}"/>
              </a:ext>
            </a:extLst>
          </p:cNvPr>
          <p:cNvSpPr>
            <a:spLocks xmlns:a="http://schemas.openxmlformats.org/drawingml/2006/main" noGrp="1"/>
          </p:cNvSpPr>
          <p:nvPr>
            <p:ph type="pic" idx="10" hasCustomPrompt="1"/>
          </p:nvPr>
        </p:nvSpPr>
        <p:spPr>
          <a:xfrm xmlns:a="http://schemas.openxmlformats.org/drawingml/2006/main">
            <a:off x="4461762" y="1490647"/>
            <a:ext cx="6879337" cy="3876706"/>
          </a:xfrm>
          <a:prstGeom xmlns:a="http://schemas.openxmlformats.org/drawingml/2006/main" prst="rect">
            <a:avLst/>
          </a:prstGeom>
          <a:blipFill xmlns:a="http://schemas.openxmlformats.org/drawingml/2006/main">
            <a:blip xmlns:r="http://schemas.openxmlformats.org/officeDocument/2006/relationships" r:embed="R380d027acb434684"/>
            <a:stretch>
              <a:fillRect l="0" t="0" r="0" b="0"/>
            </a:stretch>
          </a:blipFill>
          <a:effectLst xmlns:a="http://schemas.openxmlformats.org/drawingml/2006/main">
            <a:outerShdw blurRad="241300" dist="304800" dir="2700000" sx="101000" sy="101000" algn="ctr" rotWithShape="0">
              <a:srgbClr val="000000">
                <a:alpha val="17000"/>
              </a:srgbClr>
            </a:outerShdw>
          </a:effectLst>
        </p:spPr>
        <p:txBody>
          <a:bodyPr xmlns:a="http://schemas.openxmlformats.org/drawingml/2006/main" lIns="1097280" rIns="1097280" bIns="1097280" anchor="ctr">
            <a:normAutofit/>
          </a:bodyPr>
          <a:lstStyle xmlns:a="http://schemas.openxmlformats.org/drawingml/2006/main">
            <a:lvl1pPr marL="0" indent="0" algn="ctr">
              <a:buFont typeface="Arial"/>
              <a:buNone/>
              <a:defRPr sz="2000" b="1">
                <a:solidFill>
                  <a:schemeClr val="bg1"/>
                </a:solidFill>
              </a:defRPr>
            </a:lvl1pPr>
          </a:lstStyle>
          <a:p xmlns:a="http://schemas.openxmlformats.org/drawingml/2006/main">
            <a:r>
              <a:t>Drag &amp; drop your photo here or click or tap icon below to insert</a:t>
            </a:r>
          </a:p>
        </p:txBody>
      </p:sp>
    </p:spTree>
  </p:cSld>
</p:sldLayout>
</file>

<file path=ppt/slideLayouts/slideLayout66.xml><?xml version="1.0" encoding="utf-8"?>
<p:sldLayout xmlns:p="http://schemas.openxmlformats.org/presentationml/2006/main" userDrawn="1">
  <p:cSld name="Photo slide 2">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DB0FE6-6EE4-72F6-EE0C-E481F72F7DFB}"/>
              </a:ext>
            </a:extLst>
          </p:cNvPr>
          <p:cNvSpPr>
            <a:spLocks xmlns:a="http://schemas.openxmlformats.org/drawingml/2006/main" noGrp="1"/>
          </p:cNvSpPr>
          <p:nvPr>
            <p:ph type="title" idx="0"/>
          </p:nvPr>
        </p:nvSpPr>
        <p:spPr>
          <a:xfrm xmlns:a="http://schemas.openxmlformats.org/drawingml/2006/main">
            <a:off x="588263" y="457200"/>
            <a:ext cx="4910837" cy="1107996"/>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Click to edit Master title style</a:t>
            </a:r>
          </a:p>
        </p:txBody>
      </p:sp>
      <p:sp>
        <p:nvSpPr>
          <p:cNvPr id="5" name="Content Placeholder 4">
            <a:extLst xmlns:a="http://schemas.openxmlformats.org/drawingml/2006/main">
              <a:ext uri="{FF2B5EF4-FFF2-40B4-BE49-F238E27FC236}">
                <a16:creationId xmlns:a16="http://schemas.microsoft.com/office/drawing/2014/main" id="{DBEC160D-0F95-E237-7287-43174DA4A3F3}"/>
              </a:ext>
            </a:extLst>
          </p:cNvPr>
          <p:cNvSpPr>
            <a:spLocks xmlns:a="http://schemas.openxmlformats.org/drawingml/2006/main" noGrp="1"/>
          </p:cNvSpPr>
          <p:nvPr>
            <p:ph idx="12"/>
          </p:nvPr>
        </p:nvSpPr>
        <p:spPr>
          <a:xfrm xmlns:a="http://schemas.openxmlformats.org/drawingml/2006/main">
            <a:off x="584201" y="1816100"/>
            <a:ext cx="4910838" cy="1612749"/>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Picture Placeholder 15">
            <a:extLst xmlns:a="http://schemas.openxmlformats.org/drawingml/2006/main">
              <a:ext uri="{FF2B5EF4-FFF2-40B4-BE49-F238E27FC236}">
                <a16:creationId xmlns:a16="http://schemas.microsoft.com/office/drawing/2014/main" id="{830D09FD-2495-FD73-64EA-14E484039EF8}"/>
              </a:ext>
            </a:extLst>
          </p:cNvPr>
          <p:cNvSpPr>
            <a:spLocks xmlns:a="http://schemas.openxmlformats.org/drawingml/2006/main" noGrp="1"/>
          </p:cNvSpPr>
          <p:nvPr>
            <p:ph type="pic" idx="10" hasCustomPrompt="1"/>
          </p:nvPr>
        </p:nvSpPr>
        <p:spPr>
          <a:xfrm xmlns:a="http://schemas.openxmlformats.org/drawingml/2006/main">
            <a:off x="6096000" y="0"/>
            <a:ext cx="6096000" cy="6858000"/>
          </a:xfrm>
          <a:prstGeom xmlns:a="http://schemas.openxmlformats.org/drawingml/2006/main" prst="rect">
            <a:avLst/>
          </a:prstGeom>
          <a:blipFill xmlns:a="http://schemas.openxmlformats.org/drawingml/2006/main">
            <a:blip xmlns:r="http://schemas.openxmlformats.org/officeDocument/2006/relationships" r:embed="R0a280058421d45f3"/>
            <a:stretch>
              <a:fillRect l="0" t="0" r="0" b="0"/>
            </a:stretch>
          </a:blipFill>
        </p:spPr>
        <p:txBody>
          <a:bodyPr xmlns:a="http://schemas.openxmlformats.org/drawingml/2006/main" lIns="1097280" rIns="1097280" bIns="1097280" anchor="ctr">
            <a:normAutofit/>
          </a:bodyPr>
          <a:lstStyle xmlns:a="http://schemas.openxmlformats.org/drawingml/2006/main">
            <a:lvl1pPr marL="0" indent="0" algn="ctr">
              <a:buFont typeface="Arial"/>
              <a:buNone/>
              <a:defRPr sz="2000" b="1">
                <a:solidFill>
                  <a:schemeClr val="bg1"/>
                </a:solidFill>
              </a:defRPr>
            </a:lvl1pPr>
          </a:lstStyle>
          <a:p xmlns:a="http://schemas.openxmlformats.org/drawingml/2006/main">
            <a:r>
              <a:t>Drag &amp; drop your photo here or click or tap icon below to insert</a:t>
            </a:r>
          </a:p>
        </p:txBody>
      </p:sp>
    </p:spTree>
  </p:cSld>
</p:sldLayout>
</file>

<file path=ppt/slideLayouts/slideLayout67.xml><?xml version="1.0" encoding="utf-8"?>
<p:sldLayout xmlns:p="http://schemas.openxmlformats.org/presentationml/2006/main">
  <p:cSld name="Two picture content">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027DCA08-1117-4B11-AEFD-AAB2B33543F9}"/>
              </a:ext>
            </a:extLst>
          </p:cNvPr>
          <p:cNvSpPr>
            <a:spLocks xmlns:a="http://schemas.openxmlformats.org/drawingml/2006/main" noGrp="1"/>
          </p:cNvSpPr>
          <p:nvPr>
            <p:ph type="title" idx="0"/>
          </p:nvPr>
        </p:nvSpPr>
        <p:spPr>
          <a:xfrm xmlns:a="http://schemas.openxmlformats.org/drawingml/2006/main">
            <a:off x="588264" y="457200"/>
            <a:ext cx="11018520" cy="553870"/>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AE833B58-0629-4A46-8711-902C16A99314}"/>
              </a:ext>
            </a:extLst>
          </p:cNvPr>
          <p:cNvSpPr>
            <a:spLocks xmlns:a="http://schemas.openxmlformats.org/drawingml/2006/main" noGrp="1"/>
          </p:cNvSpPr>
          <p:nvPr>
            <p:ph type="body" idx="16"/>
          </p:nvPr>
        </p:nvSpPr>
        <p:spPr>
          <a:xfrm xmlns:a="http://schemas.openxmlformats.org/drawingml/2006/main">
            <a:off x="584199" y="5689601"/>
            <a:ext cx="5367528" cy="276871"/>
          </a:xfrm>
        </p:spPr>
        <p:txBody>
          <a:bodyPr xmlns:a="http://schemas.openxmlformats.org/drawingml/2006/main"/>
          <a:lstStyle xmlns:a="http://schemas.openxmlformats.org/drawingml/2006/main">
            <a:lvl1pPr marL="0" indent="0" algn="l">
              <a:spcBef>
                <a:spcPts val="0"/>
              </a:spcBef>
              <a:buNone/>
              <a:defRPr sz="1799">
                <a:latin typeface="+mj-lt"/>
                <a:ea typeface="+mj-lt"/>
                <a:cs typeface="+mj-lt"/>
              </a:defRPr>
            </a:lvl1pPr>
          </a:lstStyle>
          <a:p xmlns:a="http://schemas.openxmlformats.org/drawingml/2006/main">
            <a:pPr lvl="0">
              <a:buNone/>
            </a:pPr>
            <a:r>
              <a:t>Click to edit Master text styles</a:t>
            </a:r>
          </a:p>
        </p:txBody>
      </p:sp>
      <p:sp>
        <p:nvSpPr>
          <p:cNvPr id="9" name="Picture Placeholder">
            <a:extLst xmlns:a="http://schemas.openxmlformats.org/drawingml/2006/main">
              <a:ext uri="{FF2B5EF4-FFF2-40B4-BE49-F238E27FC236}">
                <a16:creationId xmlns:a16="http://schemas.microsoft.com/office/drawing/2014/main" id="{1231301F-62BD-4CF6-8990-CDF00AFC8CCF}"/>
              </a:ext>
            </a:extLst>
          </p:cNvPr>
          <p:cNvSpPr>
            <a:spLocks xmlns:a="http://schemas.openxmlformats.org/drawingml/2006/main" noGrp="1"/>
          </p:cNvSpPr>
          <p:nvPr>
            <p:ph type="pic" idx="13" hasCustomPrompt="1"/>
          </p:nvPr>
        </p:nvSpPr>
        <p:spPr>
          <a:xfrm xmlns:a="http://schemas.openxmlformats.org/drawingml/2006/main">
            <a:off x="582612" y="2025650"/>
            <a:ext cx="5367528" cy="3474720"/>
          </a:xfrm>
          <a:prstGeom xmlns:a="http://schemas.openxmlformats.org/drawingml/2006/main" prst="rect">
            <a:avLst/>
          </a:prstGeom>
          <a:noFill xmlns:a="http://schemas.openxmlformats.org/drawingml/2006/main"/>
        </p:spPr>
        <p:txBody>
          <a:bodyPr xmlns:a="http://schemas.openxmlformats.org/drawingml/2006/main" vert="horz" wrap="square" lIns="0" tIns="0" rIns="0" bIns="1005840" anchor="ctr">
            <a:noAutofit/>
          </a:bodyPr>
          <a:lstStyle xmlns:a="http://schemas.openxmlformats.org/drawingml/2006/main">
            <a:lvl1pPr marL="0" indent="0" algn="ctr">
              <a:buNone/>
              <a:defRPr sz="1000" b="1">
                <a:solidFill>
                  <a:srgbClr val="000000"/>
                </a:solidFill>
              </a:defRPr>
            </a:lvl1pPr>
          </a:lstStyle>
          <a:p xmlns:a="http://schemas.openxmlformats.org/drawingml/2006/main">
            <a:pPr marL="228531" lvl="0" indent="-228531" algn="ctr">
              <a:buNone/>
            </a:pPr>
            <a:r>
              <a:t>Drag &amp; drop your photo here </a:t>
            </a:r>
            <a:br/>
            <a:r>
              <a:t>or click or tap icon below </a:t>
            </a:r>
            <a:br/>
            <a:r>
              <a:t>to insert</a:t>
            </a:r>
          </a:p>
        </p:txBody>
      </p:sp>
      <p:sp>
        <p:nvSpPr>
          <p:cNvPr id="13" name="Text Placeholder 3">
            <a:extLst xmlns:a="http://schemas.openxmlformats.org/drawingml/2006/main">
              <a:ext uri="{FF2B5EF4-FFF2-40B4-BE49-F238E27FC236}">
                <a16:creationId xmlns:a16="http://schemas.microsoft.com/office/drawing/2014/main" id="{05B401B2-8D93-427E-90A4-52337B3965E8}"/>
              </a:ext>
            </a:extLst>
          </p:cNvPr>
          <p:cNvSpPr>
            <a:spLocks xmlns:a="http://schemas.openxmlformats.org/drawingml/2006/main" noGrp="1"/>
          </p:cNvSpPr>
          <p:nvPr>
            <p:ph type="body" idx="18"/>
          </p:nvPr>
        </p:nvSpPr>
        <p:spPr>
          <a:xfrm xmlns:a="http://schemas.openxmlformats.org/drawingml/2006/main">
            <a:off x="6241860" y="5689601"/>
            <a:ext cx="5367528" cy="276871"/>
          </a:xfrm>
        </p:spPr>
        <p:txBody>
          <a:bodyPr xmlns:a="http://schemas.openxmlformats.org/drawingml/2006/main"/>
          <a:lstStyle xmlns:a="http://schemas.openxmlformats.org/drawingml/2006/main">
            <a:lvl1pPr marL="0" indent="0" algn="l">
              <a:spcBef>
                <a:spcPts val="0"/>
              </a:spcBef>
              <a:buNone/>
              <a:defRPr sz="1799">
                <a:latin typeface="+mj-lt"/>
                <a:ea typeface="+mj-lt"/>
                <a:cs typeface="+mj-lt"/>
              </a:defRPr>
            </a:lvl1pPr>
          </a:lstStyle>
          <a:p xmlns:a="http://schemas.openxmlformats.org/drawingml/2006/main">
            <a:pPr lvl="0">
              <a:buNone/>
            </a:pPr>
            <a:r>
              <a:t>Click to edit Master text styles</a:t>
            </a:r>
          </a:p>
        </p:txBody>
      </p:sp>
      <p:sp>
        <p:nvSpPr>
          <p:cNvPr id="11" name="Picture Placeholder">
            <a:extLst xmlns:a="http://schemas.openxmlformats.org/drawingml/2006/main">
              <a:ext uri="{FF2B5EF4-FFF2-40B4-BE49-F238E27FC236}">
                <a16:creationId xmlns:a16="http://schemas.microsoft.com/office/drawing/2014/main" id="{7223C820-5673-4288-A9D6-185A95066B1E}"/>
              </a:ext>
            </a:extLst>
          </p:cNvPr>
          <p:cNvSpPr>
            <a:spLocks xmlns:a="http://schemas.openxmlformats.org/drawingml/2006/main" noGrp="1"/>
          </p:cNvSpPr>
          <p:nvPr>
            <p:ph type="pic" idx="15" hasCustomPrompt="1"/>
          </p:nvPr>
        </p:nvSpPr>
        <p:spPr>
          <a:xfrm xmlns:a="http://schemas.openxmlformats.org/drawingml/2006/main">
            <a:off x="6239255" y="2025650"/>
            <a:ext cx="5367528" cy="3474720"/>
          </a:xfrm>
          <a:prstGeom xmlns:a="http://schemas.openxmlformats.org/drawingml/2006/main" prst="rect">
            <a:avLst/>
          </a:prstGeom>
          <a:noFill xmlns:a="http://schemas.openxmlformats.org/drawingml/2006/main"/>
        </p:spPr>
        <p:txBody>
          <a:bodyPr xmlns:a="http://schemas.openxmlformats.org/drawingml/2006/main" vert="horz" wrap="square" lIns="0" tIns="0" rIns="0" bIns="1005840" anchor="ctr">
            <a:noAutofit/>
          </a:bodyPr>
          <a:lstStyle xmlns:a="http://schemas.openxmlformats.org/drawingml/2006/main">
            <a:lvl1pPr marL="0" indent="0" algn="ctr">
              <a:buNone/>
              <a:defRPr sz="1000" b="1">
                <a:solidFill>
                  <a:srgbClr val="000000"/>
                </a:solidFill>
              </a:defRPr>
            </a:lvl1pPr>
          </a:lstStyle>
          <a:p xmlns:a="http://schemas.openxmlformats.org/drawingml/2006/main">
            <a:pPr marL="228531" lvl="0" indent="-228531" algn="ctr">
              <a:buNone/>
            </a:pPr>
            <a:r>
              <a:t>Drag &amp; drop your photo here </a:t>
            </a:r>
            <a:br/>
            <a:r>
              <a:t>or click or tap icon below </a:t>
            </a:r>
            <a:br/>
            <a:r>
              <a:t>to insert</a:t>
            </a:r>
          </a:p>
        </p:txBody>
      </p:sp>
      <p:sp>
        <p:nvSpPr>
          <p:cNvPr id="10" name="TextBox 9">
            <a:extLst xmlns:a="http://schemas.openxmlformats.org/drawingml/2006/main">
              <a:ext uri="{FF2B5EF4-FFF2-40B4-BE49-F238E27FC236}">
                <a16:creationId xmlns:a16="http://schemas.microsoft.com/office/drawing/2014/main" id="{CAF59E09-7602-42B9-AB0C-9D1365A9EBB2}"/>
              </a:ext>
            </a:extLst>
          </p:cNvPr>
          <p:cNvSpPr>
            <a:spLocks xmlns:a="http://schemas.openxmlformats.org/drawingml/2006/main" noGrp="1"/>
          </p:cNvSpPr>
          <p:nvPr/>
        </p:nvSpPr>
        <p:spPr>
          <a:xfrm xmlns:a="http://schemas.openxmlformats.org/drawingml/2006/main">
            <a:off x="12355722" y="-203944"/>
            <a:ext cx="577081" cy="153888"/>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gn="l">
              <a:buNone/>
            </a:pPr>
            <a:r>
              <a:rPr sz="1000">
                <a:solidFill>
                  <a:srgbClr val="A3A3A3"/>
                </a:solidFill>
              </a:rPr>
              <a:t>ELT layout</a:t>
            </a:r>
          </a:p>
        </p:txBody>
      </p:sp>
    </p:spTree>
  </p:cSld>
</p:sldLayout>
</file>

<file path=ppt/slideLayouts/slideLayout68.xml><?xml version="1.0" encoding="utf-8"?>
<p:sldLayout xmlns:p="http://schemas.openxmlformats.org/presentationml/2006/main" type="secHead">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8A3E3A-54AD-4D66-9DD8-CCE8B3B226A8}"/>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26795DB-D981-456F-8BA6-9FAFAF3C6FD6}"/>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595FEED0-03EF-4E3E-A832-962A2FB4984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1CC7FFE5-3DE9-4734-9C6F-912551791F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96821C8-F5FA-4948-8C7D-C8AA5FE215A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69.xml><?xml version="1.0" encoding="utf-8"?>
<p:sldLayout xmlns:p="http://schemas.openxmlformats.org/presentationml/2006/main" type="twoTxTwoObj">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931F00-078C-4F42-82E0-DCE74A2D16E0}"/>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68849B1-944E-4AB3-B263-F4C5B19608A2}"/>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BB43E22-148E-4E8D-AC8C-FC1E4D9C4493}"/>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676A337E-CE3D-48C5-B4CC-754BB4BEADFF}"/>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78D9049-028D-469F-BB15-6ED567AC1923}"/>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C34EABFE-090F-4176-9458-4AFBE071AA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8" name="Footer Placeholder 7">
            <a:extLst xmlns:a="http://schemas.openxmlformats.org/drawingml/2006/main">
              <a:ext uri="{FF2B5EF4-FFF2-40B4-BE49-F238E27FC236}">
                <a16:creationId xmlns:a16="http://schemas.microsoft.com/office/drawing/2014/main" id="{F1193F66-3635-431B-B8B9-963B250231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E7B2D27-9A42-4752-806A-5469C8B667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70.xml><?xml version="1.0" encoding="utf-8"?>
<p:sldLayout xmlns:p="http://schemas.openxmlformats.org/presentationml/2006/main" type="obj">
  <p:cSld name="1_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3430F9-97ED-441B-AE7C-5DBE8200E57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407CF88-70F6-4189-8CD8-1F6EB800185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D65489A-5608-485A-8939-DE4622734F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7476D8D4-65A4-423E-A51B-E56085D2F9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3B5C98-73A8-4F4A-A458-65C2E4EED1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1182C9F-6336-4608-A172-4C37B3D22727}" type="slidenum">
              <a:t>‹#›</a:t>
            </a:fld>
            <a:endParaRPr/>
          </a:p>
        </p:txBody>
      </p:sp>
    </p:spTree>
  </p:cSld>
</p:sldLayout>
</file>

<file path=ppt/slideLayouts/slideLayout71.xml><?xml version="1.0" encoding="utf-8"?>
<p:sldLayout xmlns:p="http://schemas.openxmlformats.org/presentationml/2006/main">
  <p:cSld name="Section Title">
    <p:bg>
      <p:bgPr>
        <a:blipFill xmlns:a="http://schemas.openxmlformats.org/drawingml/2006/main" rotWithShape="1">
          <a:blip xmlns:r="http://schemas.openxmlformats.org/officeDocument/2006/relationships" r:embed="R1be0cec79e6b4c75">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EA6867-BD43-4FBA-84B2-2FD39B71E1C2}"/>
              </a:ext>
            </a:extLst>
          </p:cNvPr>
          <p:cNvSpPr>
            <a:spLocks xmlns:a="http://schemas.openxmlformats.org/drawingml/2006/main" noGrp="1"/>
          </p:cNvSpPr>
          <p:nvPr>
            <p:ph type="title" idx="0" hasCustomPrompt="1"/>
          </p:nvPr>
        </p:nvSpPr>
        <p:spPr>
          <a:xfrm xmlns:a="http://schemas.openxmlformats.org/drawingml/2006/main">
            <a:off x="585216" y="2980408"/>
            <a:ext cx="9144000" cy="553998"/>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a:buNone/>
              <a:defRPr sz="4000" b="0">
                <a:latin typeface="+mj-lt"/>
                <a:ea typeface="+mj-lt"/>
                <a:cs typeface="+mj-lt"/>
              </a:defRPr>
            </a:lvl1pPr>
          </a:lstStyle>
          <a:p xmlns:a="http://schemas.openxmlformats.org/drawingml/2006/main">
            <a:pPr lvl="0">
              <a:lnSpc>
                <a:spcPct val="90000"/>
              </a:lnSpc>
              <a:buNone/>
            </a:pPr>
            <a:r>
              <a:t>Section title</a:t>
            </a:r>
          </a:p>
        </p:txBody>
      </p:sp>
    </p:spTree>
  </p:cSld>
</p:sldLayout>
</file>

<file path=ppt/slideLayouts/slideLayout72.xml><?xml version="1.0" encoding="utf-8"?>
<p:sldLayout xmlns:p="http://schemas.openxmlformats.org/presentationml/2006/main">
  <p:cSld name="Bottom horizontal photo and titl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5563AC-3A0B-4839-A9DC-F00E8E5411A6}"/>
              </a:ext>
            </a:extLst>
          </p:cNvPr>
          <p:cNvSpPr>
            <a:spLocks xmlns:a="http://schemas.openxmlformats.org/drawingml/2006/main" noGrp="1"/>
          </p:cNvSpPr>
          <p:nvPr>
            <p:ph type="title" idx="0"/>
          </p:nvPr>
        </p:nvSpPr>
        <p:spPr>
          <a:xfrm xmlns:a="http://schemas.openxmlformats.org/drawingml/2006/main">
            <a:off x="588263" y="585788"/>
            <a:ext cx="11018520" cy="1114996"/>
          </a:xfrm>
        </p:spPr>
        <p:txBody>
          <a:bodyPr xmlns:a="http://schemas.openxmlformats.org/drawingml/2006/main" anchor="ctr"/>
          <a:lstStyle xmlns:a="http://schemas.openxmlformats.org/drawingml/2006/main">
            <a:lvl1pPr algn="ctr">
              <a:buNone/>
              <a:defRPr/>
            </a:lvl1pPr>
          </a:lstStyle>
          <a:p xmlns:a="http://schemas.openxmlformats.org/drawingml/2006/main">
            <a:r>
              <a:t>Click to edit Master title style</a:t>
            </a:r>
          </a:p>
        </p:txBody>
      </p:sp>
      <p:sp>
        <p:nvSpPr>
          <p:cNvPr id="4" name="Picture Placeholder">
            <a:extLst xmlns:a="http://schemas.openxmlformats.org/drawingml/2006/main">
              <a:ext uri="{FF2B5EF4-FFF2-40B4-BE49-F238E27FC236}">
                <a16:creationId xmlns:a16="http://schemas.microsoft.com/office/drawing/2014/main" id="{FEB5B31F-7AD9-4BC6-8D61-62AD8011666E}"/>
              </a:ext>
            </a:extLst>
          </p:cNvPr>
          <p:cNvSpPr>
            <a:spLocks xmlns:a="http://schemas.openxmlformats.org/drawingml/2006/main" noGrp="1"/>
          </p:cNvSpPr>
          <p:nvPr>
            <p:ph type="pic" idx="11" hasCustomPrompt="1"/>
          </p:nvPr>
        </p:nvSpPr>
        <p:spPr>
          <a:xfrm xmlns:a="http://schemas.openxmlformats.org/drawingml/2006/main">
            <a:off x="-2381" y="2286000"/>
            <a:ext cx="12192000" cy="4572000"/>
          </a:xfrm>
          <a:prstGeom xmlns:a="http://schemas.openxmlformats.org/drawingml/2006/main" prst="rect">
            <a:avLst/>
          </a:prstGeom>
          <a:gradFill xmlns:a="http://schemas.openxmlformats.org/drawingml/2006/main">
            <a:gsLst>
              <a:gs pos="100000">
                <a:schemeClr val="accent3"/>
              </a:gs>
              <a:gs pos="8000">
                <a:schemeClr val="accent1"/>
              </a:gs>
            </a:gsLst>
            <a:lin ang="18900000" scaled="1"/>
          </a:gradFill>
        </p:spPr>
        <p:txBody>
          <a:bodyPr xmlns:a="http://schemas.openxmlformats.org/drawingml/2006/main" vert="horz" wrap="square" lIns="0" tIns="1371600" rIns="0" bIns="0" anchor="t">
            <a:noAutofit/>
          </a:bodyPr>
          <a:lstStyle xmlns:a="http://schemas.openxmlformats.org/drawingml/2006/main">
            <a:lvl1pPr marL="0" indent="0" algn="ctr">
              <a:buNone/>
              <a:defRPr sz="1400" b="1">
                <a:solidFill>
                  <a:schemeClr val="bg1"/>
                </a:solidFill>
              </a:defRPr>
            </a:lvl1pPr>
          </a:lstStyle>
          <a:p xmlns:a="http://schemas.openxmlformats.org/drawingml/2006/main">
            <a:pPr marL="228600" lvl="0" indent="-228600" algn="ctr">
              <a:buNone/>
            </a:pPr>
            <a:r>
              <a:t>Drag &amp; drop your photo here </a:t>
            </a:r>
            <a:br/>
            <a:r>
              <a:t>or click or tap icon below </a:t>
            </a:r>
            <a:br/>
            <a:r>
              <a:t>to insert</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01d4a2f4da4d05" /><Relationship Type="http://schemas.openxmlformats.org/officeDocument/2006/relationships/slideLayout" Target="/ppt/slideLayouts/slideLayout1.xml" Id="Rfaa5994a787d4fbd" /><Relationship Type="http://schemas.openxmlformats.org/officeDocument/2006/relationships/slideLayout" Target="/ppt/slideLayouts/slideLayout2.xml" Id="Re55c59ce81ea48e6" /><Relationship Type="http://schemas.openxmlformats.org/officeDocument/2006/relationships/slideLayout" Target="/ppt/slideLayouts/slideLayout3.xml" Id="Rf45a94ee99114e09" /><Relationship Type="http://schemas.openxmlformats.org/officeDocument/2006/relationships/slideLayout" Target="/ppt/slideLayouts/slideLayout4.xml" Id="R822b6d6c663e4f20" /><Relationship Type="http://schemas.openxmlformats.org/officeDocument/2006/relationships/slideLayout" Target="/ppt/slideLayouts/slideLayout5.xml" Id="R2b7110434b584e33" /><Relationship Type="http://schemas.openxmlformats.org/officeDocument/2006/relationships/slideLayout" Target="/ppt/slideLayouts/slideLayout6.xml" Id="Rb7098fe4638a4baf" /><Relationship Type="http://schemas.openxmlformats.org/officeDocument/2006/relationships/slideLayout" Target="/ppt/slideLayouts/slideLayout7.xml" Id="R0a340ff9194f4109" /><Relationship Type="http://schemas.openxmlformats.org/officeDocument/2006/relationships/slideLayout" Target="/ppt/slideLayouts/slideLayout8.xml" Id="R989487e513a54172" /><Relationship Type="http://schemas.openxmlformats.org/officeDocument/2006/relationships/slideLayout" Target="/ppt/slideLayouts/slideLayout9.xml" Id="Rea720fc9df2140ed" /><Relationship Type="http://schemas.openxmlformats.org/officeDocument/2006/relationships/slideLayout" Target="/ppt/slideLayouts/slideLayout10.xml" Id="R4c7b2117c29a4efa" /><Relationship Type="http://schemas.openxmlformats.org/officeDocument/2006/relationships/slideLayout" Target="/ppt/slideLayouts/slideLayout11.xml" Id="R57ef8914050b4abc" /><Relationship Type="http://schemas.openxmlformats.org/officeDocument/2006/relationships/slideLayout" Target="/ppt/slideLayouts/slideLayout12.xml" Id="R560206e6bc054861" /><Relationship Type="http://schemas.openxmlformats.org/officeDocument/2006/relationships/slideLayout" Target="/ppt/slideLayouts/slideLayout13.xml" Id="Ra6d6a034ba0546d8"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dd27264c4804d93" /><Relationship Type="http://schemas.openxmlformats.org/officeDocument/2006/relationships/slideLayout" Target="/ppt/slideLayouts/slideLayout14.xml" Id="R43cd88ff38e44de2" /><Relationship Type="http://schemas.openxmlformats.org/officeDocument/2006/relationships/slideLayout" Target="/ppt/slideLayouts/slideLayout15.xml" Id="Rd7ff938456784653" /><Relationship Type="http://schemas.openxmlformats.org/officeDocument/2006/relationships/slideLayout" Target="/ppt/slideLayouts/slideLayout16.xml" Id="R7b3223b59f774f10" /><Relationship Type="http://schemas.openxmlformats.org/officeDocument/2006/relationships/slideLayout" Target="/ppt/slideLayouts/slideLayout17.xml" Id="R590b1637419f4c95" /><Relationship Type="http://schemas.openxmlformats.org/officeDocument/2006/relationships/slideLayout" Target="/ppt/slideLayouts/slideLayout18.xml" Id="Rdce2eadbbf534dfd" /><Relationship Type="http://schemas.openxmlformats.org/officeDocument/2006/relationships/slideLayout" Target="/ppt/slideLayouts/slideLayout19.xml" Id="Rff7adac2f2884888" /><Relationship Type="http://schemas.openxmlformats.org/officeDocument/2006/relationships/slideLayout" Target="/ppt/slideLayouts/slideLayout20.xml" Id="R1f1c2a9497954ead" /><Relationship Type="http://schemas.openxmlformats.org/officeDocument/2006/relationships/slideLayout" Target="/ppt/slideLayouts/slideLayout21.xml" Id="Rf84910e1eb664f79" /><Relationship Type="http://schemas.openxmlformats.org/officeDocument/2006/relationships/slideLayout" Target="/ppt/slideLayouts/slideLayout22.xml" Id="Reae37d19f7b144fc" /><Relationship Type="http://schemas.openxmlformats.org/officeDocument/2006/relationships/slideLayout" Target="/ppt/slideLayouts/slideLayout23.xml" Id="R5a9f02e149e24ef7" /><Relationship Type="http://schemas.openxmlformats.org/officeDocument/2006/relationships/slideLayout" Target="/ppt/slideLayouts/slideLayout24.xml" Id="R4407985206fa4d4f"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d78661f40c7a4873" /><Relationship Type="http://schemas.openxmlformats.org/officeDocument/2006/relationships/slideLayout" Target="/ppt/slideLayouts/slideLayout25.xml" Id="R04aef6f293034dab" /><Relationship Type="http://schemas.openxmlformats.org/officeDocument/2006/relationships/slideLayout" Target="/ppt/slideLayouts/slideLayout26.xml" Id="Ra571c02a53ad4eec" /><Relationship Type="http://schemas.openxmlformats.org/officeDocument/2006/relationships/slideLayout" Target="/ppt/slideLayouts/slideLayout27.xml" Id="Rf0f67b792e3745c3" /><Relationship Type="http://schemas.openxmlformats.org/officeDocument/2006/relationships/slideLayout" Target="/ppt/slideLayouts/slideLayout28.xml" Id="Rd3f0315b346b440c" /><Relationship Type="http://schemas.openxmlformats.org/officeDocument/2006/relationships/slideLayout" Target="/ppt/slideLayouts/slideLayout29.xml" Id="R582ad7d07c7f48d7" /><Relationship Type="http://schemas.openxmlformats.org/officeDocument/2006/relationships/slideLayout" Target="/ppt/slideLayouts/slideLayout30.xml" Id="R011fe61d692a410a" /><Relationship Type="http://schemas.openxmlformats.org/officeDocument/2006/relationships/slideLayout" Target="/ppt/slideLayouts/slideLayout31.xml" Id="Rad77259e77b14599" /><Relationship Type="http://schemas.openxmlformats.org/officeDocument/2006/relationships/slideLayout" Target="/ppt/slideLayouts/slideLayout32.xml" Id="R9dfc8861311c45e4" /><Relationship Type="http://schemas.openxmlformats.org/officeDocument/2006/relationships/slideLayout" Target="/ppt/slideLayouts/slideLayout33.xml" Id="R2d5ad95414094a1d" /><Relationship Type="http://schemas.openxmlformats.org/officeDocument/2006/relationships/slideLayout" Target="/ppt/slideLayouts/slideLayout34.xml" Id="R0681bfa2c002402b" /><Relationship Type="http://schemas.openxmlformats.org/officeDocument/2006/relationships/slideLayout" Target="/ppt/slideLayouts/slideLayout35.xml" Id="Rac69b0bcea7f4317"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2b91f2e30b8c476a" /><Relationship Type="http://schemas.openxmlformats.org/officeDocument/2006/relationships/slideLayout" Target="/ppt/slideLayouts/slideLayout36.xml" Id="Re8790599195a4cc6" /><Relationship Type="http://schemas.openxmlformats.org/officeDocument/2006/relationships/slideLayout" Target="/ppt/slideLayouts/slideLayout37.xml" Id="R2cd2ed0b393e415f" /><Relationship Type="http://schemas.openxmlformats.org/officeDocument/2006/relationships/slideLayout" Target="/ppt/slideLayouts/slideLayout38.xml" Id="R660d2c0a62ae4dbc" /><Relationship Type="http://schemas.openxmlformats.org/officeDocument/2006/relationships/slideLayout" Target="/ppt/slideLayouts/slideLayout39.xml" Id="R116e57c576224bac" /><Relationship Type="http://schemas.openxmlformats.org/officeDocument/2006/relationships/slideLayout" Target="/ppt/slideLayouts/slideLayout40.xml" Id="R146c350e88834253" /><Relationship Type="http://schemas.openxmlformats.org/officeDocument/2006/relationships/slideLayout" Target="/ppt/slideLayouts/slideLayout41.xml" Id="R718a075560444f31" /><Relationship Type="http://schemas.openxmlformats.org/officeDocument/2006/relationships/slideLayout" Target="/ppt/slideLayouts/slideLayout42.xml" Id="Rce3674b27c834c56" /><Relationship Type="http://schemas.openxmlformats.org/officeDocument/2006/relationships/slideLayout" Target="/ppt/slideLayouts/slideLayout43.xml" Id="R9651d1ed1d204420" /><Relationship Type="http://schemas.openxmlformats.org/officeDocument/2006/relationships/slideLayout" Target="/ppt/slideLayouts/slideLayout44.xml" Id="R648cda46d54c482b" /><Relationship Type="http://schemas.openxmlformats.org/officeDocument/2006/relationships/slideLayout" Target="/ppt/slideLayouts/slideLayout45.xml" Id="R120142111d34496e" /><Relationship Type="http://schemas.openxmlformats.org/officeDocument/2006/relationships/slideLayout" Target="/ppt/slideLayouts/slideLayout46.xml" Id="R565921e17cdd4ad7" /><Relationship Type="http://schemas.openxmlformats.org/officeDocument/2006/relationships/slideLayout" Target="/ppt/slideLayouts/slideLayout47.xml" Id="R8a265dce2d374d57" /><Relationship Type="http://schemas.openxmlformats.org/officeDocument/2006/relationships/slideLayout" Target="/ppt/slideLayouts/slideLayout48.xml" Id="Rebfb9625e4804e7a" /><Relationship Type="http://schemas.openxmlformats.org/officeDocument/2006/relationships/slideLayout" Target="/ppt/slideLayouts/slideLayout49.xml" Id="R047bb554cb6e4b5b" /><Relationship Type="http://schemas.openxmlformats.org/officeDocument/2006/relationships/slideLayout" Target="/ppt/slideLayouts/slideLayout50.xml" Id="Red3e6a67373c4c22" /><Relationship Type="http://schemas.openxmlformats.org/officeDocument/2006/relationships/slideLayout" Target="/ppt/slideLayouts/slideLayout51.xml" Id="Re59b10a32c2c4777" /><Relationship Type="http://schemas.openxmlformats.org/officeDocument/2006/relationships/slideLayout" Target="/ppt/slideLayouts/slideLayout52.xml" Id="R8c1afb18d2d04d44" /><Relationship Type="http://schemas.openxmlformats.org/officeDocument/2006/relationships/slideLayout" Target="/ppt/slideLayouts/slideLayout53.xml" Id="Rf016d82b50554676" /><Relationship Type="http://schemas.openxmlformats.org/officeDocument/2006/relationships/slideLayout" Target="/ppt/slideLayouts/slideLayout54.xml" Id="R8593f3fe07f14bb0" /><Relationship Type="http://schemas.openxmlformats.org/officeDocument/2006/relationships/slideLayout" Target="/ppt/slideLayouts/slideLayout55.xml" Id="Rc66cd315442c44d9" /><Relationship Type="http://schemas.openxmlformats.org/officeDocument/2006/relationships/slideLayout" Target="/ppt/slideLayouts/slideLayout56.xml" Id="Rfe1be5969157499d" /><Relationship Type="http://schemas.openxmlformats.org/officeDocument/2006/relationships/slideLayout" Target="/ppt/slideLayouts/slideLayout57.xml" Id="Re6948d20f0b94e3a" /><Relationship Type="http://schemas.openxmlformats.org/officeDocument/2006/relationships/slideLayout" Target="/ppt/slideLayouts/slideLayout58.xml" Id="R1a3b6f81a8ba41a5" /><Relationship Type="http://schemas.openxmlformats.org/officeDocument/2006/relationships/slideLayout" Target="/ppt/slideLayouts/slideLayout59.xml" Id="R9bfcadc302e647fe" /><Relationship Type="http://schemas.openxmlformats.org/officeDocument/2006/relationships/slideLayout" Target="/ppt/slideLayouts/slideLayout60.xml" Id="R2d4d054362724482" /><Relationship Type="http://schemas.openxmlformats.org/officeDocument/2006/relationships/slideLayout" Target="/ppt/slideLayouts/slideLayout61.xml" Id="Rdbca4e940a0f4086" /><Relationship Type="http://schemas.openxmlformats.org/officeDocument/2006/relationships/slideLayout" Target="/ppt/slideLayouts/slideLayout62.xml" Id="Rd97745a2e24340d8" /><Relationship Type="http://schemas.openxmlformats.org/officeDocument/2006/relationships/slideLayout" Target="/ppt/slideLayouts/slideLayout63.xml" Id="Rd0f8943bc9a146cd" /><Relationship Type="http://schemas.openxmlformats.org/officeDocument/2006/relationships/slideLayout" Target="/ppt/slideLayouts/slideLayout64.xml" Id="Rc2b4dcdfe12948d9" /><Relationship Type="http://schemas.openxmlformats.org/officeDocument/2006/relationships/slideLayout" Target="/ppt/slideLayouts/slideLayout65.xml" Id="R60cdb08a28784a7c" /><Relationship Type="http://schemas.openxmlformats.org/officeDocument/2006/relationships/slideLayout" Target="/ppt/slideLayouts/slideLayout66.xml" Id="R5721cd5a5d424a94" /><Relationship Type="http://schemas.openxmlformats.org/officeDocument/2006/relationships/slideLayout" Target="/ppt/slideLayouts/slideLayout67.xml" Id="R646d597312b64fa2" /><Relationship Type="http://schemas.openxmlformats.org/officeDocument/2006/relationships/slideLayout" Target="/ppt/slideLayouts/slideLayout68.xml" Id="Rebb3632340964db6" /><Relationship Type="http://schemas.openxmlformats.org/officeDocument/2006/relationships/slideLayout" Target="/ppt/slideLayouts/slideLayout69.xml" Id="R8d7e629a4a634236" /><Relationship Type="http://schemas.openxmlformats.org/officeDocument/2006/relationships/slideLayout" Target="/ppt/slideLayouts/slideLayout70.xml" Id="R26b5f3b9fb8c4641" /><Relationship Type="http://schemas.openxmlformats.org/officeDocument/2006/relationships/slideLayout" Target="/ppt/slideLayouts/slideLayout71.xml" Id="R01977b2bcac14931" /><Relationship Type="http://schemas.openxmlformats.org/officeDocument/2006/relationships/slideLayout" Target="/ppt/slideLayouts/slideLayout72.xml" Id="Rca45c910255a4bb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50CDE36-A324-77A2-5C7D-CDF0BF1C9FD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4F553F3-FC0E-4D9A-7A26-654C342E0896}"/>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8AC06C4-184E-F04B-F82C-AEAFB8C2DE0E}"/>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43ECB4B0-03FC-E792-EB7A-EF3916112B43}"/>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C49CCF2-D679-DC70-E137-993A55BD02E8}"/>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32D853A1-1D35-41DF-8D85-5E625591274D}"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a5994a787d4fbd"/>
    <p:sldLayoutId xmlns:r="http://schemas.openxmlformats.org/officeDocument/2006/relationships" id="2147483650" r:id="Re55c59ce81ea48e6"/>
    <p:sldLayoutId xmlns:r="http://schemas.openxmlformats.org/officeDocument/2006/relationships" id="2147483651" r:id="Rf45a94ee99114e09"/>
    <p:sldLayoutId xmlns:r="http://schemas.openxmlformats.org/officeDocument/2006/relationships" id="2147483652" r:id="R822b6d6c663e4f20"/>
    <p:sldLayoutId xmlns:r="http://schemas.openxmlformats.org/officeDocument/2006/relationships" id="2147483653" r:id="R2b7110434b584e33"/>
    <p:sldLayoutId xmlns:r="http://schemas.openxmlformats.org/officeDocument/2006/relationships" id="2147483654" r:id="Rb7098fe4638a4baf"/>
    <p:sldLayoutId xmlns:r="http://schemas.openxmlformats.org/officeDocument/2006/relationships" id="2147483655" r:id="R0a340ff9194f4109"/>
    <p:sldLayoutId xmlns:r="http://schemas.openxmlformats.org/officeDocument/2006/relationships" id="2147483656" r:id="R989487e513a54172"/>
    <p:sldLayoutId xmlns:r="http://schemas.openxmlformats.org/officeDocument/2006/relationships" id="2147483657" r:id="Rea720fc9df2140ed"/>
    <p:sldLayoutId xmlns:r="http://schemas.openxmlformats.org/officeDocument/2006/relationships" id="2147483658" r:id="R4c7b2117c29a4efa"/>
    <p:sldLayoutId xmlns:r="http://schemas.openxmlformats.org/officeDocument/2006/relationships" id="2147483659" r:id="R57ef8914050b4abc"/>
    <p:sldLayoutId xmlns:r="http://schemas.openxmlformats.org/officeDocument/2006/relationships" id="2147483660" r:id="R560206e6bc054861"/>
    <p:sldLayoutId xmlns:r="http://schemas.openxmlformats.org/officeDocument/2006/relationships" id="2147483661" r:id="Ra6d6a034ba0546d8"/>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D4B7E26-C6C4-4655-AD89-6BD88D0A4CD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56CE55-2370-437B-A1EB-154C409DF72E}"/>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3D1A7CB-89F9-4CE8-9AEE-0821BF5D5B2C}"/>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629762B4-848C-8BAD-9CA6-ACF52606C7EB}" type="datetimeFigureOut">
              <a:t>28/09/2026</a:t>
            </a:fld>
            <a:endParaRPr/>
          </a:p>
        </p:txBody>
      </p:sp>
      <p:sp>
        <p:nvSpPr>
          <p:cNvPr id="5" name="Footer Placeholder 4">
            <a:extLst xmlns:a="http://schemas.openxmlformats.org/drawingml/2006/main">
              <a:ext uri="{FF2B5EF4-FFF2-40B4-BE49-F238E27FC236}">
                <a16:creationId xmlns:a16="http://schemas.microsoft.com/office/drawing/2014/main" id="{E4520B14-3335-4DD7-BBEA-703D1F618DA8}"/>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A27B3B3-9081-4594-83A5-935793171731}"/>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81182C9F-6336-4608-A172-4C37B3D2272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3" r:id="R43cd88ff38e44de2"/>
    <p:sldLayoutId xmlns:r="http://schemas.openxmlformats.org/officeDocument/2006/relationships" id="2147483664" r:id="Rd7ff938456784653"/>
    <p:sldLayoutId xmlns:r="http://schemas.openxmlformats.org/officeDocument/2006/relationships" id="2147483665" r:id="R7b3223b59f774f10"/>
    <p:sldLayoutId xmlns:r="http://schemas.openxmlformats.org/officeDocument/2006/relationships" id="2147483666" r:id="R590b1637419f4c95"/>
    <p:sldLayoutId xmlns:r="http://schemas.openxmlformats.org/officeDocument/2006/relationships" id="2147483667" r:id="Rdce2eadbbf534dfd"/>
    <p:sldLayoutId xmlns:r="http://schemas.openxmlformats.org/officeDocument/2006/relationships" id="2147483668" r:id="Rff7adac2f2884888"/>
    <p:sldLayoutId xmlns:r="http://schemas.openxmlformats.org/officeDocument/2006/relationships" id="2147483669" r:id="R1f1c2a9497954ead"/>
    <p:sldLayoutId xmlns:r="http://schemas.openxmlformats.org/officeDocument/2006/relationships" id="2147483670" r:id="Rf84910e1eb664f79"/>
    <p:sldLayoutId xmlns:r="http://schemas.openxmlformats.org/officeDocument/2006/relationships" id="2147483671" r:id="Reae37d19f7b144fc"/>
    <p:sldLayoutId xmlns:r="http://schemas.openxmlformats.org/officeDocument/2006/relationships" id="2147483672" r:id="R5a9f02e149e24ef7"/>
    <p:sldLayoutId xmlns:r="http://schemas.openxmlformats.org/officeDocument/2006/relationships" id="2147483673" r:id="R4407985206fa4d4f"/>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B60AF78-C219-4E65-88AE-FEAFBEC232D4}"/>
              </a:ext>
            </a:extLst>
          </p:cNvPr>
          <p:cNvSpPr>
            <a:spLocks xmlns:a="http://schemas.openxmlformats.org/drawingml/2006/main" noGrp="1"/>
          </p:cNvSpPr>
          <p:nvPr>
            <p:ph type="title" idx="0"/>
          </p:nvPr>
        </p:nvSpPr>
        <p:spPr>
          <a:xfrm xmlns:a="http://schemas.openxmlformats.org/drawingml/2006/main">
            <a:off x="838200" y="1823153"/>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96661F2-4782-4B8B-A21B-495F54E578F9}"/>
              </a:ext>
            </a:extLst>
          </p:cNvPr>
          <p:cNvSpPr>
            <a:spLocks xmlns:a="http://schemas.openxmlformats.org/drawingml/2006/main" noGrp="1"/>
          </p:cNvSpPr>
          <p:nvPr>
            <p:ph type="body" idx="1"/>
          </p:nvPr>
        </p:nvSpPr>
        <p:spPr>
          <a:xfrm xmlns:a="http://schemas.openxmlformats.org/drawingml/2006/main">
            <a:off x="838200" y="3148716"/>
            <a:ext cx="10515600" cy="302824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p:txBody>
      </p:sp>
      <p:sp>
        <p:nvSpPr>
          <p:cNvPr id="5" name="Footer Placeholder 4">
            <a:extLst xmlns:a="http://schemas.openxmlformats.org/drawingml/2006/main">
              <a:ext uri="{FF2B5EF4-FFF2-40B4-BE49-F238E27FC236}">
                <a16:creationId xmlns:a16="http://schemas.microsoft.com/office/drawing/2014/main" id="{2EBC1AB3-F71D-4979-A659-D6BB91031BFE}"/>
              </a:ext>
            </a:extLst>
          </p:cNvPr>
          <p:cNvSpPr>
            <a:spLocks xmlns:a="http://schemas.openxmlformats.org/drawingml/2006/main" noGrp="1"/>
          </p:cNvSpPr>
          <p:nvPr>
            <p:ph type="ftr" idx="3"/>
          </p:nvPr>
        </p:nvSpPr>
        <p:spPr>
          <a:xfrm xmlns:a="http://schemas.openxmlformats.org/drawingml/2006/main">
            <a:off x="521002" y="298197"/>
            <a:ext cx="6932021" cy="32782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067">
                <a:solidFill>
                  <a:schemeClr val="accent3"/>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C4BAC2F-4741-42EC-96D8-85D9EE765DED}"/>
              </a:ext>
            </a:extLst>
          </p:cNvPr>
          <p:cNvSpPr>
            <a:spLocks xmlns:a="http://schemas.openxmlformats.org/drawingml/2006/main" noGrp="1"/>
          </p:cNvSpPr>
          <p:nvPr>
            <p:ph type="sldNum" idx="4"/>
          </p:nvPr>
        </p:nvSpPr>
        <p:spPr>
          <a:xfrm xmlns:a="http://schemas.openxmlformats.org/drawingml/2006/main">
            <a:off x="10724645" y="298197"/>
            <a:ext cx="629156" cy="32782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67" b="1">
                <a:solidFill>
                  <a:schemeClr val="tx1">
                    <a:tint val="75000"/>
                  </a:schemeClr>
                </a:solidFill>
              </a:defRPr>
            </a:lvl1pPr>
          </a:lstStyle>
          <a:p xmlns:a="http://schemas.openxmlformats.org/drawingml/2006/main">
            <a:fld id="{E32CA18A-09E8-B346-9D1F-8EB2C340C7E4}"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75" r:id="R04aef6f293034dab"/>
    <p:sldLayoutId xmlns:r="http://schemas.openxmlformats.org/officeDocument/2006/relationships" id="2147483676" r:id="Ra571c02a53ad4eec"/>
    <p:sldLayoutId xmlns:r="http://schemas.openxmlformats.org/officeDocument/2006/relationships" id="2147483677" r:id="Rf0f67b792e3745c3"/>
    <p:sldLayoutId xmlns:r="http://schemas.openxmlformats.org/officeDocument/2006/relationships" id="2147483678" r:id="Rd3f0315b346b440c"/>
    <p:sldLayoutId xmlns:r="http://schemas.openxmlformats.org/officeDocument/2006/relationships" id="2147483679" r:id="R582ad7d07c7f48d7"/>
    <p:sldLayoutId xmlns:r="http://schemas.openxmlformats.org/officeDocument/2006/relationships" id="2147483680" r:id="R011fe61d692a410a"/>
    <p:sldLayoutId xmlns:r="http://schemas.openxmlformats.org/officeDocument/2006/relationships" id="2147483681" r:id="Rad77259e77b14599"/>
    <p:sldLayoutId xmlns:r="http://schemas.openxmlformats.org/officeDocument/2006/relationships" id="2147483682" r:id="R9dfc8861311c45e4"/>
    <p:sldLayoutId xmlns:r="http://schemas.openxmlformats.org/officeDocument/2006/relationships" id="2147483683" r:id="R2d5ad95414094a1d"/>
    <p:sldLayoutId xmlns:r="http://schemas.openxmlformats.org/officeDocument/2006/relationships" id="2147483684" r:id="R0681bfa2c002402b"/>
    <p:sldLayoutId xmlns:r="http://schemas.openxmlformats.org/officeDocument/2006/relationships" id="2147483685" r:id="Rac69b0bcea7f4317"/>
  </p:sldLayoutIdLst>
  <p:hf sldNum="0" hdr="0" ftr="0" dt="0"/>
  <p:txStyles>
    <p:titleStyle>
      <a:lvl1pPr xmlns:a="http://schemas.openxmlformats.org/drawingml/2006/main" algn="l" defTabSz="914377">
        <a:lnSpc>
          <a:spcPct val="90000"/>
        </a:lnSpc>
        <a:spcBef>
          <a:spcPct val="0"/>
        </a:spcBef>
        <a:buNone/>
        <a:defRPr sz="4000" kern="1200">
          <a:solidFill>
            <a:schemeClr val="tx1"/>
          </a:solidFill>
          <a:latin typeface="+mj-lt"/>
          <a:ea typeface="+mj-lt"/>
          <a:cs typeface="+mj-lt"/>
        </a:defRPr>
      </a:lvl1pPr>
    </p:titleStyle>
    <p:bodyStyle>
      <a:lvl1pPr xmlns:a="http://schemas.openxmlformats.org/drawingml/2006/main" marL="0" indent="0" algn="l" defTabSz="914377">
        <a:lnSpc>
          <a:spcPct val="90000"/>
        </a:lnSpc>
        <a:spcBef>
          <a:spcPts val="1000"/>
        </a:spcBef>
        <a:buFont typeface="Arial"/>
        <a:buNone/>
        <a:defRPr sz="2400" kern="1200">
          <a:solidFill>
            <a:schemeClr val="tx1"/>
          </a:solidFill>
          <a:latin typeface="+mn-lt"/>
          <a:ea typeface="+mn-lt"/>
          <a:cs typeface="+mn-lt"/>
        </a:defRPr>
      </a:lvl1pPr>
      <a:lvl2pPr xmlns:a="http://schemas.openxmlformats.org/drawingml/2006/main" marL="457189" indent="0" algn="l" defTabSz="914377">
        <a:lnSpc>
          <a:spcPct val="90000"/>
        </a:lnSpc>
        <a:spcBef>
          <a:spcPts val="500"/>
        </a:spcBef>
        <a:buFont typeface="Arial"/>
        <a:buNone/>
        <a:defRPr sz="2400" kern="1200">
          <a:solidFill>
            <a:schemeClr val="tx1"/>
          </a:solidFill>
          <a:latin typeface="+mn-lt"/>
          <a:ea typeface="+mn-lt"/>
          <a:cs typeface="+mn-lt"/>
        </a:defRPr>
      </a:lvl2pPr>
      <a:lvl3pPr xmlns:a="http://schemas.openxmlformats.org/drawingml/2006/main" marL="914377" indent="0" algn="l" defTabSz="914377">
        <a:lnSpc>
          <a:spcPct val="90000"/>
        </a:lnSpc>
        <a:spcBef>
          <a:spcPts val="500"/>
        </a:spcBef>
        <a:buFont typeface="Arial"/>
        <a:buNone/>
        <a:defRPr sz="2400" kern="1200">
          <a:solidFill>
            <a:schemeClr val="tx1"/>
          </a:solidFill>
          <a:latin typeface="+mn-lt"/>
          <a:ea typeface="+mn-lt"/>
          <a:cs typeface="+mn-lt"/>
        </a:defRPr>
      </a:lvl3pPr>
      <a:lvl4pPr xmlns:a="http://schemas.openxmlformats.org/drawingml/2006/main" marL="1371566" indent="0" algn="l" defTabSz="914377">
        <a:lnSpc>
          <a:spcPct val="90000"/>
        </a:lnSpc>
        <a:spcBef>
          <a:spcPts val="500"/>
        </a:spcBef>
        <a:buFont typeface="Arial"/>
        <a:buNone/>
        <a:defRPr sz="2400" kern="1200">
          <a:solidFill>
            <a:schemeClr val="tx1"/>
          </a:solidFill>
          <a:latin typeface="+mn-lt"/>
          <a:ea typeface="+mn-lt"/>
          <a:cs typeface="+mn-lt"/>
        </a:defRPr>
      </a:lvl4pPr>
      <a:lvl5pPr xmlns:a="http://schemas.openxmlformats.org/drawingml/2006/main" marL="1828754" indent="0" algn="l" defTabSz="914377">
        <a:lnSpc>
          <a:spcPct val="90000"/>
        </a:lnSpc>
        <a:spcBef>
          <a:spcPts val="500"/>
        </a:spcBef>
        <a:buFont typeface="Arial"/>
        <a:buNone/>
        <a:defRPr sz="2400" kern="1200">
          <a:solidFill>
            <a:schemeClr val="tx1"/>
          </a:solidFill>
          <a:latin typeface="+mn-lt"/>
          <a:ea typeface="+mn-lt"/>
          <a:cs typeface="+mn-lt"/>
        </a:defRPr>
      </a:lvl5pPr>
      <a:lvl6pPr xmlns:a="http://schemas.openxmlformats.org/drawingml/2006/main"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103" indent="-228594" algn="l" defTabSz="914377">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377">
        <a:buNone/>
        <a:defRPr sz="1800" kern="1200">
          <a:solidFill>
            <a:schemeClr val="tx1"/>
          </a:solidFill>
          <a:latin typeface="+mn-lt"/>
          <a:ea typeface="+mn-lt"/>
          <a:cs typeface="+mn-lt"/>
        </a:defRPr>
      </a:lvl1pPr>
      <a:lvl2pPr xmlns:a="http://schemas.openxmlformats.org/drawingml/2006/main" marL="457189" algn="l" defTabSz="914377">
        <a:buNone/>
        <a:defRPr sz="1800" kern="1200">
          <a:solidFill>
            <a:schemeClr val="tx1"/>
          </a:solidFill>
          <a:latin typeface="+mn-lt"/>
          <a:ea typeface="+mn-lt"/>
          <a:cs typeface="+mn-lt"/>
        </a:defRPr>
      </a:lvl2pPr>
      <a:lvl3pPr xmlns:a="http://schemas.openxmlformats.org/drawingml/2006/main" marL="914377" algn="l" defTabSz="914377">
        <a:buNone/>
        <a:defRPr sz="1800" kern="1200">
          <a:solidFill>
            <a:schemeClr val="tx1"/>
          </a:solidFill>
          <a:latin typeface="+mn-lt"/>
          <a:ea typeface="+mn-lt"/>
          <a:cs typeface="+mn-lt"/>
        </a:defRPr>
      </a:lvl3pPr>
      <a:lvl4pPr xmlns:a="http://schemas.openxmlformats.org/drawingml/2006/main" marL="1371566" algn="l" defTabSz="914377">
        <a:buNone/>
        <a:defRPr sz="1800" kern="1200">
          <a:solidFill>
            <a:schemeClr val="tx1"/>
          </a:solidFill>
          <a:latin typeface="+mn-lt"/>
          <a:ea typeface="+mn-lt"/>
          <a:cs typeface="+mn-lt"/>
        </a:defRPr>
      </a:lvl4pPr>
      <a:lvl5pPr xmlns:a="http://schemas.openxmlformats.org/drawingml/2006/main" marL="1828754" algn="l" defTabSz="914377">
        <a:buNone/>
        <a:defRPr sz="1800" kern="1200">
          <a:solidFill>
            <a:schemeClr val="tx1"/>
          </a:solidFill>
          <a:latin typeface="+mn-lt"/>
          <a:ea typeface="+mn-lt"/>
          <a:cs typeface="+mn-lt"/>
        </a:defRPr>
      </a:lvl5pPr>
      <a:lvl6pPr xmlns:a="http://schemas.openxmlformats.org/drawingml/2006/main" marL="2285943" algn="l" defTabSz="914377">
        <a:buNone/>
        <a:defRPr sz="1800" kern="1200">
          <a:solidFill>
            <a:schemeClr val="tx1"/>
          </a:solidFill>
          <a:latin typeface="+mn-lt"/>
          <a:ea typeface="+mn-lt"/>
          <a:cs typeface="+mn-lt"/>
        </a:defRPr>
      </a:lvl6pPr>
      <a:lvl7pPr xmlns:a="http://schemas.openxmlformats.org/drawingml/2006/main" marL="2743131" algn="l" defTabSz="914377">
        <a:buNone/>
        <a:defRPr sz="1800" kern="1200">
          <a:solidFill>
            <a:schemeClr val="tx1"/>
          </a:solidFill>
          <a:latin typeface="+mn-lt"/>
          <a:ea typeface="+mn-lt"/>
          <a:cs typeface="+mn-lt"/>
        </a:defRPr>
      </a:lvl7pPr>
      <a:lvl8pPr xmlns:a="http://schemas.openxmlformats.org/drawingml/2006/main" marL="3200320" algn="l" defTabSz="914377">
        <a:buNone/>
        <a:defRPr sz="1800" kern="1200">
          <a:solidFill>
            <a:schemeClr val="tx1"/>
          </a:solidFill>
          <a:latin typeface="+mn-lt"/>
          <a:ea typeface="+mn-lt"/>
          <a:cs typeface="+mn-lt"/>
        </a:defRPr>
      </a:lvl8pPr>
      <a:lvl9pPr xmlns:a="http://schemas.openxmlformats.org/drawingml/2006/main" marL="3657509" algn="l" defTabSz="914377">
        <a:buNone/>
        <a:defRPr sz="1800" kern="1200">
          <a:solidFill>
            <a:schemeClr val="tx1"/>
          </a:solidFill>
          <a:latin typeface="+mn-lt"/>
          <a:ea typeface="+mn-lt"/>
          <a:cs typeface="+mn-lt"/>
        </a:defRPr>
      </a:lvl9pPr>
    </p:otherStyle>
  </p:txStyles>
</p:sldMaster>
</file>

<file path=ppt/slideMasters/slideMaster4.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B4F8958-ADD3-4724-917B-983E310C6939}"/>
              </a:ext>
            </a:extLst>
          </p:cNvPr>
          <p:cNvSpPr>
            <a:spLocks xmlns:a="http://schemas.openxmlformats.org/drawingml/2006/main" noGrp="1"/>
          </p:cNvSpPr>
          <p:nvPr>
            <p:ph type="title" idx="0"/>
          </p:nvPr>
        </p:nvSpPr>
        <p:spPr>
          <a:xfrm xmlns:a="http://schemas.openxmlformats.org/drawingml/2006/main">
            <a:off x="588263" y="457200"/>
            <a:ext cx="11018520" cy="553998"/>
          </a:xfrm>
          <a:prstGeom xmlns:a="http://schemas.openxmlformats.org/drawingml/2006/main" prst="rect">
            <a:avLst/>
          </a:prstGeom>
        </p:spPr>
        <p:txBody>
          <a:bodyPr xmlns:a="http://schemas.openxmlformats.org/drawingml/2006/main" vert="horz" wrap="square" lIns="0" tIns="0" rIns="0" bIns="0" anchor="t">
            <a:spAutoFit/>
          </a:bodyPr>
          <a:lstStyle xmlns:a="http://schemas.openxmlformats.org/drawingml/2006/main"/>
          <a:p xmlns:a="http://schemas.openxmlformats.org/drawingml/2006/main">
            <a:r>
              <a:t>Click to edit Master title style</a:t>
            </a:r>
          </a:p>
        </p:txBody>
      </p:sp>
      <p:sp>
        <p:nvSpPr>
          <p:cNvPr id="7" name="Straight Connector 6">
            <a:extLst xmlns:a="http://schemas.openxmlformats.org/drawingml/2006/main">
              <a:ext uri="{FF2B5EF4-FFF2-40B4-BE49-F238E27FC236}">
                <a16:creationId xmlns:a16="http://schemas.microsoft.com/office/drawing/2014/main" id="{A858F02C-829C-4F47-AD10-6CFEA64AE468}"/>
              </a:ext>
            </a:extLst>
          </p:cNvPr>
          <p:cNvSpPr>
            <a:spLocks xmlns:a="http://schemas.openxmlformats.org/drawingml/2006/main" noGrp="1"/>
          </p:cNvSpPr>
          <p:nvPr/>
        </p:nvSpPr>
        <p:spPr>
          <a:xfrm xmlns:a="http://schemas.openxmlformats.org/drawingml/2006/main" rot="0" flipH="0" flipV="0">
            <a:off x="0" y="0"/>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Straight Connector 8">
            <a:extLst xmlns:a="http://schemas.openxmlformats.org/drawingml/2006/main">
              <a:ext uri="{FF2B5EF4-FFF2-40B4-BE49-F238E27FC236}">
                <a16:creationId xmlns:a16="http://schemas.microsoft.com/office/drawing/2014/main" id="{D6C98B25-A2C0-4836-B565-1CAA545BBE1C}"/>
              </a:ext>
            </a:extLst>
          </p:cNvPr>
          <p:cNvSpPr>
            <a:spLocks xmlns:a="http://schemas.openxmlformats.org/drawingml/2006/main" noGrp="1"/>
          </p:cNvSpPr>
          <p:nvPr/>
        </p:nvSpPr>
        <p:spPr>
          <a:xfrm xmlns:a="http://schemas.openxmlformats.org/drawingml/2006/main" rot="0" flipH="0" flipV="0">
            <a:off x="0" y="292608"/>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Straight Connector 9">
            <a:extLst xmlns:a="http://schemas.openxmlformats.org/drawingml/2006/main">
              <a:ext uri="{FF2B5EF4-FFF2-40B4-BE49-F238E27FC236}">
                <a16:creationId xmlns:a16="http://schemas.microsoft.com/office/drawing/2014/main" id="{AD2DAEC3-368C-43CE-8E9A-D2944452C56D}"/>
              </a:ext>
            </a:extLst>
          </p:cNvPr>
          <p:cNvSpPr>
            <a:spLocks xmlns:a="http://schemas.openxmlformats.org/drawingml/2006/main" noGrp="1"/>
          </p:cNvSpPr>
          <p:nvPr/>
        </p:nvSpPr>
        <p:spPr>
          <a:xfrm xmlns:a="http://schemas.openxmlformats.org/drawingml/2006/main" rot="0" flipH="0" flipV="0">
            <a:off x="0" y="585216"/>
            <a:ext cx="12188952" cy="0"/>
          </a:xfrm>
          <a:prstGeom xmlns:a="http://schemas.openxmlformats.org/drawingml/2006/main" prst="line">
            <a:avLst/>
          </a:prstGeom>
          <a:ln xmlns:a="http://schemas.openxmlformats.org/drawingml/2006/main" w="3175">
            <a:solidFill>
              <a:srgbClr val="DF45D4"/>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traight Connector 10">
            <a:extLst xmlns:a="http://schemas.openxmlformats.org/drawingml/2006/main">
              <a:ext uri="{FF2B5EF4-FFF2-40B4-BE49-F238E27FC236}">
                <a16:creationId xmlns:a16="http://schemas.microsoft.com/office/drawing/2014/main" id="{4EB2C91B-F505-4331-B842-E5324B56C4DD}"/>
              </a:ext>
            </a:extLst>
          </p:cNvPr>
          <p:cNvSpPr>
            <a:spLocks xmlns:a="http://schemas.openxmlformats.org/drawingml/2006/main" noGrp="1"/>
          </p:cNvSpPr>
          <p:nvPr/>
        </p:nvSpPr>
        <p:spPr>
          <a:xfrm xmlns:a="http://schemas.openxmlformats.org/drawingml/2006/main" rot="0" flipH="0" flipV="0">
            <a:off x="0" y="6272784"/>
            <a:ext cx="12188952" cy="0"/>
          </a:xfrm>
          <a:prstGeom xmlns:a="http://schemas.openxmlformats.org/drawingml/2006/main" prst="line">
            <a:avLst/>
          </a:prstGeom>
          <a:ln xmlns:a="http://schemas.openxmlformats.org/drawingml/2006/main" w="3175">
            <a:solidFill>
              <a:srgbClr val="DF45D4"/>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Straight Connector 11">
            <a:extLst xmlns:a="http://schemas.openxmlformats.org/drawingml/2006/main">
              <a:ext uri="{FF2B5EF4-FFF2-40B4-BE49-F238E27FC236}">
                <a16:creationId xmlns:a16="http://schemas.microsoft.com/office/drawing/2014/main" id="{3132F16D-0CB3-4E60-BC1D-C654395664B9}"/>
              </a:ext>
            </a:extLst>
          </p:cNvPr>
          <p:cNvSpPr>
            <a:spLocks xmlns:a="http://schemas.openxmlformats.org/drawingml/2006/main" noGrp="1"/>
          </p:cNvSpPr>
          <p:nvPr/>
        </p:nvSpPr>
        <p:spPr>
          <a:xfrm xmlns:a="http://schemas.openxmlformats.org/drawingml/2006/main" rot="0" flipH="0" flipV="0">
            <a:off x="0" y="6565392"/>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Straight Connector 12">
            <a:extLst xmlns:a="http://schemas.openxmlformats.org/drawingml/2006/main">
              <a:ext uri="{FF2B5EF4-FFF2-40B4-BE49-F238E27FC236}">
                <a16:creationId xmlns:a16="http://schemas.microsoft.com/office/drawing/2014/main" id="{6F86BE60-6816-461E-8603-CC4C3B4D0CBE}"/>
              </a:ext>
            </a:extLst>
          </p:cNvPr>
          <p:cNvSpPr>
            <a:spLocks xmlns:a="http://schemas.openxmlformats.org/drawingml/2006/main" noGrp="1"/>
          </p:cNvSpPr>
          <p:nvPr/>
        </p:nvSpPr>
        <p:spPr>
          <a:xfrm xmlns:a="http://schemas.openxmlformats.org/drawingml/2006/main" rot="0" flipH="0" flipV="0">
            <a:off x="0" y="6858000"/>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Straight Connector 13">
            <a:extLst xmlns:a="http://schemas.openxmlformats.org/drawingml/2006/main">
              <a:ext uri="{FF2B5EF4-FFF2-40B4-BE49-F238E27FC236}">
                <a16:creationId xmlns:a16="http://schemas.microsoft.com/office/drawing/2014/main" id="{F2037D5A-A4D7-4E1C-A6E5-C4D70D94208E}"/>
              </a:ext>
            </a:extLst>
          </p:cNvPr>
          <p:cNvSpPr>
            <a:spLocks xmlns:a="http://schemas.openxmlformats.org/drawingml/2006/main" noGrp="1"/>
          </p:cNvSpPr>
          <p:nvPr/>
        </p:nvSpPr>
        <p:spPr>
          <a:xfrm xmlns:a="http://schemas.openxmlformats.org/drawingml/2006/main" rot="0" flipH="0" flipV="0">
            <a:off x="0" y="877824"/>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Straight Connector 14">
            <a:extLst xmlns:a="http://schemas.openxmlformats.org/drawingml/2006/main">
              <a:ext uri="{FF2B5EF4-FFF2-40B4-BE49-F238E27FC236}">
                <a16:creationId xmlns:a16="http://schemas.microsoft.com/office/drawing/2014/main" id="{D905FDC2-9DE2-4810-BD56-8361E1B06283}"/>
              </a:ext>
            </a:extLst>
          </p:cNvPr>
          <p:cNvSpPr>
            <a:spLocks xmlns:a="http://schemas.openxmlformats.org/drawingml/2006/main" noGrp="1"/>
          </p:cNvSpPr>
          <p:nvPr/>
        </p:nvSpPr>
        <p:spPr>
          <a:xfrm xmlns:a="http://schemas.openxmlformats.org/drawingml/2006/main" rot="0" flipH="0" flipV="0">
            <a:off x="0" y="1170432"/>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6" name="Straight Connector 15">
            <a:extLst xmlns:a="http://schemas.openxmlformats.org/drawingml/2006/main">
              <a:ext uri="{FF2B5EF4-FFF2-40B4-BE49-F238E27FC236}">
                <a16:creationId xmlns:a16="http://schemas.microsoft.com/office/drawing/2014/main" id="{4DC8E9CF-6D9E-48B9-850F-4D28DF2FA604}"/>
              </a:ext>
            </a:extLst>
          </p:cNvPr>
          <p:cNvSpPr>
            <a:spLocks xmlns:a="http://schemas.openxmlformats.org/drawingml/2006/main" noGrp="1"/>
          </p:cNvSpPr>
          <p:nvPr/>
        </p:nvSpPr>
        <p:spPr>
          <a:xfrm xmlns:a="http://schemas.openxmlformats.org/drawingml/2006/main" rot="0" flipH="0" flipV="0">
            <a:off x="0" y="1463040"/>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Straight Connector 16">
            <a:extLst xmlns:a="http://schemas.openxmlformats.org/drawingml/2006/main">
              <a:ext uri="{FF2B5EF4-FFF2-40B4-BE49-F238E27FC236}">
                <a16:creationId xmlns:a16="http://schemas.microsoft.com/office/drawing/2014/main" id="{F9432EBD-057D-4513-9449-22115691B23F}"/>
              </a:ext>
            </a:extLst>
          </p:cNvPr>
          <p:cNvSpPr>
            <a:spLocks xmlns:a="http://schemas.openxmlformats.org/drawingml/2006/main" noGrp="1"/>
          </p:cNvSpPr>
          <p:nvPr/>
        </p:nvSpPr>
        <p:spPr>
          <a:xfrm xmlns:a="http://schemas.openxmlformats.org/drawingml/2006/main" rot="0" flipH="0" flipV="0">
            <a:off x="0"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C105629F-B071-4181-ADD7-5B261BD01B97}"/>
              </a:ext>
            </a:extLst>
          </p:cNvPr>
          <p:cNvSpPr>
            <a:spLocks xmlns:a="http://schemas.openxmlformats.org/drawingml/2006/main" noGrp="1"/>
          </p:cNvSpPr>
          <p:nvPr/>
        </p:nvSpPr>
        <p:spPr>
          <a:xfrm xmlns:a="http://schemas.openxmlformats.org/drawingml/2006/main" rot="0" flipH="0" flipV="0">
            <a:off x="585216" y="0"/>
            <a:ext cx="0" cy="6858000"/>
          </a:xfrm>
          <a:prstGeom xmlns:a="http://schemas.openxmlformats.org/drawingml/2006/main" prst="line">
            <a:avLst/>
          </a:prstGeom>
          <a:ln xmlns:a="http://schemas.openxmlformats.org/drawingml/2006/main" w="3175">
            <a:solidFill>
              <a:srgbClr val="DF45D4"/>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Straight Connector 18">
            <a:extLst xmlns:a="http://schemas.openxmlformats.org/drawingml/2006/main">
              <a:ext uri="{FF2B5EF4-FFF2-40B4-BE49-F238E27FC236}">
                <a16:creationId xmlns:a16="http://schemas.microsoft.com/office/drawing/2014/main" id="{B1A1432B-B34D-475F-A451-63AB27B62998}"/>
              </a:ext>
            </a:extLst>
          </p:cNvPr>
          <p:cNvSpPr>
            <a:spLocks xmlns:a="http://schemas.openxmlformats.org/drawingml/2006/main" noGrp="1"/>
          </p:cNvSpPr>
          <p:nvPr/>
        </p:nvSpPr>
        <p:spPr>
          <a:xfrm xmlns:a="http://schemas.openxmlformats.org/drawingml/2006/main" rot="0" flipH="0" flipV="0">
            <a:off x="292608"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Straight Connector 19">
            <a:extLst xmlns:a="http://schemas.openxmlformats.org/drawingml/2006/main">
              <a:ext uri="{FF2B5EF4-FFF2-40B4-BE49-F238E27FC236}">
                <a16:creationId xmlns:a16="http://schemas.microsoft.com/office/drawing/2014/main" id="{84E0C297-B566-467C-B0A3-6F0A86127E90}"/>
              </a:ext>
            </a:extLst>
          </p:cNvPr>
          <p:cNvSpPr>
            <a:spLocks xmlns:a="http://schemas.openxmlformats.org/drawingml/2006/main" noGrp="1"/>
          </p:cNvSpPr>
          <p:nvPr/>
        </p:nvSpPr>
        <p:spPr>
          <a:xfrm xmlns:a="http://schemas.openxmlformats.org/drawingml/2006/main" rot="0" flipH="0" flipV="0">
            <a:off x="877824"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1" name="Straight Connector 20">
            <a:extLst xmlns:a="http://schemas.openxmlformats.org/drawingml/2006/main">
              <a:ext uri="{FF2B5EF4-FFF2-40B4-BE49-F238E27FC236}">
                <a16:creationId xmlns:a16="http://schemas.microsoft.com/office/drawing/2014/main" id="{43CFDE61-7604-4A28-88F4-86A366E3E4C6}"/>
              </a:ext>
            </a:extLst>
          </p:cNvPr>
          <p:cNvSpPr>
            <a:spLocks xmlns:a="http://schemas.openxmlformats.org/drawingml/2006/main" noGrp="1"/>
          </p:cNvSpPr>
          <p:nvPr/>
        </p:nvSpPr>
        <p:spPr>
          <a:xfrm xmlns:a="http://schemas.openxmlformats.org/drawingml/2006/main" rot="0" flipH="0" flipV="0">
            <a:off x="1170432"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2" name="Straight Connector 21">
            <a:extLst xmlns:a="http://schemas.openxmlformats.org/drawingml/2006/main">
              <a:ext uri="{FF2B5EF4-FFF2-40B4-BE49-F238E27FC236}">
                <a16:creationId xmlns:a16="http://schemas.microsoft.com/office/drawing/2014/main" id="{21E1ED63-BD72-47EE-B032-835F99D0D8E6}"/>
              </a:ext>
            </a:extLst>
          </p:cNvPr>
          <p:cNvSpPr>
            <a:spLocks xmlns:a="http://schemas.openxmlformats.org/drawingml/2006/main" noGrp="1"/>
          </p:cNvSpPr>
          <p:nvPr/>
        </p:nvSpPr>
        <p:spPr>
          <a:xfrm xmlns:a="http://schemas.openxmlformats.org/drawingml/2006/main" rot="0" flipH="0" flipV="0">
            <a:off x="11021568"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Straight Connector 22">
            <a:extLst xmlns:a="http://schemas.openxmlformats.org/drawingml/2006/main">
              <a:ext uri="{FF2B5EF4-FFF2-40B4-BE49-F238E27FC236}">
                <a16:creationId xmlns:a16="http://schemas.microsoft.com/office/drawing/2014/main" id="{441F0A95-62E2-4287-AF67-A9A763573B08}"/>
              </a:ext>
            </a:extLst>
          </p:cNvPr>
          <p:cNvSpPr>
            <a:spLocks xmlns:a="http://schemas.openxmlformats.org/drawingml/2006/main" noGrp="1"/>
          </p:cNvSpPr>
          <p:nvPr/>
        </p:nvSpPr>
        <p:spPr>
          <a:xfrm xmlns:a="http://schemas.openxmlformats.org/drawingml/2006/main" rot="0" flipH="0" flipV="0">
            <a:off x="11606784" y="0"/>
            <a:ext cx="0" cy="6858000"/>
          </a:xfrm>
          <a:prstGeom xmlns:a="http://schemas.openxmlformats.org/drawingml/2006/main" prst="line">
            <a:avLst/>
          </a:prstGeom>
          <a:ln xmlns:a="http://schemas.openxmlformats.org/drawingml/2006/main" w="3175">
            <a:solidFill>
              <a:srgbClr val="DF45D4"/>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4" name="Straight Connector 23">
            <a:extLst xmlns:a="http://schemas.openxmlformats.org/drawingml/2006/main">
              <a:ext uri="{FF2B5EF4-FFF2-40B4-BE49-F238E27FC236}">
                <a16:creationId xmlns:a16="http://schemas.microsoft.com/office/drawing/2014/main" id="{43D0F645-9DA3-4B5E-8528-CD89DDCC573A}"/>
              </a:ext>
            </a:extLst>
          </p:cNvPr>
          <p:cNvSpPr>
            <a:spLocks xmlns:a="http://schemas.openxmlformats.org/drawingml/2006/main" noGrp="1"/>
          </p:cNvSpPr>
          <p:nvPr/>
        </p:nvSpPr>
        <p:spPr>
          <a:xfrm xmlns:a="http://schemas.openxmlformats.org/drawingml/2006/main" rot="0" flipH="0" flipV="0">
            <a:off x="11314176"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5" name="Straight Connector 24">
            <a:extLst xmlns:a="http://schemas.openxmlformats.org/drawingml/2006/main">
              <a:ext uri="{FF2B5EF4-FFF2-40B4-BE49-F238E27FC236}">
                <a16:creationId xmlns:a16="http://schemas.microsoft.com/office/drawing/2014/main" id="{E93E9D41-CAF8-448A-8454-1B281E5AE461}"/>
              </a:ext>
            </a:extLst>
          </p:cNvPr>
          <p:cNvSpPr>
            <a:spLocks xmlns:a="http://schemas.openxmlformats.org/drawingml/2006/main" noGrp="1"/>
          </p:cNvSpPr>
          <p:nvPr/>
        </p:nvSpPr>
        <p:spPr>
          <a:xfrm xmlns:a="http://schemas.openxmlformats.org/drawingml/2006/main" rot="0" flipH="0" flipV="0">
            <a:off x="11899392"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6" name="Straight Connector 25">
            <a:extLst xmlns:a="http://schemas.openxmlformats.org/drawingml/2006/main">
              <a:ext uri="{FF2B5EF4-FFF2-40B4-BE49-F238E27FC236}">
                <a16:creationId xmlns:a16="http://schemas.microsoft.com/office/drawing/2014/main" id="{C45D16F5-124A-40C1-9C12-65F370B2388D}"/>
              </a:ext>
            </a:extLst>
          </p:cNvPr>
          <p:cNvSpPr>
            <a:spLocks xmlns:a="http://schemas.openxmlformats.org/drawingml/2006/main" noGrp="1"/>
          </p:cNvSpPr>
          <p:nvPr/>
        </p:nvSpPr>
        <p:spPr>
          <a:xfrm xmlns:a="http://schemas.openxmlformats.org/drawingml/2006/main" rot="0" flipH="0" flipV="0">
            <a:off x="12192000"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7" name="Straight Connector 26">
            <a:extLst xmlns:a="http://schemas.openxmlformats.org/drawingml/2006/main">
              <a:ext uri="{FF2B5EF4-FFF2-40B4-BE49-F238E27FC236}">
                <a16:creationId xmlns:a16="http://schemas.microsoft.com/office/drawing/2014/main" id="{7C6BA85B-8F00-4EF0-AA6F-0FDE03ABCF63}"/>
              </a:ext>
            </a:extLst>
          </p:cNvPr>
          <p:cNvSpPr>
            <a:spLocks xmlns:a="http://schemas.openxmlformats.org/drawingml/2006/main" noGrp="1"/>
          </p:cNvSpPr>
          <p:nvPr/>
        </p:nvSpPr>
        <p:spPr>
          <a:xfrm xmlns:a="http://schemas.openxmlformats.org/drawingml/2006/main" rot="0" flipH="0" flipV="0">
            <a:off x="0" y="1755648"/>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8" name="Straight Connector 27">
            <a:extLst xmlns:a="http://schemas.openxmlformats.org/drawingml/2006/main">
              <a:ext uri="{FF2B5EF4-FFF2-40B4-BE49-F238E27FC236}">
                <a16:creationId xmlns:a16="http://schemas.microsoft.com/office/drawing/2014/main" id="{7014FA8E-CD17-41A0-B154-1B4C97D452D0}"/>
              </a:ext>
            </a:extLst>
          </p:cNvPr>
          <p:cNvSpPr>
            <a:spLocks xmlns:a="http://schemas.openxmlformats.org/drawingml/2006/main" noGrp="1"/>
          </p:cNvSpPr>
          <p:nvPr/>
        </p:nvSpPr>
        <p:spPr>
          <a:xfrm xmlns:a="http://schemas.openxmlformats.org/drawingml/2006/main" rot="0" flipH="0" flipV="0">
            <a:off x="0" y="2048256"/>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9" name="Straight Connector 28">
            <a:extLst xmlns:a="http://schemas.openxmlformats.org/drawingml/2006/main">
              <a:ext uri="{FF2B5EF4-FFF2-40B4-BE49-F238E27FC236}">
                <a16:creationId xmlns:a16="http://schemas.microsoft.com/office/drawing/2014/main" id="{877224E7-F6EA-4827-AD5F-9CD2F868714A}"/>
              </a:ext>
            </a:extLst>
          </p:cNvPr>
          <p:cNvSpPr>
            <a:spLocks xmlns:a="http://schemas.openxmlformats.org/drawingml/2006/main" noGrp="1"/>
          </p:cNvSpPr>
          <p:nvPr/>
        </p:nvSpPr>
        <p:spPr>
          <a:xfrm xmlns:a="http://schemas.openxmlformats.org/drawingml/2006/main" rot="0" flipH="0" flipV="0">
            <a:off x="0" y="2340864"/>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Straight Connector 29">
            <a:extLst xmlns:a="http://schemas.openxmlformats.org/drawingml/2006/main">
              <a:ext uri="{FF2B5EF4-FFF2-40B4-BE49-F238E27FC236}">
                <a16:creationId xmlns:a16="http://schemas.microsoft.com/office/drawing/2014/main" id="{67D115AC-CC5A-4743-8529-48771B22AF19}"/>
              </a:ext>
            </a:extLst>
          </p:cNvPr>
          <p:cNvSpPr>
            <a:spLocks xmlns:a="http://schemas.openxmlformats.org/drawingml/2006/main" noGrp="1"/>
          </p:cNvSpPr>
          <p:nvPr/>
        </p:nvSpPr>
        <p:spPr>
          <a:xfrm xmlns:a="http://schemas.openxmlformats.org/drawingml/2006/main" rot="0" flipH="0" flipV="0">
            <a:off x="0" y="2633472"/>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1" name="Straight Connector 30">
            <a:extLst xmlns:a="http://schemas.openxmlformats.org/drawingml/2006/main">
              <a:ext uri="{FF2B5EF4-FFF2-40B4-BE49-F238E27FC236}">
                <a16:creationId xmlns:a16="http://schemas.microsoft.com/office/drawing/2014/main" id="{7D8BAEA4-75D6-4646-8780-DD6410942573}"/>
              </a:ext>
            </a:extLst>
          </p:cNvPr>
          <p:cNvSpPr>
            <a:spLocks xmlns:a="http://schemas.openxmlformats.org/drawingml/2006/main" noGrp="1"/>
          </p:cNvSpPr>
          <p:nvPr/>
        </p:nvSpPr>
        <p:spPr>
          <a:xfrm xmlns:a="http://schemas.openxmlformats.org/drawingml/2006/main" rot="0" flipH="0" flipV="0">
            <a:off x="0" y="2926080"/>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Straight Connector 31">
            <a:extLst xmlns:a="http://schemas.openxmlformats.org/drawingml/2006/main">
              <a:ext uri="{FF2B5EF4-FFF2-40B4-BE49-F238E27FC236}">
                <a16:creationId xmlns:a16="http://schemas.microsoft.com/office/drawing/2014/main" id="{797B09D5-FAB5-480D-A16F-541009FA99BE}"/>
              </a:ext>
            </a:extLst>
          </p:cNvPr>
          <p:cNvSpPr>
            <a:spLocks xmlns:a="http://schemas.openxmlformats.org/drawingml/2006/main" noGrp="1"/>
          </p:cNvSpPr>
          <p:nvPr/>
        </p:nvSpPr>
        <p:spPr>
          <a:xfrm xmlns:a="http://schemas.openxmlformats.org/drawingml/2006/main" rot="0" flipH="0" flipV="0">
            <a:off x="0" y="3218688"/>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Straight Connector 32">
            <a:extLst xmlns:a="http://schemas.openxmlformats.org/drawingml/2006/main">
              <a:ext uri="{FF2B5EF4-FFF2-40B4-BE49-F238E27FC236}">
                <a16:creationId xmlns:a16="http://schemas.microsoft.com/office/drawing/2014/main" id="{30BB41FA-2BDE-4397-A0C2-DEEE005CEA80}"/>
              </a:ext>
            </a:extLst>
          </p:cNvPr>
          <p:cNvSpPr>
            <a:spLocks xmlns:a="http://schemas.openxmlformats.org/drawingml/2006/main" noGrp="1"/>
          </p:cNvSpPr>
          <p:nvPr/>
        </p:nvSpPr>
        <p:spPr>
          <a:xfrm xmlns:a="http://schemas.openxmlformats.org/drawingml/2006/main" rot="0" flipH="0" flipV="0">
            <a:off x="0" y="3511296"/>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9" name="Straight Connector 38">
            <a:extLst xmlns:a="http://schemas.openxmlformats.org/drawingml/2006/main">
              <a:ext uri="{FF2B5EF4-FFF2-40B4-BE49-F238E27FC236}">
                <a16:creationId xmlns:a16="http://schemas.microsoft.com/office/drawing/2014/main" id="{ADB2F956-E449-4D2C-85D8-F25EF7BC8C3A}"/>
              </a:ext>
            </a:extLst>
          </p:cNvPr>
          <p:cNvSpPr>
            <a:spLocks xmlns:a="http://schemas.openxmlformats.org/drawingml/2006/main" noGrp="1"/>
          </p:cNvSpPr>
          <p:nvPr/>
        </p:nvSpPr>
        <p:spPr>
          <a:xfrm xmlns:a="http://schemas.openxmlformats.org/drawingml/2006/main" rot="0" flipH="0" flipV="0">
            <a:off x="0" y="3803904"/>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0" name="Straight Connector 39">
            <a:extLst xmlns:a="http://schemas.openxmlformats.org/drawingml/2006/main">
              <a:ext uri="{FF2B5EF4-FFF2-40B4-BE49-F238E27FC236}">
                <a16:creationId xmlns:a16="http://schemas.microsoft.com/office/drawing/2014/main" id="{F3745C3E-7B83-42FC-B9E0-72AF0FEDB004}"/>
              </a:ext>
            </a:extLst>
          </p:cNvPr>
          <p:cNvSpPr>
            <a:spLocks xmlns:a="http://schemas.openxmlformats.org/drawingml/2006/main" noGrp="1"/>
          </p:cNvSpPr>
          <p:nvPr/>
        </p:nvSpPr>
        <p:spPr>
          <a:xfrm xmlns:a="http://schemas.openxmlformats.org/drawingml/2006/main" rot="0" flipH="0" flipV="0">
            <a:off x="0" y="4096512"/>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1" name="Straight Connector 40">
            <a:extLst xmlns:a="http://schemas.openxmlformats.org/drawingml/2006/main">
              <a:ext uri="{FF2B5EF4-FFF2-40B4-BE49-F238E27FC236}">
                <a16:creationId xmlns:a16="http://schemas.microsoft.com/office/drawing/2014/main" id="{6C94A2DB-4A63-4E2A-8A59-69D89FDF656B}"/>
              </a:ext>
            </a:extLst>
          </p:cNvPr>
          <p:cNvSpPr>
            <a:spLocks xmlns:a="http://schemas.openxmlformats.org/drawingml/2006/main" noGrp="1"/>
          </p:cNvSpPr>
          <p:nvPr/>
        </p:nvSpPr>
        <p:spPr>
          <a:xfrm xmlns:a="http://schemas.openxmlformats.org/drawingml/2006/main" rot="0" flipH="0" flipV="0">
            <a:off x="0" y="4389120"/>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2" name="Straight Connector 41">
            <a:extLst xmlns:a="http://schemas.openxmlformats.org/drawingml/2006/main">
              <a:ext uri="{FF2B5EF4-FFF2-40B4-BE49-F238E27FC236}">
                <a16:creationId xmlns:a16="http://schemas.microsoft.com/office/drawing/2014/main" id="{5195B096-3F9E-4C55-8A90-29276125EE0A}"/>
              </a:ext>
            </a:extLst>
          </p:cNvPr>
          <p:cNvSpPr>
            <a:spLocks xmlns:a="http://schemas.openxmlformats.org/drawingml/2006/main" noGrp="1"/>
          </p:cNvSpPr>
          <p:nvPr/>
        </p:nvSpPr>
        <p:spPr>
          <a:xfrm xmlns:a="http://schemas.openxmlformats.org/drawingml/2006/main" rot="0" flipH="0" flipV="0">
            <a:off x="0" y="4681728"/>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Straight Connector 42">
            <a:extLst xmlns:a="http://schemas.openxmlformats.org/drawingml/2006/main">
              <a:ext uri="{FF2B5EF4-FFF2-40B4-BE49-F238E27FC236}">
                <a16:creationId xmlns:a16="http://schemas.microsoft.com/office/drawing/2014/main" id="{61727E6D-816F-4DD3-8FC2-486F41302AEF}"/>
              </a:ext>
            </a:extLst>
          </p:cNvPr>
          <p:cNvSpPr>
            <a:spLocks xmlns:a="http://schemas.openxmlformats.org/drawingml/2006/main" noGrp="1"/>
          </p:cNvSpPr>
          <p:nvPr/>
        </p:nvSpPr>
        <p:spPr>
          <a:xfrm xmlns:a="http://schemas.openxmlformats.org/drawingml/2006/main" rot="0" flipH="0" flipV="0">
            <a:off x="0" y="4974336"/>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4" name="Straight Connector 43">
            <a:extLst xmlns:a="http://schemas.openxmlformats.org/drawingml/2006/main">
              <a:ext uri="{FF2B5EF4-FFF2-40B4-BE49-F238E27FC236}">
                <a16:creationId xmlns:a16="http://schemas.microsoft.com/office/drawing/2014/main" id="{3C63CC7A-C187-4166-BFFD-8EB9C38D8F45}"/>
              </a:ext>
            </a:extLst>
          </p:cNvPr>
          <p:cNvSpPr>
            <a:spLocks xmlns:a="http://schemas.openxmlformats.org/drawingml/2006/main" noGrp="1"/>
          </p:cNvSpPr>
          <p:nvPr/>
        </p:nvSpPr>
        <p:spPr>
          <a:xfrm xmlns:a="http://schemas.openxmlformats.org/drawingml/2006/main" rot="0" flipH="0" flipV="0">
            <a:off x="0" y="5266944"/>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5" name="Straight Connector 44">
            <a:extLst xmlns:a="http://schemas.openxmlformats.org/drawingml/2006/main">
              <a:ext uri="{FF2B5EF4-FFF2-40B4-BE49-F238E27FC236}">
                <a16:creationId xmlns:a16="http://schemas.microsoft.com/office/drawing/2014/main" id="{76833CE0-E42D-46F6-B2CC-FCEA6BEE5403}"/>
              </a:ext>
            </a:extLst>
          </p:cNvPr>
          <p:cNvSpPr>
            <a:spLocks xmlns:a="http://schemas.openxmlformats.org/drawingml/2006/main" noGrp="1"/>
          </p:cNvSpPr>
          <p:nvPr/>
        </p:nvSpPr>
        <p:spPr>
          <a:xfrm xmlns:a="http://schemas.openxmlformats.org/drawingml/2006/main" rot="0" flipH="0" flipV="0">
            <a:off x="0" y="5559552"/>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Straight Connector 45">
            <a:extLst xmlns:a="http://schemas.openxmlformats.org/drawingml/2006/main">
              <a:ext uri="{FF2B5EF4-FFF2-40B4-BE49-F238E27FC236}">
                <a16:creationId xmlns:a16="http://schemas.microsoft.com/office/drawing/2014/main" id="{7D244284-2D9D-417B-80BA-54C2C70A40EB}"/>
              </a:ext>
            </a:extLst>
          </p:cNvPr>
          <p:cNvSpPr>
            <a:spLocks xmlns:a="http://schemas.openxmlformats.org/drawingml/2006/main" noGrp="1"/>
          </p:cNvSpPr>
          <p:nvPr/>
        </p:nvSpPr>
        <p:spPr>
          <a:xfrm xmlns:a="http://schemas.openxmlformats.org/drawingml/2006/main" rot="0" flipH="0" flipV="0">
            <a:off x="0" y="5852160"/>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64 square" hidden="1">
            <a:extLst xmlns:a="http://schemas.openxmlformats.org/drawingml/2006/main">
              <a:ext uri="{FF2B5EF4-FFF2-40B4-BE49-F238E27FC236}">
                <a16:creationId xmlns:a16="http://schemas.microsoft.com/office/drawing/2014/main" id="{90E0CE0A-15D7-405F-8DFA-B7F5AF47B03C}"/>
              </a:ext>
            </a:extLst>
          </p:cNvPr>
          <p:cNvSpPr>
            <a:spLocks xmlns:a="http://schemas.openxmlformats.org/drawingml/2006/main" noGrp="1"/>
          </p:cNvSpPr>
          <p:nvPr/>
        </p:nvSpPr>
        <p:spPr>
          <a:xfrm xmlns:a="http://schemas.openxmlformats.org/drawingml/2006/main">
            <a:off x="0" y="0"/>
            <a:ext cx="585216" cy="585216"/>
          </a:xfrm>
          <a:prstGeom xmlns:a="http://schemas.openxmlformats.org/drawingml/2006/main" prst="rect">
            <a:avLst/>
          </a:prstGeom>
          <a:solidFill xmlns:a="http://schemas.openxmlformats.org/drawingml/2006/main">
            <a:schemeClr val="tx1">
              <a:alpha val="17000"/>
            </a:schemeClr>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82880" tIns="146304" rIns="182880" bIns="146304" anchor="t">
            <a:noAutofit/>
          </a:bodyPr>
          <a:lstStyle xmlns:a="http://schemas.openxmlformats.org/drawingml/2006/main"/>
          <a:p xmlns:a="http://schemas.openxmlformats.org/drawingml/2006/main">
            <a:pPr algn="ctr" defTabSz="932472">
              <a:lnSpc>
                <a:spcPct val="90000"/>
              </a:lnSpc>
              <a:spcBef>
                <a:spcPct val="0"/>
              </a:spcBef>
              <a:spcAft>
                <a:spcPct val="0"/>
              </a:spcAft>
              <a:buNone/>
            </a:pPr>
            <a:endParaRPr sz="2400" b="1" i="0">
              <a:gradFill>
                <a:gsLst>
                  <a:gs pos="0">
                    <a:srgbClr val="FFFFFF"/>
                  </a:gs>
                  <a:gs pos="100000">
                    <a:srgbClr val="FFFFFF"/>
                  </a:gs>
                </a:gsLst>
                <a:lin ang="5400000" scaled="0"/>
              </a:gradFill>
              <a:latin typeface="Segoe UI Variable Display"/>
              <a:ea typeface="Segoe UI Variable Display"/>
              <a:cs typeface="Segoe UI Variable Display"/>
            </a:endParaRPr>
          </a:p>
        </p:txBody>
      </p:sp>
      <p:sp>
        <p:nvSpPr>
          <p:cNvPr id="35" name=".32 square" hidden="1">
            <a:extLst xmlns:a="http://schemas.openxmlformats.org/drawingml/2006/main">
              <a:ext uri="{FF2B5EF4-FFF2-40B4-BE49-F238E27FC236}">
                <a16:creationId xmlns:a16="http://schemas.microsoft.com/office/drawing/2014/main" id="{09835393-211C-428D-B22F-51EE7A413599}"/>
              </a:ext>
            </a:extLst>
          </p:cNvPr>
          <p:cNvSpPr>
            <a:spLocks xmlns:a="http://schemas.openxmlformats.org/drawingml/2006/main" noGrp="1"/>
          </p:cNvSpPr>
          <p:nvPr/>
        </p:nvSpPr>
        <p:spPr>
          <a:xfrm xmlns:a="http://schemas.openxmlformats.org/drawingml/2006/main">
            <a:off x="0" y="0"/>
            <a:ext cx="292608" cy="292608"/>
          </a:xfrm>
          <a:prstGeom xmlns:a="http://schemas.openxmlformats.org/drawingml/2006/main" prst="rect">
            <a:avLst/>
          </a:prstGeom>
          <a:solidFill xmlns:a="http://schemas.openxmlformats.org/drawingml/2006/main">
            <a:schemeClr val="tx1">
              <a:alpha val="17000"/>
            </a:schemeClr>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82880" tIns="146304" rIns="182880" bIns="146304" anchor="t">
            <a:noAutofit/>
          </a:bodyPr>
          <a:lstStyle xmlns:a="http://schemas.openxmlformats.org/drawingml/2006/main"/>
          <a:p xmlns:a="http://schemas.openxmlformats.org/drawingml/2006/main">
            <a:pPr algn="ctr" defTabSz="932472">
              <a:lnSpc>
                <a:spcPct val="90000"/>
              </a:lnSpc>
              <a:spcBef>
                <a:spcPct val="0"/>
              </a:spcBef>
              <a:spcAft>
                <a:spcPct val="0"/>
              </a:spcAft>
              <a:buNone/>
            </a:pPr>
            <a:endParaRPr sz="2400" b="1" i="0">
              <a:gradFill>
                <a:gsLst>
                  <a:gs pos="0">
                    <a:srgbClr val="FFFFFF"/>
                  </a:gs>
                  <a:gs pos="100000">
                    <a:srgbClr val="FFFFFF"/>
                  </a:gs>
                </a:gsLst>
                <a:lin ang="5400000" scaled="0"/>
              </a:gradFill>
              <a:latin typeface="Segoe UI Variable Display"/>
              <a:ea typeface="Segoe UI Variable Display"/>
              <a:cs typeface="Segoe UI Variable Display"/>
            </a:endParaRPr>
          </a:p>
        </p:txBody>
      </p:sp>
      <p:sp>
        <p:nvSpPr>
          <p:cNvPr id="50" name="Text Placeholder 3">
            <a:extLst xmlns:a="http://schemas.openxmlformats.org/drawingml/2006/main">
              <a:ext uri="{FF2B5EF4-FFF2-40B4-BE49-F238E27FC236}">
                <a16:creationId xmlns:a16="http://schemas.microsoft.com/office/drawing/2014/main" id="{82F42317-AD13-1C64-2F94-CC80297B169C}"/>
              </a:ext>
            </a:extLst>
          </p:cNvPr>
          <p:cNvSpPr>
            <a:spLocks xmlns:a="http://schemas.openxmlformats.org/drawingml/2006/main" noGrp="1"/>
          </p:cNvSpPr>
          <p:nvPr>
            <p:ph type="body" idx="1"/>
          </p:nvPr>
        </p:nvSpPr>
        <p:spPr>
          <a:xfrm xmlns:a="http://schemas.openxmlformats.org/drawingml/2006/main">
            <a:off x="584200" y="1435503"/>
            <a:ext cx="11018520" cy="1400383"/>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2" name="Straight Connector 51">
            <a:extLst xmlns:a="http://schemas.openxmlformats.org/drawingml/2006/main">
              <a:ext uri="{FF2B5EF4-FFF2-40B4-BE49-F238E27FC236}">
                <a16:creationId xmlns:a16="http://schemas.microsoft.com/office/drawing/2014/main" id="{526DF6AC-0FAF-4F1D-BF61-C43A8FFDCC76}"/>
              </a:ext>
            </a:extLst>
          </p:cNvPr>
          <p:cNvSpPr>
            <a:spLocks xmlns:a="http://schemas.openxmlformats.org/drawingml/2006/main" noGrp="1"/>
          </p:cNvSpPr>
          <p:nvPr/>
        </p:nvSpPr>
        <p:spPr>
          <a:xfrm xmlns:a="http://schemas.openxmlformats.org/drawingml/2006/main" rot="0" flipH="0" flipV="0">
            <a:off x="0" y="0"/>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3" name="Straight Connector 52">
            <a:extLst xmlns:a="http://schemas.openxmlformats.org/drawingml/2006/main">
              <a:ext uri="{FF2B5EF4-FFF2-40B4-BE49-F238E27FC236}">
                <a16:creationId xmlns:a16="http://schemas.microsoft.com/office/drawing/2014/main" id="{54255629-4B23-4A6E-8FB3-5DB5720697EE}"/>
              </a:ext>
            </a:extLst>
          </p:cNvPr>
          <p:cNvSpPr>
            <a:spLocks xmlns:a="http://schemas.openxmlformats.org/drawingml/2006/main" noGrp="1"/>
          </p:cNvSpPr>
          <p:nvPr/>
        </p:nvSpPr>
        <p:spPr>
          <a:xfrm xmlns:a="http://schemas.openxmlformats.org/drawingml/2006/main" rot="0" flipH="0" flipV="0">
            <a:off x="0" y="292608"/>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4" name="Straight Connector 53">
            <a:extLst xmlns:a="http://schemas.openxmlformats.org/drawingml/2006/main">
              <a:ext uri="{FF2B5EF4-FFF2-40B4-BE49-F238E27FC236}">
                <a16:creationId xmlns:a16="http://schemas.microsoft.com/office/drawing/2014/main" id="{931177B9-6AC9-4E53-A481-52239EF5E1F5}"/>
              </a:ext>
            </a:extLst>
          </p:cNvPr>
          <p:cNvSpPr>
            <a:spLocks xmlns:a="http://schemas.openxmlformats.org/drawingml/2006/main" noGrp="1"/>
          </p:cNvSpPr>
          <p:nvPr/>
        </p:nvSpPr>
        <p:spPr>
          <a:xfrm xmlns:a="http://schemas.openxmlformats.org/drawingml/2006/main" rot="0" flipH="0" flipV="0">
            <a:off x="0" y="585216"/>
            <a:ext cx="12188952" cy="0"/>
          </a:xfrm>
          <a:prstGeom xmlns:a="http://schemas.openxmlformats.org/drawingml/2006/main" prst="line">
            <a:avLst/>
          </a:prstGeom>
          <a:ln xmlns:a="http://schemas.openxmlformats.org/drawingml/2006/main" w="3175">
            <a:solidFill>
              <a:srgbClr val="DF45D4"/>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5" name="Straight Connector 54">
            <a:extLst xmlns:a="http://schemas.openxmlformats.org/drawingml/2006/main">
              <a:ext uri="{FF2B5EF4-FFF2-40B4-BE49-F238E27FC236}">
                <a16:creationId xmlns:a16="http://schemas.microsoft.com/office/drawing/2014/main" id="{992914A9-5A84-400B-99AE-1472E8A36076}"/>
              </a:ext>
            </a:extLst>
          </p:cNvPr>
          <p:cNvSpPr>
            <a:spLocks xmlns:a="http://schemas.openxmlformats.org/drawingml/2006/main" noGrp="1"/>
          </p:cNvSpPr>
          <p:nvPr/>
        </p:nvSpPr>
        <p:spPr>
          <a:xfrm xmlns:a="http://schemas.openxmlformats.org/drawingml/2006/main" rot="0" flipH="0" flipV="0">
            <a:off x="0" y="6272784"/>
            <a:ext cx="12188952" cy="0"/>
          </a:xfrm>
          <a:prstGeom xmlns:a="http://schemas.openxmlformats.org/drawingml/2006/main" prst="line">
            <a:avLst/>
          </a:prstGeom>
          <a:ln xmlns:a="http://schemas.openxmlformats.org/drawingml/2006/main" w="3175">
            <a:solidFill>
              <a:srgbClr val="DF45D4"/>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6" name="Straight Connector 55">
            <a:extLst xmlns:a="http://schemas.openxmlformats.org/drawingml/2006/main">
              <a:ext uri="{FF2B5EF4-FFF2-40B4-BE49-F238E27FC236}">
                <a16:creationId xmlns:a16="http://schemas.microsoft.com/office/drawing/2014/main" id="{2287B07A-CE77-48FA-903D-53579BE17058}"/>
              </a:ext>
            </a:extLst>
          </p:cNvPr>
          <p:cNvSpPr>
            <a:spLocks xmlns:a="http://schemas.openxmlformats.org/drawingml/2006/main" noGrp="1"/>
          </p:cNvSpPr>
          <p:nvPr/>
        </p:nvSpPr>
        <p:spPr>
          <a:xfrm xmlns:a="http://schemas.openxmlformats.org/drawingml/2006/main" rot="0" flipH="0" flipV="0">
            <a:off x="0" y="6565392"/>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7" name="Straight Connector 56">
            <a:extLst xmlns:a="http://schemas.openxmlformats.org/drawingml/2006/main">
              <a:ext uri="{FF2B5EF4-FFF2-40B4-BE49-F238E27FC236}">
                <a16:creationId xmlns:a16="http://schemas.microsoft.com/office/drawing/2014/main" id="{F66ECFAA-2B50-45B7-86A7-C96D1A570A2B}"/>
              </a:ext>
            </a:extLst>
          </p:cNvPr>
          <p:cNvSpPr>
            <a:spLocks xmlns:a="http://schemas.openxmlformats.org/drawingml/2006/main" noGrp="1"/>
          </p:cNvSpPr>
          <p:nvPr/>
        </p:nvSpPr>
        <p:spPr>
          <a:xfrm xmlns:a="http://schemas.openxmlformats.org/drawingml/2006/main" rot="0" flipH="0" flipV="0">
            <a:off x="0" y="6858000"/>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8" name="Straight Connector 57">
            <a:extLst xmlns:a="http://schemas.openxmlformats.org/drawingml/2006/main">
              <a:ext uri="{FF2B5EF4-FFF2-40B4-BE49-F238E27FC236}">
                <a16:creationId xmlns:a16="http://schemas.microsoft.com/office/drawing/2014/main" id="{640210CD-6362-458E-B86B-5C862BB49509}"/>
              </a:ext>
            </a:extLst>
          </p:cNvPr>
          <p:cNvSpPr>
            <a:spLocks xmlns:a="http://schemas.openxmlformats.org/drawingml/2006/main" noGrp="1"/>
          </p:cNvSpPr>
          <p:nvPr/>
        </p:nvSpPr>
        <p:spPr>
          <a:xfrm xmlns:a="http://schemas.openxmlformats.org/drawingml/2006/main" rot="0" flipH="0" flipV="0">
            <a:off x="0" y="877824"/>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9" name="Straight Connector 58">
            <a:extLst xmlns:a="http://schemas.openxmlformats.org/drawingml/2006/main">
              <a:ext uri="{FF2B5EF4-FFF2-40B4-BE49-F238E27FC236}">
                <a16:creationId xmlns:a16="http://schemas.microsoft.com/office/drawing/2014/main" id="{A994A069-FA21-4EB0-A3F4-6B8006FAFFE2}"/>
              </a:ext>
            </a:extLst>
          </p:cNvPr>
          <p:cNvSpPr>
            <a:spLocks xmlns:a="http://schemas.openxmlformats.org/drawingml/2006/main" noGrp="1"/>
          </p:cNvSpPr>
          <p:nvPr/>
        </p:nvSpPr>
        <p:spPr>
          <a:xfrm xmlns:a="http://schemas.openxmlformats.org/drawingml/2006/main" rot="0" flipH="0" flipV="0">
            <a:off x="0" y="1170432"/>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0" name="Straight Connector 59">
            <a:extLst xmlns:a="http://schemas.openxmlformats.org/drawingml/2006/main">
              <a:ext uri="{FF2B5EF4-FFF2-40B4-BE49-F238E27FC236}">
                <a16:creationId xmlns:a16="http://schemas.microsoft.com/office/drawing/2014/main" id="{052A9672-CB8B-460A-9AF2-4A00B26FA965}"/>
              </a:ext>
            </a:extLst>
          </p:cNvPr>
          <p:cNvSpPr>
            <a:spLocks xmlns:a="http://schemas.openxmlformats.org/drawingml/2006/main" noGrp="1"/>
          </p:cNvSpPr>
          <p:nvPr/>
        </p:nvSpPr>
        <p:spPr>
          <a:xfrm xmlns:a="http://schemas.openxmlformats.org/drawingml/2006/main" rot="0" flipH="0" flipV="0">
            <a:off x="0" y="1463040"/>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1" name="Straight Connector 60">
            <a:extLst xmlns:a="http://schemas.openxmlformats.org/drawingml/2006/main">
              <a:ext uri="{FF2B5EF4-FFF2-40B4-BE49-F238E27FC236}">
                <a16:creationId xmlns:a16="http://schemas.microsoft.com/office/drawing/2014/main" id="{84BC4B6D-0887-47B2-A903-A9AEF5C4BE5B}"/>
              </a:ext>
            </a:extLst>
          </p:cNvPr>
          <p:cNvSpPr>
            <a:spLocks xmlns:a="http://schemas.openxmlformats.org/drawingml/2006/main" noGrp="1"/>
          </p:cNvSpPr>
          <p:nvPr/>
        </p:nvSpPr>
        <p:spPr>
          <a:xfrm xmlns:a="http://schemas.openxmlformats.org/drawingml/2006/main" rot="0" flipH="0" flipV="0">
            <a:off x="0"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2" name="Straight Connector 61">
            <a:extLst xmlns:a="http://schemas.openxmlformats.org/drawingml/2006/main">
              <a:ext uri="{FF2B5EF4-FFF2-40B4-BE49-F238E27FC236}">
                <a16:creationId xmlns:a16="http://schemas.microsoft.com/office/drawing/2014/main" id="{190F85CE-A559-4948-BB47-3249D4487A88}"/>
              </a:ext>
            </a:extLst>
          </p:cNvPr>
          <p:cNvSpPr>
            <a:spLocks xmlns:a="http://schemas.openxmlformats.org/drawingml/2006/main" noGrp="1"/>
          </p:cNvSpPr>
          <p:nvPr/>
        </p:nvSpPr>
        <p:spPr>
          <a:xfrm xmlns:a="http://schemas.openxmlformats.org/drawingml/2006/main" rot="0" flipH="0" flipV="0">
            <a:off x="585216" y="0"/>
            <a:ext cx="0" cy="6858000"/>
          </a:xfrm>
          <a:prstGeom xmlns:a="http://schemas.openxmlformats.org/drawingml/2006/main" prst="line">
            <a:avLst/>
          </a:prstGeom>
          <a:ln xmlns:a="http://schemas.openxmlformats.org/drawingml/2006/main" w="3175">
            <a:solidFill>
              <a:srgbClr val="DF45D4"/>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3" name="Straight Connector 62">
            <a:extLst xmlns:a="http://schemas.openxmlformats.org/drawingml/2006/main">
              <a:ext uri="{FF2B5EF4-FFF2-40B4-BE49-F238E27FC236}">
                <a16:creationId xmlns:a16="http://schemas.microsoft.com/office/drawing/2014/main" id="{B66C9926-9764-48AF-BD31-B9BA8A029096}"/>
              </a:ext>
            </a:extLst>
          </p:cNvPr>
          <p:cNvSpPr>
            <a:spLocks xmlns:a="http://schemas.openxmlformats.org/drawingml/2006/main" noGrp="1"/>
          </p:cNvSpPr>
          <p:nvPr/>
        </p:nvSpPr>
        <p:spPr>
          <a:xfrm xmlns:a="http://schemas.openxmlformats.org/drawingml/2006/main" rot="0" flipH="0" flipV="0">
            <a:off x="292608"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4" name="Straight Connector 63">
            <a:extLst xmlns:a="http://schemas.openxmlformats.org/drawingml/2006/main">
              <a:ext uri="{FF2B5EF4-FFF2-40B4-BE49-F238E27FC236}">
                <a16:creationId xmlns:a16="http://schemas.microsoft.com/office/drawing/2014/main" id="{F5EA8C02-0F03-4937-95DF-993932DC9179}"/>
              </a:ext>
            </a:extLst>
          </p:cNvPr>
          <p:cNvSpPr>
            <a:spLocks xmlns:a="http://schemas.openxmlformats.org/drawingml/2006/main" noGrp="1"/>
          </p:cNvSpPr>
          <p:nvPr/>
        </p:nvSpPr>
        <p:spPr>
          <a:xfrm xmlns:a="http://schemas.openxmlformats.org/drawingml/2006/main" rot="0" flipH="0" flipV="0">
            <a:off x="877824"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5" name="Straight Connector 64">
            <a:extLst xmlns:a="http://schemas.openxmlformats.org/drawingml/2006/main">
              <a:ext uri="{FF2B5EF4-FFF2-40B4-BE49-F238E27FC236}">
                <a16:creationId xmlns:a16="http://schemas.microsoft.com/office/drawing/2014/main" id="{6F974783-E315-4705-9B16-1DDEA8ACE700}"/>
              </a:ext>
            </a:extLst>
          </p:cNvPr>
          <p:cNvSpPr>
            <a:spLocks xmlns:a="http://schemas.openxmlformats.org/drawingml/2006/main" noGrp="1"/>
          </p:cNvSpPr>
          <p:nvPr/>
        </p:nvSpPr>
        <p:spPr>
          <a:xfrm xmlns:a="http://schemas.openxmlformats.org/drawingml/2006/main" rot="0" flipH="0" flipV="0">
            <a:off x="1170432"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6" name="Straight Connector 65">
            <a:extLst xmlns:a="http://schemas.openxmlformats.org/drawingml/2006/main">
              <a:ext uri="{FF2B5EF4-FFF2-40B4-BE49-F238E27FC236}">
                <a16:creationId xmlns:a16="http://schemas.microsoft.com/office/drawing/2014/main" id="{1BCF7C62-92B7-4127-BF35-0D7A5B38760B}"/>
              </a:ext>
            </a:extLst>
          </p:cNvPr>
          <p:cNvSpPr>
            <a:spLocks xmlns:a="http://schemas.openxmlformats.org/drawingml/2006/main" noGrp="1"/>
          </p:cNvSpPr>
          <p:nvPr/>
        </p:nvSpPr>
        <p:spPr>
          <a:xfrm xmlns:a="http://schemas.openxmlformats.org/drawingml/2006/main" rot="0" flipH="0" flipV="0">
            <a:off x="11021568"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7" name="Straight Connector 66">
            <a:extLst xmlns:a="http://schemas.openxmlformats.org/drawingml/2006/main">
              <a:ext uri="{FF2B5EF4-FFF2-40B4-BE49-F238E27FC236}">
                <a16:creationId xmlns:a16="http://schemas.microsoft.com/office/drawing/2014/main" id="{DC92E2C5-8192-4C5E-BEB3-0F7EE6C22EF9}"/>
              </a:ext>
            </a:extLst>
          </p:cNvPr>
          <p:cNvSpPr>
            <a:spLocks xmlns:a="http://schemas.openxmlformats.org/drawingml/2006/main" noGrp="1"/>
          </p:cNvSpPr>
          <p:nvPr/>
        </p:nvSpPr>
        <p:spPr>
          <a:xfrm xmlns:a="http://schemas.openxmlformats.org/drawingml/2006/main" rot="0" flipH="0" flipV="0">
            <a:off x="11606784" y="0"/>
            <a:ext cx="0" cy="6858000"/>
          </a:xfrm>
          <a:prstGeom xmlns:a="http://schemas.openxmlformats.org/drawingml/2006/main" prst="line">
            <a:avLst/>
          </a:prstGeom>
          <a:ln xmlns:a="http://schemas.openxmlformats.org/drawingml/2006/main" w="3175">
            <a:solidFill>
              <a:srgbClr val="DF45D4"/>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8" name="Straight Connector 67">
            <a:extLst xmlns:a="http://schemas.openxmlformats.org/drawingml/2006/main">
              <a:ext uri="{FF2B5EF4-FFF2-40B4-BE49-F238E27FC236}">
                <a16:creationId xmlns:a16="http://schemas.microsoft.com/office/drawing/2014/main" id="{9D07E297-4696-4BA7-A6C6-1FD9354BADE2}"/>
              </a:ext>
            </a:extLst>
          </p:cNvPr>
          <p:cNvSpPr>
            <a:spLocks xmlns:a="http://schemas.openxmlformats.org/drawingml/2006/main" noGrp="1"/>
          </p:cNvSpPr>
          <p:nvPr/>
        </p:nvSpPr>
        <p:spPr>
          <a:xfrm xmlns:a="http://schemas.openxmlformats.org/drawingml/2006/main" rot="0" flipH="0" flipV="0">
            <a:off x="11314176"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9" name="Straight Connector 68">
            <a:extLst xmlns:a="http://schemas.openxmlformats.org/drawingml/2006/main">
              <a:ext uri="{FF2B5EF4-FFF2-40B4-BE49-F238E27FC236}">
                <a16:creationId xmlns:a16="http://schemas.microsoft.com/office/drawing/2014/main" id="{46AE0D51-FCA2-4AAA-BD2A-F3E6BB841093}"/>
              </a:ext>
            </a:extLst>
          </p:cNvPr>
          <p:cNvSpPr>
            <a:spLocks xmlns:a="http://schemas.openxmlformats.org/drawingml/2006/main" noGrp="1"/>
          </p:cNvSpPr>
          <p:nvPr/>
        </p:nvSpPr>
        <p:spPr>
          <a:xfrm xmlns:a="http://schemas.openxmlformats.org/drawingml/2006/main" rot="0" flipH="0" flipV="0">
            <a:off x="11899392"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0" name="Straight Connector 69">
            <a:extLst xmlns:a="http://schemas.openxmlformats.org/drawingml/2006/main">
              <a:ext uri="{FF2B5EF4-FFF2-40B4-BE49-F238E27FC236}">
                <a16:creationId xmlns:a16="http://schemas.microsoft.com/office/drawing/2014/main" id="{9548211F-66A3-429F-ACA8-A66AAAA9E8A7}"/>
              </a:ext>
            </a:extLst>
          </p:cNvPr>
          <p:cNvSpPr>
            <a:spLocks xmlns:a="http://schemas.openxmlformats.org/drawingml/2006/main" noGrp="1"/>
          </p:cNvSpPr>
          <p:nvPr/>
        </p:nvSpPr>
        <p:spPr>
          <a:xfrm xmlns:a="http://schemas.openxmlformats.org/drawingml/2006/main" rot="0" flipH="0" flipV="0">
            <a:off x="12192000" y="0"/>
            <a:ext cx="0" cy="685800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1" name="Straight Connector 70">
            <a:extLst xmlns:a="http://schemas.openxmlformats.org/drawingml/2006/main">
              <a:ext uri="{FF2B5EF4-FFF2-40B4-BE49-F238E27FC236}">
                <a16:creationId xmlns:a16="http://schemas.microsoft.com/office/drawing/2014/main" id="{F1DF65E4-3334-47D5-BECB-6FEAA78CE36C}"/>
              </a:ext>
            </a:extLst>
          </p:cNvPr>
          <p:cNvSpPr>
            <a:spLocks xmlns:a="http://schemas.openxmlformats.org/drawingml/2006/main" noGrp="1"/>
          </p:cNvSpPr>
          <p:nvPr/>
        </p:nvSpPr>
        <p:spPr>
          <a:xfrm xmlns:a="http://schemas.openxmlformats.org/drawingml/2006/main" rot="0" flipH="0" flipV="0">
            <a:off x="0" y="1755648"/>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2" name="Straight Connector 71">
            <a:extLst xmlns:a="http://schemas.openxmlformats.org/drawingml/2006/main">
              <a:ext uri="{FF2B5EF4-FFF2-40B4-BE49-F238E27FC236}">
                <a16:creationId xmlns:a16="http://schemas.microsoft.com/office/drawing/2014/main" id="{C807E016-358E-4368-8926-0856960271A9}"/>
              </a:ext>
            </a:extLst>
          </p:cNvPr>
          <p:cNvSpPr>
            <a:spLocks xmlns:a="http://schemas.openxmlformats.org/drawingml/2006/main" noGrp="1"/>
          </p:cNvSpPr>
          <p:nvPr/>
        </p:nvSpPr>
        <p:spPr>
          <a:xfrm xmlns:a="http://schemas.openxmlformats.org/drawingml/2006/main" rot="0" flipH="0" flipV="0">
            <a:off x="0" y="2048256"/>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3" name="Straight Connector 72">
            <a:extLst xmlns:a="http://schemas.openxmlformats.org/drawingml/2006/main">
              <a:ext uri="{FF2B5EF4-FFF2-40B4-BE49-F238E27FC236}">
                <a16:creationId xmlns:a16="http://schemas.microsoft.com/office/drawing/2014/main" id="{7834E3B7-4AE8-4F9B-A30E-85451FB4E437}"/>
              </a:ext>
            </a:extLst>
          </p:cNvPr>
          <p:cNvSpPr>
            <a:spLocks xmlns:a="http://schemas.openxmlformats.org/drawingml/2006/main" noGrp="1"/>
          </p:cNvSpPr>
          <p:nvPr/>
        </p:nvSpPr>
        <p:spPr>
          <a:xfrm xmlns:a="http://schemas.openxmlformats.org/drawingml/2006/main" rot="0" flipH="0" flipV="0">
            <a:off x="0" y="2340864"/>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4" name="Straight Connector 73">
            <a:extLst xmlns:a="http://schemas.openxmlformats.org/drawingml/2006/main">
              <a:ext uri="{FF2B5EF4-FFF2-40B4-BE49-F238E27FC236}">
                <a16:creationId xmlns:a16="http://schemas.microsoft.com/office/drawing/2014/main" id="{806EB72C-3062-4991-9BBF-C16DA61FB83C}"/>
              </a:ext>
            </a:extLst>
          </p:cNvPr>
          <p:cNvSpPr>
            <a:spLocks xmlns:a="http://schemas.openxmlformats.org/drawingml/2006/main" noGrp="1"/>
          </p:cNvSpPr>
          <p:nvPr/>
        </p:nvSpPr>
        <p:spPr>
          <a:xfrm xmlns:a="http://schemas.openxmlformats.org/drawingml/2006/main" rot="0" flipH="0" flipV="0">
            <a:off x="0" y="2633472"/>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5" name="Straight Connector 74">
            <a:extLst xmlns:a="http://schemas.openxmlformats.org/drawingml/2006/main">
              <a:ext uri="{FF2B5EF4-FFF2-40B4-BE49-F238E27FC236}">
                <a16:creationId xmlns:a16="http://schemas.microsoft.com/office/drawing/2014/main" id="{993CC15B-4D7F-4BA8-9DE8-A60E06767A45}"/>
              </a:ext>
            </a:extLst>
          </p:cNvPr>
          <p:cNvSpPr>
            <a:spLocks xmlns:a="http://schemas.openxmlformats.org/drawingml/2006/main" noGrp="1"/>
          </p:cNvSpPr>
          <p:nvPr/>
        </p:nvSpPr>
        <p:spPr>
          <a:xfrm xmlns:a="http://schemas.openxmlformats.org/drawingml/2006/main" rot="0" flipH="0" flipV="0">
            <a:off x="0" y="2926080"/>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6" name="Straight Connector 75">
            <a:extLst xmlns:a="http://schemas.openxmlformats.org/drawingml/2006/main">
              <a:ext uri="{FF2B5EF4-FFF2-40B4-BE49-F238E27FC236}">
                <a16:creationId xmlns:a16="http://schemas.microsoft.com/office/drawing/2014/main" id="{FFAE2982-A440-483C-A6EA-92F2AAEC1683}"/>
              </a:ext>
            </a:extLst>
          </p:cNvPr>
          <p:cNvSpPr>
            <a:spLocks xmlns:a="http://schemas.openxmlformats.org/drawingml/2006/main" noGrp="1"/>
          </p:cNvSpPr>
          <p:nvPr/>
        </p:nvSpPr>
        <p:spPr>
          <a:xfrm xmlns:a="http://schemas.openxmlformats.org/drawingml/2006/main" rot="0" flipH="0" flipV="0">
            <a:off x="0" y="3218688"/>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7" name="Straight Connector 76">
            <a:extLst xmlns:a="http://schemas.openxmlformats.org/drawingml/2006/main">
              <a:ext uri="{FF2B5EF4-FFF2-40B4-BE49-F238E27FC236}">
                <a16:creationId xmlns:a16="http://schemas.microsoft.com/office/drawing/2014/main" id="{F9E9266B-6F00-48B1-B127-CDBEB5280FE3}"/>
              </a:ext>
            </a:extLst>
          </p:cNvPr>
          <p:cNvSpPr>
            <a:spLocks xmlns:a="http://schemas.openxmlformats.org/drawingml/2006/main" noGrp="1"/>
          </p:cNvSpPr>
          <p:nvPr/>
        </p:nvSpPr>
        <p:spPr>
          <a:xfrm xmlns:a="http://schemas.openxmlformats.org/drawingml/2006/main" rot="0" flipH="0" flipV="0">
            <a:off x="0" y="3511296"/>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8" name="Straight Connector 77">
            <a:extLst xmlns:a="http://schemas.openxmlformats.org/drawingml/2006/main">
              <a:ext uri="{FF2B5EF4-FFF2-40B4-BE49-F238E27FC236}">
                <a16:creationId xmlns:a16="http://schemas.microsoft.com/office/drawing/2014/main" id="{5531B973-7A0B-4388-8BF0-F0D97453C3CB}"/>
              </a:ext>
            </a:extLst>
          </p:cNvPr>
          <p:cNvSpPr>
            <a:spLocks xmlns:a="http://schemas.openxmlformats.org/drawingml/2006/main" noGrp="1"/>
          </p:cNvSpPr>
          <p:nvPr/>
        </p:nvSpPr>
        <p:spPr>
          <a:xfrm xmlns:a="http://schemas.openxmlformats.org/drawingml/2006/main" rot="0" flipH="0" flipV="0">
            <a:off x="0" y="3803904"/>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9" name="Straight Connector 78">
            <a:extLst xmlns:a="http://schemas.openxmlformats.org/drawingml/2006/main">
              <a:ext uri="{FF2B5EF4-FFF2-40B4-BE49-F238E27FC236}">
                <a16:creationId xmlns:a16="http://schemas.microsoft.com/office/drawing/2014/main" id="{B86284FB-0FD9-4D41-AC7E-AAEB44A47203}"/>
              </a:ext>
            </a:extLst>
          </p:cNvPr>
          <p:cNvSpPr>
            <a:spLocks xmlns:a="http://schemas.openxmlformats.org/drawingml/2006/main" noGrp="1"/>
          </p:cNvSpPr>
          <p:nvPr/>
        </p:nvSpPr>
        <p:spPr>
          <a:xfrm xmlns:a="http://schemas.openxmlformats.org/drawingml/2006/main" rot="0" flipH="0" flipV="0">
            <a:off x="0" y="4096512"/>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0" name="Straight Connector 79">
            <a:extLst xmlns:a="http://schemas.openxmlformats.org/drawingml/2006/main">
              <a:ext uri="{FF2B5EF4-FFF2-40B4-BE49-F238E27FC236}">
                <a16:creationId xmlns:a16="http://schemas.microsoft.com/office/drawing/2014/main" id="{2E9DFE53-4FB5-4DD0-8718-6B839325911B}"/>
              </a:ext>
            </a:extLst>
          </p:cNvPr>
          <p:cNvSpPr>
            <a:spLocks xmlns:a="http://schemas.openxmlformats.org/drawingml/2006/main" noGrp="1"/>
          </p:cNvSpPr>
          <p:nvPr/>
        </p:nvSpPr>
        <p:spPr>
          <a:xfrm xmlns:a="http://schemas.openxmlformats.org/drawingml/2006/main" rot="0" flipH="0" flipV="0">
            <a:off x="0" y="4389120"/>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1" name="Straight Connector 80">
            <a:extLst xmlns:a="http://schemas.openxmlformats.org/drawingml/2006/main">
              <a:ext uri="{FF2B5EF4-FFF2-40B4-BE49-F238E27FC236}">
                <a16:creationId xmlns:a16="http://schemas.microsoft.com/office/drawing/2014/main" id="{E390A705-E9A5-42C8-9823-ED9F66389C08}"/>
              </a:ext>
            </a:extLst>
          </p:cNvPr>
          <p:cNvSpPr>
            <a:spLocks xmlns:a="http://schemas.openxmlformats.org/drawingml/2006/main" noGrp="1"/>
          </p:cNvSpPr>
          <p:nvPr/>
        </p:nvSpPr>
        <p:spPr>
          <a:xfrm xmlns:a="http://schemas.openxmlformats.org/drawingml/2006/main" rot="0" flipH="0" flipV="0">
            <a:off x="0" y="4681728"/>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2" name="Straight Connector 81">
            <a:extLst xmlns:a="http://schemas.openxmlformats.org/drawingml/2006/main">
              <a:ext uri="{FF2B5EF4-FFF2-40B4-BE49-F238E27FC236}">
                <a16:creationId xmlns:a16="http://schemas.microsoft.com/office/drawing/2014/main" id="{BF588C50-1AE7-4BE8-B492-2BF63B045F88}"/>
              </a:ext>
            </a:extLst>
          </p:cNvPr>
          <p:cNvSpPr>
            <a:spLocks xmlns:a="http://schemas.openxmlformats.org/drawingml/2006/main" noGrp="1"/>
          </p:cNvSpPr>
          <p:nvPr/>
        </p:nvSpPr>
        <p:spPr>
          <a:xfrm xmlns:a="http://schemas.openxmlformats.org/drawingml/2006/main" rot="0" flipH="0" flipV="0">
            <a:off x="0" y="4974336"/>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3" name="Straight Connector 82">
            <a:extLst xmlns:a="http://schemas.openxmlformats.org/drawingml/2006/main">
              <a:ext uri="{FF2B5EF4-FFF2-40B4-BE49-F238E27FC236}">
                <a16:creationId xmlns:a16="http://schemas.microsoft.com/office/drawing/2014/main" id="{1947961A-EF53-4F11-A2D8-54EEBB599B20}"/>
              </a:ext>
            </a:extLst>
          </p:cNvPr>
          <p:cNvSpPr>
            <a:spLocks xmlns:a="http://schemas.openxmlformats.org/drawingml/2006/main" noGrp="1"/>
          </p:cNvSpPr>
          <p:nvPr/>
        </p:nvSpPr>
        <p:spPr>
          <a:xfrm xmlns:a="http://schemas.openxmlformats.org/drawingml/2006/main" rot="0" flipH="0" flipV="0">
            <a:off x="0" y="5266944"/>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4" name="Straight Connector 83">
            <a:extLst xmlns:a="http://schemas.openxmlformats.org/drawingml/2006/main">
              <a:ext uri="{FF2B5EF4-FFF2-40B4-BE49-F238E27FC236}">
                <a16:creationId xmlns:a16="http://schemas.microsoft.com/office/drawing/2014/main" id="{17726313-0189-4F72-ABFF-B6B40B56935B}"/>
              </a:ext>
            </a:extLst>
          </p:cNvPr>
          <p:cNvSpPr>
            <a:spLocks xmlns:a="http://schemas.openxmlformats.org/drawingml/2006/main" noGrp="1"/>
          </p:cNvSpPr>
          <p:nvPr/>
        </p:nvSpPr>
        <p:spPr>
          <a:xfrm xmlns:a="http://schemas.openxmlformats.org/drawingml/2006/main" rot="0" flipH="0" flipV="0">
            <a:off x="0" y="5559552"/>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5" name="Straight Connector 84">
            <a:extLst xmlns:a="http://schemas.openxmlformats.org/drawingml/2006/main">
              <a:ext uri="{FF2B5EF4-FFF2-40B4-BE49-F238E27FC236}">
                <a16:creationId xmlns:a16="http://schemas.microsoft.com/office/drawing/2014/main" id="{E1565ADD-5190-4DC9-932B-51855AF33FF4}"/>
              </a:ext>
            </a:extLst>
          </p:cNvPr>
          <p:cNvSpPr>
            <a:spLocks xmlns:a="http://schemas.openxmlformats.org/drawingml/2006/main" noGrp="1"/>
          </p:cNvSpPr>
          <p:nvPr/>
        </p:nvSpPr>
        <p:spPr>
          <a:xfrm xmlns:a="http://schemas.openxmlformats.org/drawingml/2006/main" rot="0" flipH="0" flipV="0">
            <a:off x="0" y="5852160"/>
            <a:ext cx="12188952" cy="0"/>
          </a:xfrm>
          <a:prstGeom xmlns:a="http://schemas.openxmlformats.org/drawingml/2006/main" prst="line">
            <a:avLst/>
          </a:prstGeom>
          <a:ln xmlns:a="http://schemas.openxmlformats.org/drawingml/2006/main" w="3175">
            <a:solidFill>
              <a:schemeClr val="tx1">
                <a:alpha val="20000"/>
              </a:schemeClr>
            </a:solidFill>
            <a:headEnd type="none"/>
            <a:tailEnd type="non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6" name=".64 square" hidden="1">
            <a:extLst xmlns:a="http://schemas.openxmlformats.org/drawingml/2006/main">
              <a:ext uri="{FF2B5EF4-FFF2-40B4-BE49-F238E27FC236}">
                <a16:creationId xmlns:a16="http://schemas.microsoft.com/office/drawing/2014/main" id="{66650E58-D3B3-4B0D-DCB9-EB501F0DFB1C}"/>
              </a:ext>
            </a:extLst>
          </p:cNvPr>
          <p:cNvSpPr>
            <a:spLocks xmlns:a="http://schemas.openxmlformats.org/drawingml/2006/main" noGrp="1"/>
          </p:cNvSpPr>
          <p:nvPr/>
        </p:nvSpPr>
        <p:spPr>
          <a:xfrm xmlns:a="http://schemas.openxmlformats.org/drawingml/2006/main">
            <a:off x="0" y="0"/>
            <a:ext cx="585216" cy="585216"/>
          </a:xfrm>
          <a:prstGeom xmlns:a="http://schemas.openxmlformats.org/drawingml/2006/main" prst="rect">
            <a:avLst/>
          </a:prstGeom>
          <a:solidFill xmlns:a="http://schemas.openxmlformats.org/drawingml/2006/main">
            <a:schemeClr val="tx1">
              <a:alpha val="17000"/>
            </a:schemeClr>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82880" tIns="146304" rIns="182880" bIns="146304" anchor="t">
            <a:noAutofit/>
          </a:bodyPr>
          <a:lstStyle xmlns:a="http://schemas.openxmlformats.org/drawingml/2006/main"/>
          <a:p xmlns:a="http://schemas.openxmlformats.org/drawingml/2006/main">
            <a:pPr algn="ctr" defTabSz="932472">
              <a:lnSpc>
                <a:spcPct val="90000"/>
              </a:lnSpc>
              <a:spcBef>
                <a:spcPct val="0"/>
              </a:spcBef>
              <a:spcAft>
                <a:spcPct val="0"/>
              </a:spcAft>
              <a:buNone/>
            </a:pPr>
            <a:endParaRPr sz="2400" b="1" i="0">
              <a:gradFill>
                <a:gsLst>
                  <a:gs pos="0">
                    <a:srgbClr val="FFFFFF"/>
                  </a:gs>
                  <a:gs pos="100000">
                    <a:srgbClr val="FFFFFF"/>
                  </a:gs>
                </a:gsLst>
                <a:lin ang="5400000" scaled="0"/>
              </a:gradFill>
              <a:latin typeface="Segoe UI Variable Display"/>
              <a:ea typeface="Segoe UI Variable Display"/>
              <a:cs typeface="Segoe UI Variable Display"/>
            </a:endParaRPr>
          </a:p>
        </p:txBody>
      </p:sp>
      <p:sp>
        <p:nvSpPr>
          <p:cNvPr id="87" name=".32 square" hidden="1">
            <a:extLst xmlns:a="http://schemas.openxmlformats.org/drawingml/2006/main">
              <a:ext uri="{FF2B5EF4-FFF2-40B4-BE49-F238E27FC236}">
                <a16:creationId xmlns:a16="http://schemas.microsoft.com/office/drawing/2014/main" id="{3A24154E-FD9E-71DE-640D-BF95D5440D8F}"/>
              </a:ext>
            </a:extLst>
          </p:cNvPr>
          <p:cNvSpPr>
            <a:spLocks xmlns:a="http://schemas.openxmlformats.org/drawingml/2006/main" noGrp="1"/>
          </p:cNvSpPr>
          <p:nvPr/>
        </p:nvSpPr>
        <p:spPr>
          <a:xfrm xmlns:a="http://schemas.openxmlformats.org/drawingml/2006/main">
            <a:off x="0" y="0"/>
            <a:ext cx="292608" cy="292608"/>
          </a:xfrm>
          <a:prstGeom xmlns:a="http://schemas.openxmlformats.org/drawingml/2006/main" prst="rect">
            <a:avLst/>
          </a:prstGeom>
          <a:solidFill xmlns:a="http://schemas.openxmlformats.org/drawingml/2006/main">
            <a:schemeClr val="tx1">
              <a:alpha val="17000"/>
            </a:schemeClr>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82880" tIns="146304" rIns="182880" bIns="146304" anchor="t">
            <a:noAutofit/>
          </a:bodyPr>
          <a:lstStyle xmlns:a="http://schemas.openxmlformats.org/drawingml/2006/main"/>
          <a:p xmlns:a="http://schemas.openxmlformats.org/drawingml/2006/main">
            <a:pPr algn="ctr" defTabSz="932472">
              <a:lnSpc>
                <a:spcPct val="90000"/>
              </a:lnSpc>
              <a:spcBef>
                <a:spcPct val="0"/>
              </a:spcBef>
              <a:spcAft>
                <a:spcPct val="0"/>
              </a:spcAft>
              <a:buNone/>
            </a:pPr>
            <a:endParaRPr sz="2400" b="1" i="0">
              <a:gradFill>
                <a:gsLst>
                  <a:gs pos="0">
                    <a:srgbClr val="FFFFFF"/>
                  </a:gs>
                  <a:gs pos="100000">
                    <a:srgbClr val="FFFFFF"/>
                  </a:gs>
                </a:gsLst>
                <a:lin ang="5400000" scaled="0"/>
              </a:gradFill>
              <a:latin typeface="Segoe UI Variable Display"/>
              <a:ea typeface="Segoe UI Variable Display"/>
              <a:cs typeface="Segoe UI Variable Display"/>
            </a:endParaRPr>
          </a:p>
        </p:txBody>
      </p:sp>
      <p:sp>
        <p:nvSpPr>
          <p:cNvPr id="5" name="Footer Placeholder 4">
            <a:extLst xmlns:a="http://schemas.openxmlformats.org/drawingml/2006/main">
              <a:ext uri="{FF2B5EF4-FFF2-40B4-BE49-F238E27FC236}">
                <a16:creationId xmlns:a16="http://schemas.microsoft.com/office/drawing/2014/main" id="{9E292CDA-3036-7D1C-B851-7A5EB15FA1C0}"/>
              </a:ext>
            </a:extLst>
          </p:cNvPr>
          <p:cNvSpPr>
            <a:spLocks xmlns:a="http://schemas.openxmlformats.org/drawingml/2006/main" noGrp="1"/>
          </p:cNvSpPr>
          <p:nvPr>
            <p:ph type="ftr" idx="3"/>
          </p:nvPr>
        </p:nvSpPr>
        <p:spPr>
          <a:xfrm xmlns:a="http://schemas.openxmlformats.org/drawingml/2006/main">
            <a:off x="584200" y="6477356"/>
            <a:ext cx="4114800" cy="123111"/>
          </a:xfrm>
          <a:prstGeom xmlns:a="http://schemas.openxmlformats.org/drawingml/2006/main" prst="rect">
            <a:avLst/>
          </a:prstGeom>
        </p:spPr>
        <p:txBody>
          <a:bodyPr xmlns:a="http://schemas.openxmlformats.org/drawingml/2006/main" vert="horz" lIns="0" tIns="0" rIns="0" bIns="0" anchor="ctr">
            <a:spAutoFit/>
          </a:bodyPr>
          <a:lstStyle xmlns:a="http://schemas.openxmlformats.org/drawingml/2006/main">
            <a:lvl1pPr algn="l">
              <a:buNone/>
              <a:defRPr sz="800" b="1" i="0">
                <a:solidFill>
                  <a:schemeClr val="tx1"/>
                </a:solidFill>
                <a:latin typeface="Segoe UI Variable Display"/>
                <a:ea typeface="Segoe UI Variable Display"/>
                <a:cs typeface="Segoe UI Variable Display"/>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D5F60D1-9CD4-1377-F479-CA37B83380D2}"/>
              </a:ext>
            </a:extLst>
          </p:cNvPr>
          <p:cNvSpPr>
            <a:spLocks xmlns:a="http://schemas.openxmlformats.org/drawingml/2006/main" noGrp="1"/>
          </p:cNvSpPr>
          <p:nvPr>
            <p:ph type="sldNum" idx="4"/>
          </p:nvPr>
        </p:nvSpPr>
        <p:spPr>
          <a:xfrm xmlns:a="http://schemas.openxmlformats.org/drawingml/2006/main">
            <a:off x="8866633" y="6477356"/>
            <a:ext cx="2743200" cy="123111"/>
          </a:xfrm>
          <a:prstGeom xmlns:a="http://schemas.openxmlformats.org/drawingml/2006/main" prst="rect">
            <a:avLst/>
          </a:prstGeom>
        </p:spPr>
        <p:txBody>
          <a:bodyPr xmlns:a="http://schemas.openxmlformats.org/drawingml/2006/main" vert="horz" lIns="0" tIns="0" rIns="0" bIns="0" anchor="ctr">
            <a:spAutoFit/>
          </a:bodyPr>
          <a:lstStyle xmlns:a="http://schemas.openxmlformats.org/drawingml/2006/main">
            <a:lvl1pPr algn="r">
              <a:buNone/>
              <a:defRPr sz="800" b="1" i="0">
                <a:solidFill>
                  <a:schemeClr val="tx1"/>
                </a:solidFill>
                <a:latin typeface="Segoe UI Variable Display"/>
                <a:ea typeface="Segoe UI Variable Display"/>
                <a:cs typeface="Segoe UI Variable Display"/>
              </a:defRPr>
            </a:lvl1pPr>
          </a:lstStyle>
          <a:p xmlns:a="http://schemas.openxmlformats.org/drawingml/2006/main">
            <a:fld id="{F126207E-29C7-4F9F-8309-C6BAAD6BC8C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87" r:id="Re8790599195a4cc6"/>
    <p:sldLayoutId xmlns:r="http://schemas.openxmlformats.org/officeDocument/2006/relationships" id="2147483688" r:id="R2cd2ed0b393e415f"/>
    <p:sldLayoutId xmlns:r="http://schemas.openxmlformats.org/officeDocument/2006/relationships" id="2147483689" r:id="R660d2c0a62ae4dbc"/>
    <p:sldLayoutId xmlns:r="http://schemas.openxmlformats.org/officeDocument/2006/relationships" id="2147483690" r:id="R116e57c576224bac"/>
    <p:sldLayoutId xmlns:r="http://schemas.openxmlformats.org/officeDocument/2006/relationships" id="2147483691" r:id="R146c350e88834253"/>
    <p:sldLayoutId xmlns:r="http://schemas.openxmlformats.org/officeDocument/2006/relationships" id="2147483692" r:id="R718a075560444f31"/>
    <p:sldLayoutId xmlns:r="http://schemas.openxmlformats.org/officeDocument/2006/relationships" id="2147483693" r:id="Rce3674b27c834c56"/>
    <p:sldLayoutId xmlns:r="http://schemas.openxmlformats.org/officeDocument/2006/relationships" id="2147483694" r:id="R9651d1ed1d204420"/>
    <p:sldLayoutId xmlns:r="http://schemas.openxmlformats.org/officeDocument/2006/relationships" id="2147483695" r:id="R648cda46d54c482b"/>
    <p:sldLayoutId xmlns:r="http://schemas.openxmlformats.org/officeDocument/2006/relationships" id="2147483696" r:id="R120142111d34496e"/>
    <p:sldLayoutId xmlns:r="http://schemas.openxmlformats.org/officeDocument/2006/relationships" id="2147483697" r:id="R565921e17cdd4ad7"/>
    <p:sldLayoutId xmlns:r="http://schemas.openxmlformats.org/officeDocument/2006/relationships" id="2147483698" r:id="R8a265dce2d374d57"/>
    <p:sldLayoutId xmlns:r="http://schemas.openxmlformats.org/officeDocument/2006/relationships" id="2147483699" r:id="Rebfb9625e4804e7a"/>
    <p:sldLayoutId xmlns:r="http://schemas.openxmlformats.org/officeDocument/2006/relationships" id="2147483700" r:id="R047bb554cb6e4b5b"/>
    <p:sldLayoutId xmlns:r="http://schemas.openxmlformats.org/officeDocument/2006/relationships" id="2147483701" r:id="Red3e6a67373c4c22"/>
    <p:sldLayoutId xmlns:r="http://schemas.openxmlformats.org/officeDocument/2006/relationships" id="2147483702" r:id="Re59b10a32c2c4777"/>
    <p:sldLayoutId xmlns:r="http://schemas.openxmlformats.org/officeDocument/2006/relationships" id="2147483703" r:id="R8c1afb18d2d04d44"/>
    <p:sldLayoutId xmlns:r="http://schemas.openxmlformats.org/officeDocument/2006/relationships" id="2147483704" r:id="Rf016d82b50554676"/>
    <p:sldLayoutId xmlns:r="http://schemas.openxmlformats.org/officeDocument/2006/relationships" id="2147483705" r:id="R8593f3fe07f14bb0"/>
    <p:sldLayoutId xmlns:r="http://schemas.openxmlformats.org/officeDocument/2006/relationships" id="2147483706" r:id="Rc66cd315442c44d9"/>
    <p:sldLayoutId xmlns:r="http://schemas.openxmlformats.org/officeDocument/2006/relationships" id="2147483707" r:id="Rfe1be5969157499d"/>
    <p:sldLayoutId xmlns:r="http://schemas.openxmlformats.org/officeDocument/2006/relationships" id="2147483708" r:id="Re6948d20f0b94e3a"/>
    <p:sldLayoutId xmlns:r="http://schemas.openxmlformats.org/officeDocument/2006/relationships" id="2147483709" r:id="R1a3b6f81a8ba41a5"/>
    <p:sldLayoutId xmlns:r="http://schemas.openxmlformats.org/officeDocument/2006/relationships" id="2147483710" r:id="R9bfcadc302e647fe"/>
    <p:sldLayoutId xmlns:r="http://schemas.openxmlformats.org/officeDocument/2006/relationships" id="2147483711" r:id="R2d4d054362724482"/>
    <p:sldLayoutId xmlns:r="http://schemas.openxmlformats.org/officeDocument/2006/relationships" id="2147483712" r:id="Rdbca4e940a0f4086"/>
    <p:sldLayoutId xmlns:r="http://schemas.openxmlformats.org/officeDocument/2006/relationships" id="2147483713" r:id="Rd97745a2e24340d8"/>
    <p:sldLayoutId xmlns:r="http://schemas.openxmlformats.org/officeDocument/2006/relationships" id="2147483714" r:id="Rd0f8943bc9a146cd"/>
    <p:sldLayoutId xmlns:r="http://schemas.openxmlformats.org/officeDocument/2006/relationships" id="2147483715" r:id="Rc2b4dcdfe12948d9"/>
    <p:sldLayoutId xmlns:r="http://schemas.openxmlformats.org/officeDocument/2006/relationships" id="2147483716" r:id="R60cdb08a28784a7c"/>
    <p:sldLayoutId xmlns:r="http://schemas.openxmlformats.org/officeDocument/2006/relationships" id="2147483717" r:id="R5721cd5a5d424a94"/>
    <p:sldLayoutId xmlns:r="http://schemas.openxmlformats.org/officeDocument/2006/relationships" id="2147483718" r:id="R646d597312b64fa2"/>
    <p:sldLayoutId xmlns:r="http://schemas.openxmlformats.org/officeDocument/2006/relationships" id="2147483719" r:id="Rebb3632340964db6"/>
    <p:sldLayoutId xmlns:r="http://schemas.openxmlformats.org/officeDocument/2006/relationships" id="2147483720" r:id="R8d7e629a4a634236"/>
    <p:sldLayoutId xmlns:r="http://schemas.openxmlformats.org/officeDocument/2006/relationships" id="2147483721" r:id="R26b5f3b9fb8c4641"/>
    <p:sldLayoutId xmlns:r="http://schemas.openxmlformats.org/officeDocument/2006/relationships" id="2147483722" r:id="R01977b2bcac14931"/>
    <p:sldLayoutId xmlns:r="http://schemas.openxmlformats.org/officeDocument/2006/relationships" id="2147483723" r:id="Rca45c910255a4bb2"/>
  </p:sldLayoutIdLst>
  <p:hf hdr="0" dt="0"/>
  <p:txStyles>
    <p:titleStyle>
      <a:lvl1pPr xmlns:a="http://schemas.openxmlformats.org/drawingml/2006/main" algn="l" defTabSz="932742">
        <a:lnSpc>
          <a:spcPct val="100000"/>
        </a:lnSpc>
        <a:spcBef>
          <a:spcPct val="0"/>
        </a:spcBef>
        <a:buNone/>
        <a:defRPr sz="3600" b="1" i="0" kern="1200" cap="none" spc="-50" baseline="0">
          <a:ln w="3175">
            <a:noFill/>
          </a:ln>
          <a:solidFill>
            <a:schemeClr val="tx1"/>
          </a:solidFill>
          <a:latin typeface="+mj-lt"/>
          <a:ea typeface="+mj-lt"/>
          <a:cs typeface="+mj-lt"/>
        </a:defRPr>
      </a:lvl1pPr>
    </p:titleStyle>
    <p:bodyStyle>
      <a:lvl1pPr xmlns:a="http://schemas.openxmlformats.org/drawingml/2006/main" marL="228600" marR="0" indent="-228600" algn="l" defTabSz="932742">
        <a:lnSpc>
          <a:spcPct val="100000"/>
        </a:lnSpc>
        <a:spcBef>
          <a:spcPct val="20000"/>
        </a:spcBef>
        <a:spcAft>
          <a:spcPts val="0"/>
        </a:spcAft>
        <a:buClrTx/>
        <a:buSzPct val="90000"/>
        <a:buFont typeface="Wingdings"/>
        <a:buChar char=""/>
        <a:defRPr sz="2800" b="1" i="0" kern="1200" spc="0" baseline="0">
          <a:solidFill>
            <a:schemeClr val="tx1"/>
          </a:solidFill>
          <a:latin typeface="Segoe UI Variable Display Semibold"/>
          <a:ea typeface="Segoe UI Variable Display Semibold"/>
          <a:cs typeface="Segoe UI Variable Display Semibold"/>
        </a:defRPr>
      </a:lvl1pPr>
      <a:lvl2pPr xmlns:a="http://schemas.openxmlformats.org/drawingml/2006/main" marL="457200" marR="0" indent="-228600" algn="l" defTabSz="932742">
        <a:lnSpc>
          <a:spcPct val="100000"/>
        </a:lnSpc>
        <a:spcBef>
          <a:spcPct val="20000"/>
        </a:spcBef>
        <a:spcAft>
          <a:spcPts val="0"/>
        </a:spcAft>
        <a:buClrTx/>
        <a:buSzPct val="90000"/>
        <a:buFont typeface="Wingdings"/>
        <a:buChar char=""/>
        <a:defRPr sz="1600" b="0" i="0" kern="1200" spc="0" baseline="0">
          <a:solidFill>
            <a:schemeClr val="tx1"/>
          </a:solidFill>
          <a:latin typeface="Segoe UI Variable Display"/>
          <a:ea typeface="Segoe UI Variable Display"/>
          <a:cs typeface="Segoe UI Variable Display"/>
        </a:defRPr>
      </a:lvl2pPr>
      <a:lvl3pPr xmlns:a="http://schemas.openxmlformats.org/drawingml/2006/main" marL="657225" marR="0" indent="-200025" algn="l" defTabSz="932742">
        <a:lnSpc>
          <a:spcPct val="100000"/>
        </a:lnSpc>
        <a:spcBef>
          <a:spcPct val="20000"/>
        </a:spcBef>
        <a:spcAft>
          <a:spcPts val="0"/>
        </a:spcAft>
        <a:buClrTx/>
        <a:buSzPct val="90000"/>
        <a:buFont typeface="Wingdings"/>
        <a:buChar char=""/>
        <a:defRPr sz="1400" b="0" i="0" kern="1200" spc="0" baseline="0">
          <a:solidFill>
            <a:schemeClr val="tx1"/>
          </a:solidFill>
          <a:latin typeface="Segoe UI Variable Display"/>
          <a:ea typeface="Segoe UI Variable Display"/>
          <a:cs typeface="Segoe UI Variable Display"/>
        </a:defRPr>
      </a:lvl3pPr>
      <a:lvl4pPr xmlns:a="http://schemas.openxmlformats.org/drawingml/2006/main" marL="842963" marR="0" indent="-180975" algn="l" defTabSz="932742">
        <a:lnSpc>
          <a:spcPct val="100000"/>
        </a:lnSpc>
        <a:spcBef>
          <a:spcPct val="20000"/>
        </a:spcBef>
        <a:spcAft>
          <a:spcPts val="0"/>
        </a:spcAft>
        <a:buClrTx/>
        <a:buSzPct val="90000"/>
        <a:buFont typeface="Wingdings"/>
        <a:buChar char=""/>
        <a:defRPr sz="1200" b="0" i="0" kern="1200" spc="0" baseline="0">
          <a:solidFill>
            <a:schemeClr val="tx1"/>
          </a:solidFill>
          <a:latin typeface="Segoe UI Variable Display"/>
          <a:ea typeface="Segoe UI Variable Display"/>
          <a:cs typeface="Segoe UI Variable Display"/>
        </a:defRPr>
      </a:lvl4pPr>
      <a:lvl5pPr xmlns:a="http://schemas.openxmlformats.org/drawingml/2006/main" marL="1023938" marR="0" indent="-168275" algn="l" defTabSz="932742">
        <a:lnSpc>
          <a:spcPct val="100000"/>
        </a:lnSpc>
        <a:spcBef>
          <a:spcPct val="20000"/>
        </a:spcBef>
        <a:spcAft>
          <a:spcPts val="0"/>
        </a:spcAft>
        <a:buClrTx/>
        <a:buSzPct val="90000"/>
        <a:buFont typeface="Wingdings"/>
        <a:buChar char=""/>
        <a:defRPr sz="1050" b="0" i="0" kern="1200" spc="0" baseline="0">
          <a:solidFill>
            <a:schemeClr val="tx1"/>
          </a:solidFill>
          <a:latin typeface="Segoe UI Variable Display"/>
          <a:ea typeface="Segoe UI Variable Display"/>
          <a:cs typeface="Segoe UI Variable Display"/>
        </a:defRPr>
      </a:lvl5pPr>
      <a:lvl6pPr xmlns:a="http://schemas.openxmlformats.org/drawingml/2006/main" marL="2565040" indent="-233186" algn="l" defTabSz="932742">
        <a:spcBef>
          <a:spcPct val="20000"/>
        </a:spcBef>
        <a:buFont typeface="Arial"/>
        <a:buChar char="•"/>
        <a:defRPr sz="2000" kern="1200">
          <a:solidFill>
            <a:schemeClr val="tx1"/>
          </a:solidFill>
          <a:latin typeface="+mn-lt"/>
          <a:ea typeface="+mn-lt"/>
          <a:cs typeface="+mn-lt"/>
        </a:defRPr>
      </a:lvl6pPr>
      <a:lvl7pPr xmlns:a="http://schemas.openxmlformats.org/drawingml/2006/main" marL="3031412" indent="-233186" algn="l" defTabSz="932742">
        <a:spcBef>
          <a:spcPct val="20000"/>
        </a:spcBef>
        <a:buFont typeface="Arial"/>
        <a:buChar char="•"/>
        <a:defRPr sz="2000" kern="1200">
          <a:solidFill>
            <a:schemeClr val="tx1"/>
          </a:solidFill>
          <a:latin typeface="+mn-lt"/>
          <a:ea typeface="+mn-lt"/>
          <a:cs typeface="+mn-lt"/>
        </a:defRPr>
      </a:lvl7pPr>
      <a:lvl8pPr xmlns:a="http://schemas.openxmlformats.org/drawingml/2006/main" marL="3497783" indent="-233186" algn="l" defTabSz="932742">
        <a:spcBef>
          <a:spcPct val="20000"/>
        </a:spcBef>
        <a:buFont typeface="Arial"/>
        <a:buChar char="•"/>
        <a:defRPr sz="2000" kern="1200">
          <a:solidFill>
            <a:schemeClr val="tx1"/>
          </a:solidFill>
          <a:latin typeface="+mn-lt"/>
          <a:ea typeface="+mn-lt"/>
          <a:cs typeface="+mn-lt"/>
        </a:defRPr>
      </a:lvl8pPr>
      <a:lvl9pPr xmlns:a="http://schemas.openxmlformats.org/drawingml/2006/main" marL="3964155" indent="-233186" algn="l" defTabSz="932742">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32742">
        <a:buNone/>
        <a:defRPr sz="1800" kern="1200">
          <a:solidFill>
            <a:schemeClr val="tx1"/>
          </a:solidFill>
          <a:latin typeface="+mn-lt"/>
          <a:ea typeface="+mn-lt"/>
          <a:cs typeface="+mn-lt"/>
        </a:defRPr>
      </a:lvl1pPr>
      <a:lvl2pPr xmlns:a="http://schemas.openxmlformats.org/drawingml/2006/main" marL="466371" algn="l" defTabSz="932742">
        <a:buNone/>
        <a:defRPr sz="1800" kern="1200">
          <a:solidFill>
            <a:schemeClr val="tx1"/>
          </a:solidFill>
          <a:latin typeface="+mn-lt"/>
          <a:ea typeface="+mn-lt"/>
          <a:cs typeface="+mn-lt"/>
        </a:defRPr>
      </a:lvl2pPr>
      <a:lvl3pPr xmlns:a="http://schemas.openxmlformats.org/drawingml/2006/main" marL="932742" algn="l" defTabSz="932742">
        <a:buNone/>
        <a:defRPr sz="1800" kern="1200">
          <a:solidFill>
            <a:schemeClr val="tx1"/>
          </a:solidFill>
          <a:latin typeface="+mn-lt"/>
          <a:ea typeface="+mn-lt"/>
          <a:cs typeface="+mn-lt"/>
        </a:defRPr>
      </a:lvl3pPr>
      <a:lvl4pPr xmlns:a="http://schemas.openxmlformats.org/drawingml/2006/main" marL="1399113" algn="l" defTabSz="932742">
        <a:buNone/>
        <a:defRPr sz="1800" kern="1200">
          <a:solidFill>
            <a:schemeClr val="tx1"/>
          </a:solidFill>
          <a:latin typeface="+mn-lt"/>
          <a:ea typeface="+mn-lt"/>
          <a:cs typeface="+mn-lt"/>
        </a:defRPr>
      </a:lvl4pPr>
      <a:lvl5pPr xmlns:a="http://schemas.openxmlformats.org/drawingml/2006/main" marL="1865484" algn="l" defTabSz="932742">
        <a:buNone/>
        <a:defRPr sz="1800" kern="1200">
          <a:solidFill>
            <a:schemeClr val="tx1"/>
          </a:solidFill>
          <a:latin typeface="+mn-lt"/>
          <a:ea typeface="+mn-lt"/>
          <a:cs typeface="+mn-lt"/>
        </a:defRPr>
      </a:lvl5pPr>
      <a:lvl6pPr xmlns:a="http://schemas.openxmlformats.org/drawingml/2006/main" marL="2331856" algn="l" defTabSz="932742">
        <a:buNone/>
        <a:defRPr sz="1800" kern="1200">
          <a:solidFill>
            <a:schemeClr val="tx1"/>
          </a:solidFill>
          <a:latin typeface="+mn-lt"/>
          <a:ea typeface="+mn-lt"/>
          <a:cs typeface="+mn-lt"/>
        </a:defRPr>
      </a:lvl6pPr>
      <a:lvl7pPr xmlns:a="http://schemas.openxmlformats.org/drawingml/2006/main" marL="2798226" algn="l" defTabSz="932742">
        <a:buNone/>
        <a:defRPr sz="1800" kern="1200">
          <a:solidFill>
            <a:schemeClr val="tx1"/>
          </a:solidFill>
          <a:latin typeface="+mn-lt"/>
          <a:ea typeface="+mn-lt"/>
          <a:cs typeface="+mn-lt"/>
        </a:defRPr>
      </a:lvl7pPr>
      <a:lvl8pPr xmlns:a="http://schemas.openxmlformats.org/drawingml/2006/main" marL="3264597" algn="l" defTabSz="932742">
        <a:buNone/>
        <a:defRPr sz="1800" kern="1200">
          <a:solidFill>
            <a:schemeClr val="tx1"/>
          </a:solidFill>
          <a:latin typeface="+mn-lt"/>
          <a:ea typeface="+mn-lt"/>
          <a:cs typeface="+mn-lt"/>
        </a:defRPr>
      </a:lvl8pPr>
      <a:lvl9pPr xmlns:a="http://schemas.openxmlformats.org/drawingml/2006/main" marL="3730969" algn="l" defTabSz="932742">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31" pos="368">
          <p15:clr>
            <a:srgbClr xmlns:a="http://schemas.openxmlformats.org/drawingml/2006/main" val="C35EA4"/>
          </p15:clr>
        </p15:guide>
        <p15:guide id="32" pos="7313">
          <p15:clr>
            <a:srgbClr xmlns:a="http://schemas.openxmlformats.org/drawingml/2006/main" val="C35EA4"/>
          </p15:clr>
        </p15:guide>
        <p15:guide id="33" orient="horz" pos="369">
          <p15:clr>
            <a:srgbClr xmlns:a="http://schemas.openxmlformats.org/drawingml/2006/main" val="C35EA4"/>
          </p15:clr>
        </p15:guide>
        <p15:guide id="34" orient="horz" pos="3949">
          <p15:clr>
            <a:srgbClr xmlns:a="http://schemas.openxmlformats.org/drawingml/2006/main" val="C35EA4"/>
          </p15:clr>
        </p15:guide>
        <p15:guide id="35" orient="horz" pos="184">
          <p15:clr>
            <a:srgbClr xmlns:a="http://schemas.openxmlformats.org/drawingml/2006/main" val="A4A3A4"/>
          </p15:clr>
        </p15:guide>
        <p15:guide id="36" pos="185">
          <p15:clr>
            <a:srgbClr xmlns:a="http://schemas.openxmlformats.org/drawingml/2006/main" val="A4A3A4"/>
          </p15:clr>
        </p15:guide>
        <p15:guide id="37" orient="horz" pos="4135">
          <p15:clr>
            <a:srgbClr xmlns:a="http://schemas.openxmlformats.org/drawingml/2006/main" val="A4A3A4"/>
          </p15:clr>
        </p15:guide>
        <p15:guide id="38" pos="7495">
          <p15:clr>
            <a:srgbClr xmlns:a="http://schemas.openxmlformats.org/drawingml/2006/main" val="A4A3A4"/>
          </p15:clr>
        </p15:guide>
      </p15:sldGuideLst>
    </p:ext>
  </p:extLst>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2_Office Theme">
  <a:themeElements>
    <a:clrScheme name="UTS Brand Colours">
      <a:dk1>
        <a:srgbClr val="000000"/>
      </a:dk1>
      <a:lt1>
        <a:srgbClr val="FFFFFF"/>
      </a:lt1>
      <a:dk2>
        <a:srgbClr val="323232"/>
      </a:dk2>
      <a:lt2>
        <a:srgbClr val="E7E6E6"/>
      </a:lt2>
      <a:accent1>
        <a:srgbClr val="0F4BEB"/>
      </a:accent1>
      <a:accent2>
        <a:srgbClr val="FF2305"/>
      </a:accent2>
      <a:accent3>
        <a:srgbClr val="000000"/>
      </a:accent3>
      <a:accent4>
        <a:srgbClr val="B2B2B2"/>
      </a:accent4>
      <a:accent5>
        <a:srgbClr val="EBEBEB"/>
      </a:accent5>
      <a:accent6>
        <a:srgbClr val="FAF528"/>
      </a:accent6>
      <a:hlink>
        <a:srgbClr val="00B7E0"/>
      </a:hlink>
      <a:folHlink>
        <a:srgbClr val="00B7E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TS Brand Colou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Test">
  <a:themeElements>
    <a:clrScheme name="MCAPS">
      <a:dk1>
        <a:srgbClr val="000000"/>
      </a:dk1>
      <a:lt1>
        <a:srgbClr val="FFFFFF"/>
      </a:lt1>
      <a:dk2>
        <a:srgbClr val="3B2E58"/>
      </a:dk2>
      <a:lt2>
        <a:srgbClr val="E6E6E6"/>
      </a:lt2>
      <a:accent1>
        <a:srgbClr val="8661C5"/>
      </a:accent1>
      <a:accent2>
        <a:srgbClr val="0A1F2B"/>
      </a:accent2>
      <a:accent3>
        <a:srgbClr val="0078D4"/>
      </a:accent3>
      <a:accent4>
        <a:srgbClr val="FFB900"/>
      </a:accent4>
      <a:accent5>
        <a:srgbClr val="F4364C"/>
      </a:accent5>
      <a:accent6>
        <a:srgbClr val="D59DFF"/>
      </a:accent6>
      <a:hlink>
        <a:srgbClr val="0078D4"/>
      </a:hlink>
      <a:folHlink>
        <a:srgbClr val="0078D4"/>
      </a:folHlink>
    </a:clrScheme>
    <a:fontScheme name="Custom 5">
      <a:majorFont>
        <a:latin typeface="Segoe UI Variable Display"/>
        <a:ea typeface=""/>
        <a:cs typeface=""/>
      </a:majorFont>
      <a:minorFont>
        <a:latin typeface="Segoe UI Variable Display"/>
        <a:ea typeface=""/>
        <a:cs typeface=""/>
      </a:minorFont>
    </a:fontScheme>
    <a:fmtScheme name="MCAPS">
      <a:fillStyleLst>
        <a:solidFill>
          <a:schemeClr val="phClr"/>
        </a:solidFill>
        <a:solidFill>
          <a:schemeClr val="phClr">
            <a:tint val="65000"/>
          </a:schemeClr>
        </a:solidFill>
        <a:solidFill>
          <a:schemeClr val="phClr">
            <a:shade val="80000"/>
            <a:satMod val="180000"/>
          </a:schemeClr>
        </a:solidFill>
      </a:fillStyleLst>
      <a:lnStyleLst>
        <a:ln w="9525">
          <a:solidFill>
            <a:schemeClr val="phClr"/>
          </a:solidFill>
          <a:prstDash val="solid"/>
        </a:ln>
        <a:ln w="10795">
          <a:solidFill>
            <a:schemeClr val="phClr"/>
          </a:solidFill>
          <a:prstDash val="solid"/>
        </a:ln>
        <a:ln w="17145">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5.xml" Id="R2ca8194ab9c24354" /><Relationship Type="http://schemas.openxmlformats.org/officeDocument/2006/relationships/notesSlide" Target="/ppt/notesSlides/notesSlide1.xml" Id="R6fe884ce5fff4c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32.xml" Id="R10607b50a9db4486" /><Relationship Type="http://schemas.openxmlformats.org/officeDocument/2006/relationships/image" Target="/ppt/media/image.svg" Id="Red5d29a9cba7402f" /><Relationship Type="http://schemas.openxmlformats.org/officeDocument/2006/relationships/image" Target="/ppt/media/image.jpeg" Id="Rf7d102ee58c247b5" /><Relationship Type="http://schemas.openxmlformats.org/officeDocument/2006/relationships/image" Target="/ppt/media/image2.svg" Id="Rd249f4342de24bc1" /><Relationship Type="http://schemas.openxmlformats.org/officeDocument/2006/relationships/image" Target="/ppt/media/image2.jpeg" Id="Rb71758c346f1432f" /><Relationship Type="http://schemas.openxmlformats.org/officeDocument/2006/relationships/image" Target="/ppt/media/image3.svg" Id="Rbb654fcce0764ede" /><Relationship Type="http://schemas.openxmlformats.org/officeDocument/2006/relationships/image" Target="/ppt/media/image3.jpeg" Id="Re6f0f9b29b344bca" /><Relationship Type="http://schemas.openxmlformats.org/officeDocument/2006/relationships/notesSlide" Target="/ppt/notesSlides/notesSlide2.xml" Id="Re51c79c34ef64f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4.xml" Id="R4332272bc3f842ef" /><Relationship Type="http://schemas.openxmlformats.org/officeDocument/2006/relationships/notesSlide" Target="/ppt/notesSlides/notesSlide3.xml" Id="R3ab8ea674b264e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6.xml" Id="R8a79b525788c43ae" /><Relationship Type="http://schemas.openxmlformats.org/officeDocument/2006/relationships/notesSlide" Target="/ppt/notesSlides/notesSlide4.xml" Id="R6e9142a046d240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b57134fbeb6418d" /><Relationship Type="http://schemas.openxmlformats.org/officeDocument/2006/relationships/hyperlink" Target="https://github.com/mdsiprojects/anlpspr2026-published" TargetMode="External" Id="Red37771a447f4639" /><Relationship Type="http://schemas.openxmlformats.org/officeDocument/2006/relationships/notesSlide" Target="/ppt/notesSlides/notesSlide5.xml" Id="R86964e4e78054b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71221b1f6894ad4" /><Relationship Type="http://schemas.openxmlformats.org/officeDocument/2006/relationships/notesSlide" Target="/ppt/notesSlides/notesSlide6.xml" Id="R5cd2de7fa3184e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9b0d6b30d5f24f05" /><Relationship Type="http://schemas.openxmlformats.org/officeDocument/2006/relationships/image" Target="/ppt/media/image14.png" Id="R3ecff338d88948ca" /><Relationship Type="http://schemas.openxmlformats.org/officeDocument/2006/relationships/notesSlide" Target="/ppt/notesSlides/notesSlide7.xml" Id="R249cb80bcc1142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6cd6b482d1d4262" /><Relationship Type="http://schemas.openxmlformats.org/officeDocument/2006/relationships/image" Target="/ppt/media/image15.png" Id="Rb314305246464fe4" /><Relationship Type="http://schemas.openxmlformats.org/officeDocument/2006/relationships/notesSlide" Target="/ppt/notesSlides/notesSlide8.xml" Id="Rcccd34b3603c4b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53e058dac1a4a5a" /><Relationship Type="http://schemas.openxmlformats.org/officeDocument/2006/relationships/image" Target="/ppt/media/image4.jpeg" Id="R6d75a17859f44776" /><Relationship Type="http://schemas.openxmlformats.org/officeDocument/2006/relationships/notesSlide" Target="/ppt/notesSlides/notesSlide9.xml" Id="R341720e45e6445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03cf5ba1d8c4359" /><Relationship Type="http://schemas.openxmlformats.org/officeDocument/2006/relationships/notesSlide" Target="/ppt/notesSlides/notesSlide10.xml" Id="R03d823383c5f4d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6.xml" Id="R6de3684512dc499e" /><Relationship Type="http://schemas.openxmlformats.org/officeDocument/2006/relationships/notesSlide" Target="/ppt/notesSlides/notesSlide11.xml" Id="R13f45c443f7b4b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d8b9d98bde64892" /><Relationship Type="http://schemas.openxmlformats.org/officeDocument/2006/relationships/notesSlide" Target="/ppt/notesSlides/notesSlide12.xml" Id="Raf370fe565f149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460281288194c92" /><Relationship Type="http://schemas.openxmlformats.org/officeDocument/2006/relationships/notesSlide" Target="/ppt/notesSlides/notesSlide13.xml" Id="R657650c8228440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6.xml" Id="R2cabf0fe7782436f" /><Relationship Type="http://schemas.openxmlformats.org/officeDocument/2006/relationships/notesSlide" Target="/ppt/notesSlides/notesSlide14.xml" Id="R6f3718f194b340b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6d0843668134748" /><Relationship Type="http://schemas.openxmlformats.org/officeDocument/2006/relationships/notesSlide" Target="/ppt/notesSlides/notesSlide15.xml" Id="R6e29c3e4f8aa4a0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24f56a518ee497c" /><Relationship Type="http://schemas.openxmlformats.org/officeDocument/2006/relationships/notesSlide" Target="/ppt/notesSlides/notesSlide16.xml" Id="Rb7e1a388a21447c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7002b93f80bf447c" /><Relationship Type="http://schemas.openxmlformats.org/officeDocument/2006/relationships/notesSlide" Target="/ppt/notesSlides/notesSlide17.xml" Id="R5d9ae4cf14fb44e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6.xml" Id="R59e3511fe5b54235" /><Relationship Type="http://schemas.openxmlformats.org/officeDocument/2006/relationships/notesSlide" Target="/ppt/notesSlides/notesSlide18.xml" Id="R0758807dc7e846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5f64bed64514ee3" /><Relationship Type="http://schemas.openxmlformats.org/officeDocument/2006/relationships/image" Target="/ppt/media/image16.png" Id="R73b8e34090214ec9" /><Relationship Type="http://schemas.openxmlformats.org/officeDocument/2006/relationships/notesSlide" Target="/ppt/notesSlides/notesSlide19.xml" Id="R0cb557da14b3442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ce82473a58e474a" /><Relationship Type="http://schemas.openxmlformats.org/officeDocument/2006/relationships/notesSlide" Target="/ppt/notesSlides/notesSlide20.xml" Id="Rc868631950334db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a687f8d0f22a4806" /><Relationship Type="http://schemas.openxmlformats.org/officeDocument/2006/relationships/notesSlide" Target="/ppt/notesSlides/notesSlide21.xml" Id="Rbbdcd4c7bb2e4ef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70997bc2182b4511" /><Relationship Type="http://schemas.openxmlformats.org/officeDocument/2006/relationships/notesSlide" Target="/ppt/notesSlides/notesSlide22.xml" Id="R92c14b3360a544c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4448a38d7ef423c" /><Relationship Type="http://schemas.openxmlformats.org/officeDocument/2006/relationships/notesSlide" Target="/ppt/notesSlides/notesSlide23.xml" Id="R15aa7e2304234d5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5f480ea3cc14730" /><Relationship Type="http://schemas.openxmlformats.org/officeDocument/2006/relationships/image" Target="/ppt/media/image4.svg" Id="R8fce83339fd94258" /><Relationship Type="http://schemas.openxmlformats.org/officeDocument/2006/relationships/image" Target="/ppt/media/image4.jpeg" Id="Rccf082be20294f46" /><Relationship Type="http://schemas.openxmlformats.org/officeDocument/2006/relationships/notesSlide" Target="/ppt/notesSlides/notesSlide24.xml" Id="Ra9d18b05b7fb4a1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29957175a044d4b" /><Relationship Type="http://schemas.openxmlformats.org/officeDocument/2006/relationships/notesSlide" Target="/ppt/notesSlides/notesSlide25.xml" Id="R20c99bfd4e9d454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d469c154da604b5d" /><Relationship Type="http://schemas.openxmlformats.org/officeDocument/2006/relationships/notesSlide" Target="/ppt/notesSlides/notesSlide26.xml" Id="R9a897a93b07e413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6.xml" Id="Rcc4997be0f9e47f7" /><Relationship Type="http://schemas.openxmlformats.org/officeDocument/2006/relationships/notesSlide" Target="/ppt/notesSlides/notesSlide27.xml" Id="R59fb95e31efc49e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e71d0c98e454894" /><Relationship Type="http://schemas.openxmlformats.org/officeDocument/2006/relationships/notesSlide" Target="/ppt/notesSlides/notesSlide28.xml" Id="R6769a8aadb60431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8aa055db75c4447e" /><Relationship Type="http://schemas.openxmlformats.org/officeDocument/2006/relationships/notesSlide" Target="/ppt/notesSlides/notesSlide29.xml" Id="R3e2f6e8dc22d4e9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4cec7f59dd684d51" /><Relationship Type="http://schemas.openxmlformats.org/officeDocument/2006/relationships/notesSlide" Target="/ppt/notesSlides/notesSlide30.xml" Id="Rc645d248c80c4f8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93847d83dfe24ffb" /><Relationship Type="http://schemas.openxmlformats.org/officeDocument/2006/relationships/notesSlide" Target="/ppt/notesSlides/notesSlide31.xml" Id="R0bb36c815df14b5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d5b7dc8885f04d19" /><Relationship Type="http://schemas.openxmlformats.org/officeDocument/2006/relationships/notesSlide" Target="/ppt/notesSlides/notesSlide32.xml" Id="Ra5ba85e771f14f8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90295bf5b6e4870" /><Relationship Type="http://schemas.openxmlformats.org/officeDocument/2006/relationships/image" Target="/ppt/media/image17.png" Id="R36e84572a19940e7" /><Relationship Type="http://schemas.openxmlformats.org/officeDocument/2006/relationships/hyperlink" Target="https://arxiv.org/pdf/2303.17651" TargetMode="External" Id="R79a11724ab1f44db" /><Relationship Type="http://schemas.openxmlformats.org/officeDocument/2006/relationships/notesSlide" Target="/ppt/notesSlides/notesSlide33.xml" Id="Rdf2e62d7b6f24ee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c133a80d6a94f68" /><Relationship Type="http://schemas.openxmlformats.org/officeDocument/2006/relationships/notesSlide" Target="/ppt/notesSlides/notesSlide34.xml" Id="R0bbff05baf024df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ab90154f5584cf8" /><Relationship Type="http://schemas.openxmlformats.org/officeDocument/2006/relationships/image" Target="/ppt/media/image18.png" Id="R6f1b2502d03f4911" /><Relationship Type="http://schemas.openxmlformats.org/officeDocument/2006/relationships/image" Target="/ppt/media/image19.png" Id="Re525a51030d9493a" /><Relationship Type="http://schemas.openxmlformats.org/officeDocument/2006/relationships/notesSlide" Target="/ppt/notesSlides/notesSlide35.xml" Id="R695b3d13a4574c9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a682317944534f48" /><Relationship Type="http://schemas.openxmlformats.org/officeDocument/2006/relationships/notesSlide" Target="/ppt/notesSlides/notesSlide36.xml" Id="R19a3bd9fe3aa464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3320ba4167a840cb" /><Relationship Type="http://schemas.openxmlformats.org/officeDocument/2006/relationships/notesSlide" Target="/ppt/notesSlides/notesSlide37.xml" Id="R038f95048b794fc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1c5b6b5311b14ec1" /><Relationship Type="http://schemas.openxmlformats.org/officeDocument/2006/relationships/notesSlide" Target="/ppt/notesSlides/notesSlide38.xml" Id="R2f5fd5c7a47f4b6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1bf85a8ea0304bf5" /><Relationship Type="http://schemas.openxmlformats.org/officeDocument/2006/relationships/notesSlide" Target="/ppt/notesSlides/notesSlide39.xml" Id="R330432c24f67444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f3f156d571ae4e74" /><Relationship Type="http://schemas.openxmlformats.org/officeDocument/2006/relationships/hyperlink" Target="https://github.com/mdsiprojects/anlpspr2026-published/blob/main/material/Session%209/notebooks/05_ollama_model_switch.ipynb" TargetMode="External" Id="R0bb1763bcc354c83" /><Relationship Type="http://schemas.openxmlformats.org/officeDocument/2006/relationships/notesSlide" Target="/ppt/notesSlides/notesSlide40.xml" Id="R83536a6dc0ef442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160118cec6e484e" /><Relationship Type="http://schemas.openxmlformats.org/officeDocument/2006/relationships/notesSlide" Target="/ppt/notesSlides/notesSlide41.xml" Id="Rc7c6f8b2b43247b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6.xml" Id="Rbf6d0c861cbd44ae" /><Relationship Type="http://schemas.openxmlformats.org/officeDocument/2006/relationships/notesSlide" Target="/ppt/notesSlides/notesSlide42.xml" Id="Rae1a2b255644450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1345075e1b974802" /><Relationship Type="http://schemas.openxmlformats.org/officeDocument/2006/relationships/notesSlide" Target="/ppt/notesSlides/notesSlide43.xml" Id="R210e19042a13457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8e3bc275749242aa" /><Relationship Type="http://schemas.openxmlformats.org/officeDocument/2006/relationships/notesSlide" Target="/ppt/notesSlides/notesSlide44.xml" Id="R740e183c799943e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6.xml" Id="Re06a59ecf9f944b2" /><Relationship Type="http://schemas.openxmlformats.org/officeDocument/2006/relationships/notesSlide" Target="/ppt/notesSlides/notesSlide45.xml" Id="R15b5ece817c749f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67fed5de7e1c4893" /><Relationship Type="http://schemas.openxmlformats.org/officeDocument/2006/relationships/notesSlide" Target="/ppt/notesSlides/notesSlide46.xml" Id="R770885c6db734f6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7.xml" Id="R64f1573fbf334a28" /><Relationship Type="http://schemas.openxmlformats.org/officeDocument/2006/relationships/notesSlide" Target="/ppt/notesSlides/notesSlide47.xml" Id="R9fd741ca8f794fd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df29ee1d3c7429f" /><Relationship Type="http://schemas.openxmlformats.org/officeDocument/2006/relationships/notesSlide" Target="/ppt/notesSlides/notesSlide48.xml" Id="R7ee45b7d56c44c8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64f6b76f98ec4c24" /><Relationship Type="http://schemas.openxmlformats.org/officeDocument/2006/relationships/notesSlide" Target="/ppt/notesSlides/notesSlide49.xml" Id="R92f1ffa6c5c440f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9f0cd8cb651640c7" /><Relationship Type="http://schemas.openxmlformats.org/officeDocument/2006/relationships/hyperlink" Target="https://openai.github.io/openai-agents-python/" TargetMode="External" Id="R4bce2512e7e248e7" /><Relationship Type="http://schemas.openxmlformats.org/officeDocument/2006/relationships/hyperlink" Target="https://openai.github.io/openai-agents-python/" TargetMode="External" Id="R4e7c7758e1d445ce" /><Relationship Type="http://schemas.openxmlformats.org/officeDocument/2006/relationships/hyperlink" Target="https://openai.github.io/openai-agents-python/" TargetMode="External" Id="R98292ffa94c94496" /><Relationship Type="http://schemas.openxmlformats.org/officeDocument/2006/relationships/hyperlink" Target="https://github.com/openai/openai-agents-python" TargetMode="External" Id="R68c0edbb3adf40cb" /><Relationship Type="http://schemas.openxmlformats.org/officeDocument/2006/relationships/hyperlink" Target="https://github.com/openai/openai-agents-python" TargetMode="External" Id="Re4ee43f79bff4ddd" /><Relationship Type="http://schemas.openxmlformats.org/officeDocument/2006/relationships/hyperlink" Target="https://github.com/openai/openai-agents-python" TargetMode="External" Id="R1e6ba6b9a42b4f5d" /><Relationship Type="http://schemas.openxmlformats.org/officeDocument/2006/relationships/hyperlink" Target="https://google.github.io/adk-docs" TargetMode="External" Id="R916dcf23b9ef47ce" /><Relationship Type="http://schemas.openxmlformats.org/officeDocument/2006/relationships/hyperlink" Target="https://strandsagents.com/" TargetMode="External" Id="R9c729383f4f64efa" /><Relationship Type="http://schemas.openxmlformats.org/officeDocument/2006/relationships/hyperlink" Target="https://langchain-ai.github.io/langgraph/" TargetMode="External" Id="Rda9e1d56a45445eb" /><Relationship Type="http://schemas.openxmlformats.org/officeDocument/2006/relationships/hyperlink" Target="https://docs.crewai.com/" TargetMode="External" Id="Rb3fe23aa90ac4295" /><Relationship Type="http://schemas.openxmlformats.org/officeDocument/2006/relationships/hyperlink" Target="https://learn.microsoft.com/en-us/agent-framework/" TargetMode="External" Id="Ra14ed77dc30a4d52" /><Relationship Type="http://schemas.openxmlformats.org/officeDocument/2006/relationships/hyperlink" Target="https://modelcontextprotocol.io/" TargetMode="External" Id="R7466332f88fb440d" /><Relationship Type="http://schemas.openxmlformats.org/officeDocument/2006/relationships/hyperlink" Target="https://a2a-protocol.org/" TargetMode="External" Id="Rf8b01769cbc74187" /><Relationship Type="http://schemas.openxmlformats.org/officeDocument/2006/relationships/hyperlink" Target="https://arxiv.org/abs/2303.17651" TargetMode="External" Id="R6136b16d412c47b9" /><Relationship Type="http://schemas.openxmlformats.org/officeDocument/2006/relationships/hyperlink" Target="https://www.anthropic.com/engineering/building-effective-agents" TargetMode="External" Id="R5490ff77a7874dcc" /><Relationship Type="http://schemas.openxmlformats.org/officeDocument/2006/relationships/notesSlide" Target="/ppt/notesSlides/notesSlide50.xml" Id="R2e62ccc8f11a490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5442295217504bb6" /><Relationship Type="http://schemas.openxmlformats.org/officeDocument/2006/relationships/notesSlide" Target="/ppt/notesSlides/notesSlide51.xml" Id="R4c3e59e4bb2c4f6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28bf8b4c294b4895" /><Relationship Type="http://schemas.openxmlformats.org/officeDocument/2006/relationships/image" Target="/ppt/media/image5.jpeg" Id="R41baca7c41714fb0" /><Relationship Type="http://schemas.openxmlformats.org/officeDocument/2006/relationships/notesSlide" Target="/ppt/notesSlides/notesSlide52.xml" Id="R7b5200f9a6874bc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3.xml" Id="Rfc34bb042fc94c8f" /><Relationship Type="http://schemas.openxmlformats.org/officeDocument/2006/relationships/image" Target="/ppt/media/image5.svg" Id="Rb46786c7b60b45df" /><Relationship Type="http://schemas.openxmlformats.org/officeDocument/2006/relationships/image" Target="/ppt/media/image5.jpeg" Id="R68ef3d6886ca4393" /><Relationship Type="http://schemas.openxmlformats.org/officeDocument/2006/relationships/notesSlide" Target="/ppt/notesSlides/notesSlide53.xml" Id="Rf4dc0c2ec6b9462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6662eb4a3dc2499b" /><Relationship Type="http://schemas.openxmlformats.org/officeDocument/2006/relationships/notesSlide" Target="/ppt/notesSlides/notesSlide54.xml" Id="R94519ecc85d0480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B2C148-6979-4B9A-891B-5816C42F5C04}"/>
              </a:ext>
            </a:extLst>
          </p:cNvPr>
          <p:cNvSpPr>
            <a:spLocks xmlns:a="http://schemas.openxmlformats.org/drawingml/2006/main" noGrp="1"/>
          </p:cNvSpPr>
          <p:nvPr>
            <p:ph type="ctrTitle" idx="0"/>
          </p:nvPr>
        </p:nvSpPr>
        <p:spPr>
          <a:xfrm xmlns:a="http://schemas.openxmlformats.org/drawingml/2006/main">
            <a:off x="251285" y="2040891"/>
            <a:ext cx="11726656" cy="1473275"/>
          </a:xfrm>
        </p:spPr>
        <p:txBody>
          <a:bodyPr xmlns:a="http://schemas.openxmlformats.org/drawingml/2006/main"/>
          <a:lstStyle xmlns:a="http://schemas.openxmlformats.org/drawingml/2006/main"/>
          <a:p xmlns:a="http://schemas.openxmlformats.org/drawingml/2006/main">
            <a:r>
              <a:rPr b="1"/>
              <a:t>36118 </a:t>
            </a:r>
            <a:r>
              <a:rPr sz="4800" b="1"/>
              <a:t>Applied Natural Language Processing (ANLP)</a:t>
            </a:r>
            <a:endParaRPr sz="4800"/>
          </a:p>
        </p:txBody>
      </p:sp>
      <p:sp>
        <p:nvSpPr>
          <p:cNvPr id="5" name="Content Placeholder 4">
            <a:extLst xmlns:a="http://schemas.openxmlformats.org/drawingml/2006/main">
              <a:ext uri="{FF2B5EF4-FFF2-40B4-BE49-F238E27FC236}">
                <a16:creationId xmlns:a16="http://schemas.microsoft.com/office/drawing/2014/main" id="{D74CAAC7-B6D1-4D47-8908-E08457858909}"/>
              </a:ext>
            </a:extLst>
          </p:cNvPr>
          <p:cNvSpPr>
            <a:spLocks xmlns:a="http://schemas.openxmlformats.org/drawingml/2006/main" noGrp="1"/>
          </p:cNvSpPr>
          <p:nvPr>
            <p:ph idx="4"/>
          </p:nvPr>
        </p:nvSpPr>
        <p:spPr>
          <a:xfrm xmlns:a="http://schemas.openxmlformats.org/drawingml/2006/main">
            <a:off x="8569900" y="5862513"/>
            <a:ext cx="3523537" cy="683195"/>
          </a:xfrm>
        </p:spPr>
        <p:txBody>
          <a:bodyPr xmlns:a="http://schemas.openxmlformats.org/drawingml/2006/main"/>
          <a:lstStyle xmlns:a="http://schemas.openxmlformats.org/drawingml/2006/main"/>
          <a:p xmlns:a="http://schemas.openxmlformats.org/drawingml/2006/main">
            <a:r>
              <a:rPr sz="1867"/>
              <a:t>Mutaz Abu Ghazaleh</a:t>
            </a:r>
          </a:p>
          <a:p xmlns:a="http://schemas.openxmlformats.org/drawingml/2006/main">
            <a:r>
              <a:rPr b="0"/>
              <a:t>Senior Lecturer, MDSI</a:t>
            </a:r>
          </a:p>
        </p:txBody>
      </p:sp>
      <p:sp>
        <p:nvSpPr>
          <p:cNvPr id="6" name="TextBox 5">
            <a:extLst xmlns:a="http://schemas.openxmlformats.org/drawingml/2006/main">
              <a:ext uri="{FF2B5EF4-FFF2-40B4-BE49-F238E27FC236}">
                <a16:creationId xmlns:a16="http://schemas.microsoft.com/office/drawing/2014/main" id="{35D687C5-9CA2-4F2F-B332-AE1E980B8D71}"/>
              </a:ext>
            </a:extLst>
          </p:cNvPr>
          <p:cNvSpPr>
            <a:spLocks xmlns:a="http://schemas.openxmlformats.org/drawingml/2006/main" noGrp="1"/>
          </p:cNvSpPr>
          <p:nvPr/>
        </p:nvSpPr>
        <p:spPr>
          <a:xfrm xmlns:a="http://schemas.openxmlformats.org/drawingml/2006/main">
            <a:off x="251287" y="3514166"/>
            <a:ext cx="5324923" cy="99520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332">
              <a:lnSpc>
                <a:spcPct val="100000"/>
              </a:lnSpc>
              <a:spcBef>
                <a:spcPts val="0"/>
              </a:spcBef>
              <a:spcAft>
                <a:spcPts val="0"/>
              </a:spcAft>
              <a:buClrTx/>
              <a:buSzTx/>
              <a:buFontTx/>
              <a:buNone/>
            </a:pPr>
            <a:r>
              <a:rPr sz="2133" b="0" i="0" u="none" cap="none" spc="0">
                <a:ln>
                  <a:noFill/>
                </a:ln>
                <a:solidFill>
                  <a:srgbClr val="FFFFFF"/>
                </a:solidFill>
                <a:latin typeface="Arial"/>
                <a:ea typeface="Arial"/>
                <a:cs typeface="Arial"/>
              </a:rPr>
              <a:t>Session 9</a:t>
            </a:r>
          </a:p>
          <a:p xmlns:a="http://schemas.openxmlformats.org/drawingml/2006/main">
            <a:pPr marL="0" marR="0" lvl="0" indent="0" algn="l" defTabSz="914332">
              <a:lnSpc>
                <a:spcPct val="100000"/>
              </a:lnSpc>
              <a:spcBef>
                <a:spcPts val="0"/>
              </a:spcBef>
              <a:spcAft>
                <a:spcPts val="0"/>
              </a:spcAft>
              <a:buClrTx/>
              <a:buSzTx/>
              <a:buFontTx/>
              <a:buNone/>
            </a:pPr>
            <a:r>
              <a:t/>
            </a:r>
            <a:endParaRPr sz="1867" b="0" i="0" u="none" kern="1200" cap="none" spc="0" baseline="0">
              <a:ln>
                <a:noFill/>
              </a:ln>
              <a:solidFill>
                <a:srgbClr val="FFFFFF"/>
              </a:solidFill>
              <a:latin typeface="Arial"/>
              <a:ea typeface="Arial"/>
              <a:cs typeface="Arial"/>
            </a:endParaRPr>
          </a:p>
          <a:p xmlns:a="http://schemas.openxmlformats.org/drawingml/2006/main">
            <a:pPr marL="0" marR="0" lvl="0" indent="0" algn="l" defTabSz="914332">
              <a:lnSpc>
                <a:spcPct val="100000"/>
              </a:lnSpc>
              <a:spcBef>
                <a:spcPts val="0"/>
              </a:spcBef>
              <a:spcAft>
                <a:spcPts val="0"/>
              </a:spcAft>
              <a:buClrTx/>
              <a:buSzTx/>
              <a:buFontTx/>
              <a:buNone/>
            </a:pPr>
            <a:r>
              <a:rPr sz="1867" b="0" i="0" u="none" cap="none" spc="0">
                <a:ln>
                  <a:noFill/>
                </a:ln>
                <a:solidFill>
                  <a:srgbClr val="FFFFFF"/>
                </a:solidFill>
                <a:latin typeface="Arial"/>
                <a:ea typeface="Arial"/>
                <a:cs typeface="Arial"/>
              </a:rPr>
              <a:t>28/09/2026</a:t>
            </a:r>
          </a:p>
        </p:txBody>
      </p:sp>
      <p:sp>
        <p:nvSpPr>
          <p:cNvPr id="8" name="Subtitle 2">
            <a:extLst xmlns:a="http://schemas.openxmlformats.org/drawingml/2006/main">
              <a:ext uri="{FF2B5EF4-FFF2-40B4-BE49-F238E27FC236}">
                <a16:creationId xmlns:a16="http://schemas.microsoft.com/office/drawing/2014/main" id="{63F6C244-4003-48CE-BAE2-854C5D6EA0D7}"/>
              </a:ext>
            </a:extLst>
          </p:cNvPr>
          <p:cNvSpPr>
            <a:spLocks xmlns:a="http://schemas.openxmlformats.org/drawingml/2006/main" noGrp="1"/>
          </p:cNvSpPr>
          <p:nvPr/>
        </p:nvSpPr>
        <p:spPr>
          <a:xfrm xmlns:a="http://schemas.openxmlformats.org/drawingml/2006/main">
            <a:off x="2426835" y="1093129"/>
            <a:ext cx="8087679" cy="41408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1391900">
              <a:lnSpc>
                <a:spcPct val="90000"/>
              </a:lnSpc>
              <a:spcBef>
                <a:spcPts val="1522"/>
              </a:spcBef>
              <a:buFont typeface="Arial"/>
              <a:buNone/>
              <a:defRPr sz="2000" kern="1200">
                <a:solidFill>
                  <a:schemeClr val="bg1"/>
                </a:solidFill>
                <a:latin typeface="+mn-lt"/>
                <a:ea typeface="+mn-lt"/>
                <a:cs typeface="+mn-lt"/>
              </a:defRPr>
            </a:lvl1pPr>
            <a:lvl2pPr marL="522462" indent="0" algn="ctr" defTabSz="1391900">
              <a:lnSpc>
                <a:spcPct val="90000"/>
              </a:lnSpc>
              <a:spcBef>
                <a:spcPts val="761"/>
              </a:spcBef>
              <a:buFont typeface="Arial"/>
              <a:buNone/>
              <a:defRPr sz="2286" kern="1200">
                <a:solidFill>
                  <a:schemeClr val="tx1"/>
                </a:solidFill>
                <a:latin typeface="+mn-lt"/>
                <a:ea typeface="+mn-lt"/>
                <a:cs typeface="+mn-lt"/>
              </a:defRPr>
            </a:lvl2pPr>
            <a:lvl3pPr marL="1044924" indent="0" algn="ctr" defTabSz="1391900">
              <a:lnSpc>
                <a:spcPct val="90000"/>
              </a:lnSpc>
              <a:spcBef>
                <a:spcPts val="761"/>
              </a:spcBef>
              <a:buFont typeface="Arial"/>
              <a:buNone/>
              <a:defRPr sz="2057" kern="1200">
                <a:solidFill>
                  <a:schemeClr val="tx1"/>
                </a:solidFill>
                <a:latin typeface="+mn-lt"/>
                <a:ea typeface="+mn-lt"/>
                <a:cs typeface="+mn-lt"/>
              </a:defRPr>
            </a:lvl3pPr>
            <a:lvl4pPr marL="1567386" indent="0" algn="ctr" defTabSz="1391900">
              <a:lnSpc>
                <a:spcPct val="90000"/>
              </a:lnSpc>
              <a:spcBef>
                <a:spcPts val="761"/>
              </a:spcBef>
              <a:buFont typeface="Arial"/>
              <a:buNone/>
              <a:defRPr sz="1828" kern="1200">
                <a:solidFill>
                  <a:schemeClr val="tx1"/>
                </a:solidFill>
                <a:latin typeface="+mn-lt"/>
                <a:ea typeface="+mn-lt"/>
                <a:cs typeface="+mn-lt"/>
              </a:defRPr>
            </a:lvl4pPr>
            <a:lvl5pPr marL="2089848" indent="0" algn="ctr" defTabSz="1391900">
              <a:lnSpc>
                <a:spcPct val="90000"/>
              </a:lnSpc>
              <a:spcBef>
                <a:spcPts val="761"/>
              </a:spcBef>
              <a:buFont typeface="Arial"/>
              <a:buNone/>
              <a:defRPr sz="1828" kern="1200">
                <a:solidFill>
                  <a:schemeClr val="tx1"/>
                </a:solidFill>
                <a:latin typeface="+mn-lt"/>
                <a:ea typeface="+mn-lt"/>
                <a:cs typeface="+mn-lt"/>
              </a:defRPr>
            </a:lvl5pPr>
            <a:lvl6pPr marL="2612310" indent="0" algn="ctr" defTabSz="1391900">
              <a:lnSpc>
                <a:spcPct val="90000"/>
              </a:lnSpc>
              <a:spcBef>
                <a:spcPts val="761"/>
              </a:spcBef>
              <a:buFont typeface="Arial"/>
              <a:buNone/>
              <a:defRPr sz="1828" kern="1200">
                <a:solidFill>
                  <a:schemeClr val="tx1"/>
                </a:solidFill>
                <a:latin typeface="+mn-lt"/>
                <a:ea typeface="+mn-lt"/>
                <a:cs typeface="+mn-lt"/>
              </a:defRPr>
            </a:lvl6pPr>
            <a:lvl7pPr marL="3134772" indent="0" algn="ctr" defTabSz="1391900">
              <a:lnSpc>
                <a:spcPct val="90000"/>
              </a:lnSpc>
              <a:spcBef>
                <a:spcPts val="761"/>
              </a:spcBef>
              <a:buFont typeface="Arial"/>
              <a:buNone/>
              <a:defRPr sz="1828" kern="1200">
                <a:solidFill>
                  <a:schemeClr val="tx1"/>
                </a:solidFill>
                <a:latin typeface="+mn-lt"/>
                <a:ea typeface="+mn-lt"/>
                <a:cs typeface="+mn-lt"/>
              </a:defRPr>
            </a:lvl7pPr>
            <a:lvl8pPr marL="3657234" indent="0" algn="ctr" defTabSz="1391900">
              <a:lnSpc>
                <a:spcPct val="90000"/>
              </a:lnSpc>
              <a:spcBef>
                <a:spcPts val="761"/>
              </a:spcBef>
              <a:buFont typeface="Arial"/>
              <a:buNone/>
              <a:defRPr sz="1828" kern="1200">
                <a:solidFill>
                  <a:schemeClr val="tx1"/>
                </a:solidFill>
                <a:latin typeface="+mn-lt"/>
                <a:ea typeface="+mn-lt"/>
                <a:cs typeface="+mn-lt"/>
              </a:defRPr>
            </a:lvl8pPr>
            <a:lvl9pPr marL="4179696" indent="0" algn="ctr" defTabSz="1391900">
              <a:lnSpc>
                <a:spcPct val="90000"/>
              </a:lnSpc>
              <a:spcBef>
                <a:spcPts val="761"/>
              </a:spcBef>
              <a:buFont typeface="Arial"/>
              <a:buNone/>
              <a:defRPr sz="1828" kern="1200">
                <a:solidFill>
                  <a:schemeClr val="tx1"/>
                </a:solidFill>
                <a:latin typeface="+mn-lt"/>
                <a:ea typeface="+mn-lt"/>
                <a:cs typeface="+mn-lt"/>
              </a:defRPr>
            </a:lvl9pPr>
          </a:lstStyle>
          <a:p xmlns:a="http://schemas.openxmlformats.org/drawingml/2006/main">
            <a:pPr marL="0" marR="0" lvl="0" indent="0" algn="l" defTabSz="1855820">
              <a:lnSpc>
                <a:spcPct val="90000"/>
              </a:lnSpc>
              <a:spcBef>
                <a:spcPts val="2029"/>
              </a:spcBef>
              <a:spcAft>
                <a:spcPts val="0"/>
              </a:spcAft>
              <a:buClrTx/>
              <a:buSzTx/>
              <a:buFont typeface="Arial"/>
              <a:buNone/>
            </a:pPr>
            <a:r>
              <a:rPr sz="2667" b="1" i="0" u="none" cap="none" spc="0">
                <a:ln>
                  <a:noFill/>
                </a:ln>
                <a:solidFill>
                  <a:srgbClr val="FFFFFF"/>
                </a:solidFill>
                <a:latin typeface="Arial"/>
                <a:ea typeface="Arial"/>
                <a:cs typeface="Arial"/>
              </a:rPr>
              <a:t>Master of Data Science and Innovation</a:t>
            </a:r>
          </a:p>
        </p:txBody>
      </p:sp>
    </p:spTree>
    <p:extLst>
      <p:ext uri="{BB962C8B-B14F-4D97-AF65-F5344CB8AC3E}">
        <p14:creationId xmlns:p14="http://schemas.microsoft.com/office/powerpoint/2010/main" val="14616854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TopStrip">
            <a:extLst xmlns:a="http://schemas.openxmlformats.org/drawingml/2006/main">
              <a:ext uri="{FF2B5EF4-FFF2-40B4-BE49-F238E27FC236}">
                <a16:creationId xmlns:a16="http://schemas.microsoft.com/office/drawing/2014/main" id="{24CB3E5A-9E2A-47AA-8617-ACA3C0006574}"/>
              </a:ext>
            </a:extLst>
          </p:cNvPr>
          <p:cNvSpPr>
            <a:spLocks xmlns:a="http://schemas.openxmlformats.org/drawingml/2006/main" noGrp="1"/>
          </p:cNvSpPr>
          <p:nvPr/>
        </p:nvSpPr>
        <p:spPr>
          <a:xfrm xmlns:a="http://schemas.openxmlformats.org/drawingml/2006/main">
            <a:off x="0" y="0"/>
            <a:ext cx="12192000" cy="135467"/>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pPr marL="0" marR="0" lvl="0" indent="0" algn="l" defTabSz="914332">
              <a:lnSpc>
                <a:spcPct val="100000"/>
              </a:lnSpc>
              <a:spcBef>
                <a:spcPts val="0"/>
              </a:spcBef>
              <a:spcAft>
                <a:spcPts val="0"/>
              </a:spcAft>
              <a:buClrTx/>
              <a:buSzTx/>
              <a:buFontTx/>
              <a:buNone/>
            </a:pPr>
            <a:endParaRPr sz="1800" b="0" i="0" u="none" kern="1200" cap="none" spc="0" baseline="0">
              <a:ln>
                <a:noFill/>
              </a:ln>
              <a:solidFill>
                <a:srgbClr val="000000"/>
              </a:solidFill>
              <a:latin typeface="Arial"/>
              <a:ea typeface="Arial"/>
              <a:cs typeface="Arial"/>
            </a:endParaRPr>
          </a:p>
        </p:txBody>
      </p:sp>
      <p:sp>
        <p:nvSpPr>
          <p:cNvPr id="11" name="BottomStrip">
            <a:extLst xmlns:a="http://schemas.openxmlformats.org/drawingml/2006/main">
              <a:ext uri="{FF2B5EF4-FFF2-40B4-BE49-F238E27FC236}">
                <a16:creationId xmlns:a16="http://schemas.microsoft.com/office/drawing/2014/main" id="{278DF00D-F53E-419B-A8E0-8A8ACC7F5F30}"/>
              </a:ext>
            </a:extLst>
          </p:cNvPr>
          <p:cNvSpPr>
            <a:spLocks xmlns:a="http://schemas.openxmlformats.org/drawingml/2006/main" noGrp="1"/>
          </p:cNvSpPr>
          <p:nvPr/>
        </p:nvSpPr>
        <p:spPr>
          <a:xfrm xmlns:a="http://schemas.openxmlformats.org/drawingml/2006/main">
            <a:off x="0" y="6806084"/>
            <a:ext cx="12192000" cy="135467"/>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pPr marL="0" marR="0" lvl="0" indent="0" algn="l" defTabSz="914332">
              <a:lnSpc>
                <a:spcPct val="100000"/>
              </a:lnSpc>
              <a:spcBef>
                <a:spcPts val="0"/>
              </a:spcBef>
              <a:spcAft>
                <a:spcPts val="0"/>
              </a:spcAft>
              <a:buClrTx/>
              <a:buSzTx/>
              <a:buFontTx/>
              <a:buNone/>
            </a:pPr>
            <a:endParaRPr sz="1800" b="0" i="0" u="none" kern="1200" cap="none" spc="0" baseline="0">
              <a:ln>
                <a:noFill/>
              </a:ln>
              <a:solidFill>
                <a:srgbClr val="000000"/>
              </a:solidFill>
              <a:latin typeface="Arial"/>
              <a:ea typeface="Arial"/>
              <a:cs typeface="Arial"/>
            </a:endParaRPr>
          </a:p>
        </p:txBody>
      </p:sp>
      <p:sp>
        <p:nvSpPr>
          <p:cNvPr id="12" name="TitleBox">
            <a:extLst xmlns:a="http://schemas.openxmlformats.org/drawingml/2006/main">
              <a:ext uri="{FF2B5EF4-FFF2-40B4-BE49-F238E27FC236}">
                <a16:creationId xmlns:a16="http://schemas.microsoft.com/office/drawing/2014/main" id="{C6573F76-9B59-4688-98F7-E858140A42B7}"/>
              </a:ext>
            </a:extLst>
          </p:cNvPr>
          <p:cNvSpPr>
            <a:spLocks xmlns:a="http://schemas.openxmlformats.org/drawingml/2006/main" noGrp="1"/>
          </p:cNvSpPr>
          <p:nvPr/>
        </p:nvSpPr>
        <p:spPr>
          <a:xfrm xmlns:a="http://schemas.openxmlformats.org/drawingml/2006/main">
            <a:off x="338667" y="169333"/>
            <a:ext cx="11514667" cy="643467"/>
          </a:xfrm>
          <a:prstGeom xmlns:a="http://schemas.openxmlformats.org/drawingml/2006/main" prst="rect">
            <a:avLst/>
          </a:prstGeom>
          <a:noFill xmlns:a="http://schemas.openxmlformats.org/drawingml/2006/main"/>
        </p:spPr>
        <p:txBody>
          <a:bodyPr xmlns:a="http://schemas.openxmlformats.org/drawingml/2006/main" anchor="ctr"/>
          <a:lstStyle xmlns:a="http://schemas.openxmlformats.org/drawingml/2006/main"/>
          <a:p xmlns:a="http://schemas.openxmlformats.org/drawingml/2006/main">
            <a:pPr marL="0" marR="0" lvl="0" indent="0" algn="ctr" defTabSz="914332">
              <a:lnSpc>
                <a:spcPct val="100000"/>
              </a:lnSpc>
              <a:spcBef>
                <a:spcPts val="0"/>
              </a:spcBef>
              <a:spcAft>
                <a:spcPts val="0"/>
              </a:spcAft>
              <a:buClrTx/>
              <a:buSzTx/>
              <a:buFontTx/>
              <a:buNone/>
            </a:pPr>
            <a:r>
              <a:rPr sz="3467" b="1" i="0" u="none" cap="none" spc="0">
                <a:ln>
                  <a:noFill/>
                </a:ln>
                <a:solidFill>
                  <a:srgbClr val="323232"/>
                </a:solidFill>
                <a:latin typeface="Arial"/>
                <a:ea typeface="Arial"/>
                <a:cs typeface="Arial"/>
              </a:rPr>
              <a:t>Before We Kick Off...  📋</a:t>
            </a:r>
          </a:p>
        </p:txBody>
      </p:sp>
      <p:sp>
        <p:nvSpPr>
          <p:cNvPr id="13" name="SubtitleBox">
            <a:extLst xmlns:a="http://schemas.openxmlformats.org/drawingml/2006/main">
              <a:ext uri="{FF2B5EF4-FFF2-40B4-BE49-F238E27FC236}">
                <a16:creationId xmlns:a16="http://schemas.microsoft.com/office/drawing/2014/main" id="{5A330491-BE25-4E00-9A98-D43733567474}"/>
              </a:ext>
            </a:extLst>
          </p:cNvPr>
          <p:cNvSpPr>
            <a:spLocks xmlns:a="http://schemas.openxmlformats.org/drawingml/2006/main" noGrp="1"/>
          </p:cNvSpPr>
          <p:nvPr/>
        </p:nvSpPr>
        <p:spPr>
          <a:xfrm xmlns:a="http://schemas.openxmlformats.org/drawingml/2006/main">
            <a:off x="338667" y="6247792"/>
            <a:ext cx="11514667" cy="406400"/>
          </a:xfrm>
          <a:prstGeom xmlns:a="http://schemas.openxmlformats.org/drawingml/2006/main" prst="rect">
            <a:avLst/>
          </a:prstGeom>
          <a:noFill xmlns:a="http://schemas.openxmlformats.org/drawingml/2006/main"/>
        </p:spPr>
        <p:txBody>
          <a:bodyPr xmlns:a="http://schemas.openxmlformats.org/drawingml/2006/main" anchor="ctr"/>
          <a:lstStyle xmlns:a="http://schemas.openxmlformats.org/drawingml/2006/main"/>
          <a:p xmlns:a="http://schemas.openxmlformats.org/drawingml/2006/main">
            <a:pPr marL="0" marR="0" lvl="0" indent="0" algn="ctr" defTabSz="914332">
              <a:lnSpc>
                <a:spcPct val="100000"/>
              </a:lnSpc>
              <a:spcBef>
                <a:spcPts val="0"/>
              </a:spcBef>
              <a:spcAft>
                <a:spcPts val="0"/>
              </a:spcAft>
              <a:buClrTx/>
              <a:buSzTx/>
              <a:buFontTx/>
              <a:buNone/>
            </a:pPr>
            <a:r>
              <a:rPr sz="2133" b="0" i="1" u="none" cap="none" spc="0">
                <a:ln>
                  <a:noFill/>
                </a:ln>
                <a:solidFill>
                  <a:srgbClr val="FF2305"/>
                </a:solidFill>
                <a:latin typeface="Arial"/>
                <a:ea typeface="Arial"/>
                <a:cs typeface="Arial"/>
              </a:rPr>
              <a:t>Let’s respect each other’s time and learning 🙏</a:t>
            </a:r>
          </a:p>
        </p:txBody>
      </p:sp>
      <p:sp>
        <p:nvSpPr>
          <p:cNvPr id="20" name="Card20BG">
            <a:extLst xmlns:a="http://schemas.openxmlformats.org/drawingml/2006/main">
              <a:ext uri="{FF2B5EF4-FFF2-40B4-BE49-F238E27FC236}">
                <a16:creationId xmlns:a16="http://schemas.microsoft.com/office/drawing/2014/main" id="{31D04253-99AD-4939-AFB1-30B7DFE9C207}"/>
              </a:ext>
            </a:extLst>
          </p:cNvPr>
          <p:cNvSpPr>
            <a:spLocks xmlns:a="http://schemas.openxmlformats.org/drawingml/2006/main" noGrp="1"/>
          </p:cNvSpPr>
          <p:nvPr/>
        </p:nvSpPr>
        <p:spPr>
          <a:xfrm xmlns:a="http://schemas.openxmlformats.org/drawingml/2006/main">
            <a:off x="524933" y="1905356"/>
            <a:ext cx="3556000" cy="3478329"/>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E9B5A8"/>
            </a:solidFill>
          </a:ln>
          <a:effectLst xmlns:a="http://schemas.openxmlformats.org/drawingml/2006/main">
            <a:outerShdw blurRad="38100" dist="19050" dir="5400000" algn="ctr" rotWithShape="0">
              <a:srgbClr val="0F4BEB">
                <a:alpha val="20000"/>
              </a:srgbClr>
            </a:outerShdw>
          </a:effectLst>
        </p:spPr>
        <p:txBody>
          <a:bodyPr xmlns:a="http://schemas.openxmlformats.org/drawingml/2006/main"/>
          <a:lstStyle xmlns:a="http://schemas.openxmlformats.org/drawingml/2006/main"/>
          <a:p xmlns:a="http://schemas.openxmlformats.org/drawingml/2006/main">
            <a:pPr marL="0" marR="0" lvl="0" indent="0" algn="l" defTabSz="914332">
              <a:lnSpc>
                <a:spcPct val="100000"/>
              </a:lnSpc>
              <a:spcBef>
                <a:spcPts val="0"/>
              </a:spcBef>
              <a:spcAft>
                <a:spcPts val="0"/>
              </a:spcAft>
              <a:buClrTx/>
              <a:buSzTx/>
              <a:buFontTx/>
              <a:buNone/>
            </a:pPr>
            <a:endParaRPr sz="1800" b="0" i="0" u="none" kern="1200" cap="none" spc="0" baseline="0">
              <a:ln>
                <a:noFill/>
              </a:ln>
              <a:solidFill>
                <a:srgbClr val="000000"/>
              </a:solidFill>
              <a:latin typeface="Arial"/>
              <a:ea typeface="Arial"/>
              <a:cs typeface="Arial"/>
            </a:endParaRPr>
          </a:p>
        </p:txBody>
      </p:sp>
      <p:sp>
        <p:nvSpPr>
          <p:cNvPr id="21" name="Card20Circle">
            <a:extLst xmlns:a="http://schemas.openxmlformats.org/drawingml/2006/main">
              <a:ext uri="{FF2B5EF4-FFF2-40B4-BE49-F238E27FC236}">
                <a16:creationId xmlns:a16="http://schemas.microsoft.com/office/drawing/2014/main" id="{4572CA8E-B61F-4114-B8F5-9C40B74F87A9}"/>
              </a:ext>
            </a:extLst>
          </p:cNvPr>
          <p:cNvSpPr>
            <a:spLocks xmlns:a="http://schemas.openxmlformats.org/drawingml/2006/main" noGrp="1"/>
          </p:cNvSpPr>
          <p:nvPr/>
        </p:nvSpPr>
        <p:spPr>
          <a:xfrm xmlns:a="http://schemas.openxmlformats.org/drawingml/2006/main">
            <a:off x="1710267" y="2108555"/>
            <a:ext cx="1185333" cy="1185333"/>
          </a:xfrm>
          <a:prstGeom xmlns:a="http://schemas.openxmlformats.org/drawingml/2006/main" prst="ellipse">
            <a:avLst/>
          </a:prstGeom>
          <a:solidFill xmlns:a="http://schemas.openxmlformats.org/drawingml/2006/main">
            <a:srgbClr val="DCE8FC"/>
          </a:solidFill>
          <a:ln xmlns:a="http://schemas.openxmlformats.org/drawingml/2006/main">
            <a:noFill/>
          </a:ln>
        </p:spPr>
        <p:txBody>
          <a:bodyPr xmlns:a="http://schemas.openxmlformats.org/drawingml/2006/main"/>
          <a:lstStyle xmlns:a="http://schemas.openxmlformats.org/drawingml/2006/main"/>
          <a:p xmlns:a="http://schemas.openxmlformats.org/drawingml/2006/main">
            <a:pPr marL="0" marR="0" lvl="0" indent="0" algn="l" defTabSz="914332">
              <a:lnSpc>
                <a:spcPct val="100000"/>
              </a:lnSpc>
              <a:spcBef>
                <a:spcPts val="0"/>
              </a:spcBef>
              <a:spcAft>
                <a:spcPts val="0"/>
              </a:spcAft>
              <a:buClrTx/>
              <a:buSzTx/>
              <a:buFontTx/>
              <a:buNone/>
            </a:pPr>
            <a:endParaRPr sz="1800" b="0" i="0" u="none" kern="1200" cap="none" spc="0" baseline="0">
              <a:ln>
                <a:noFill/>
              </a:ln>
              <a:solidFill>
                <a:srgbClr val="000000"/>
              </a:solidFill>
              <a:latin typeface="Arial"/>
              <a:ea typeface="Arial"/>
              <a:cs typeface="Arial"/>
            </a:endParaRPr>
          </a:p>
        </p:txBody>
      </p:sp>
      <p:sp>
        <p:nvSpPr>
          <p:cNvPr id="22" name="Card20Label">
            <a:extLst xmlns:a="http://schemas.openxmlformats.org/drawingml/2006/main">
              <a:ext uri="{FF2B5EF4-FFF2-40B4-BE49-F238E27FC236}">
                <a16:creationId xmlns:a16="http://schemas.microsoft.com/office/drawing/2014/main" id="{B980E296-48F8-4D0A-A837-281D316DCD8C}"/>
              </a:ext>
            </a:extLst>
          </p:cNvPr>
          <p:cNvSpPr>
            <a:spLocks xmlns:a="http://schemas.openxmlformats.org/drawingml/2006/main" noGrp="1"/>
          </p:cNvSpPr>
          <p:nvPr/>
        </p:nvSpPr>
        <p:spPr>
          <a:xfrm xmlns:a="http://schemas.openxmlformats.org/drawingml/2006/main">
            <a:off x="626533" y="3395488"/>
            <a:ext cx="3352800" cy="508000"/>
          </a:xfrm>
          <a:prstGeom xmlns:a="http://schemas.openxmlformats.org/drawingml/2006/main" prst="rect">
            <a:avLst/>
          </a:prstGeom>
          <a:noFill xmlns:a="http://schemas.openxmlformats.org/drawingml/2006/main"/>
        </p:spPr>
        <p:txBody>
          <a:bodyPr xmlns:a="http://schemas.openxmlformats.org/drawingml/2006/main" anchor="ctr"/>
          <a:lstStyle xmlns:a="http://schemas.openxmlformats.org/drawingml/2006/main"/>
          <a:p xmlns:a="http://schemas.openxmlformats.org/drawingml/2006/main">
            <a:pPr marL="0" marR="0" lvl="0" indent="0" algn="ctr" defTabSz="914332">
              <a:lnSpc>
                <a:spcPct val="100000"/>
              </a:lnSpc>
              <a:spcBef>
                <a:spcPts val="0"/>
              </a:spcBef>
              <a:spcAft>
                <a:spcPts val="0"/>
              </a:spcAft>
              <a:buClrTx/>
              <a:buSzTx/>
              <a:buFontTx/>
              <a:buNone/>
            </a:pPr>
            <a:r>
              <a:rPr sz="2667" b="1" i="0" u="none" cap="none" spc="0">
                <a:ln>
                  <a:noFill/>
                </a:ln>
                <a:solidFill>
                  <a:srgbClr val="0F4BEB"/>
                </a:solidFill>
                <a:latin typeface="Arial"/>
                <a:ea typeface="Arial"/>
                <a:cs typeface="Arial"/>
              </a:rPr>
              <a:t>Side Chats</a:t>
            </a:r>
          </a:p>
        </p:txBody>
      </p:sp>
      <p:sp>
        <p:nvSpPr>
          <p:cNvPr id="23" name="Card20Divider">
            <a:extLst xmlns:a="http://schemas.openxmlformats.org/drawingml/2006/main">
              <a:ext uri="{FF2B5EF4-FFF2-40B4-BE49-F238E27FC236}">
                <a16:creationId xmlns:a16="http://schemas.microsoft.com/office/drawing/2014/main" id="{F4A352C9-7B21-488A-B0C0-F57BDD5F7940}"/>
              </a:ext>
            </a:extLst>
          </p:cNvPr>
          <p:cNvSpPr>
            <a:spLocks xmlns:a="http://schemas.openxmlformats.org/drawingml/2006/main" noGrp="1"/>
          </p:cNvSpPr>
          <p:nvPr/>
        </p:nvSpPr>
        <p:spPr>
          <a:xfrm xmlns:a="http://schemas.openxmlformats.org/drawingml/2006/main">
            <a:off x="863600" y="3971221"/>
            <a:ext cx="2878667" cy="33867"/>
          </a:xfrm>
          <a:prstGeom xmlns:a="http://schemas.openxmlformats.org/drawingml/2006/main" prst="rect">
            <a:avLst/>
          </a:prstGeom>
          <a:solidFill xmlns:a="http://schemas.openxmlformats.org/drawingml/2006/main">
            <a:srgbClr val="E9B5A8"/>
          </a:solidFill>
          <a:ln xmlns:a="http://schemas.openxmlformats.org/drawingml/2006/main">
            <a:noFill/>
          </a:ln>
        </p:spPr>
        <p:txBody>
          <a:bodyPr xmlns:a="http://schemas.openxmlformats.org/drawingml/2006/main"/>
          <a:lstStyle xmlns:a="http://schemas.openxmlformats.org/drawingml/2006/main"/>
          <a:p xmlns:a="http://schemas.openxmlformats.org/drawingml/2006/main">
            <a:pPr marL="0" marR="0" lvl="0" indent="0" algn="l" defTabSz="914332">
              <a:lnSpc>
                <a:spcPct val="100000"/>
              </a:lnSpc>
              <a:spcBef>
                <a:spcPts val="0"/>
              </a:spcBef>
              <a:spcAft>
                <a:spcPts val="0"/>
              </a:spcAft>
              <a:buClrTx/>
              <a:buSzTx/>
              <a:buFontTx/>
              <a:buNone/>
            </a:pPr>
            <a:endParaRPr sz="1800" b="0" i="0" u="none" kern="1200" cap="none" spc="0" baseline="0">
              <a:ln>
                <a:noFill/>
              </a:ln>
              <a:solidFill>
                <a:srgbClr val="000000"/>
              </a:solidFill>
              <a:latin typeface="Arial"/>
              <a:ea typeface="Arial"/>
              <a:cs typeface="Arial"/>
            </a:endParaRPr>
          </a:p>
        </p:txBody>
      </p:sp>
      <p:sp>
        <p:nvSpPr>
          <p:cNvPr id="24" name="Card20Text">
            <a:extLst xmlns:a="http://schemas.openxmlformats.org/drawingml/2006/main">
              <a:ext uri="{FF2B5EF4-FFF2-40B4-BE49-F238E27FC236}">
                <a16:creationId xmlns:a16="http://schemas.microsoft.com/office/drawing/2014/main" id="{3FBE4259-FE71-481F-ACEE-421860A51E3C}"/>
              </a:ext>
            </a:extLst>
          </p:cNvPr>
          <p:cNvSpPr>
            <a:spLocks xmlns:a="http://schemas.openxmlformats.org/drawingml/2006/main" noGrp="1"/>
          </p:cNvSpPr>
          <p:nvPr/>
        </p:nvSpPr>
        <p:spPr>
          <a:xfrm xmlns:a="http://schemas.openxmlformats.org/drawingml/2006/main">
            <a:off x="660400" y="4106689"/>
            <a:ext cx="3285067" cy="1005455"/>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marR="0" lvl="0" indent="0" algn="ctr" defTabSz="914332">
              <a:lnSpc>
                <a:spcPct val="100000"/>
              </a:lnSpc>
              <a:spcBef>
                <a:spcPts val="0"/>
              </a:spcBef>
              <a:spcAft>
                <a:spcPts val="0"/>
              </a:spcAft>
              <a:buClrTx/>
              <a:buSzTx/>
              <a:buFontTx/>
              <a:buNone/>
            </a:pPr>
            <a:r>
              <a:rPr sz="2133" b="1" i="0" u="none" cap="none" spc="0">
                <a:ln>
                  <a:noFill/>
                </a:ln>
                <a:solidFill>
                  <a:srgbClr val="0F4BEB"/>
                </a:solidFill>
                <a:latin typeface="Arial"/>
                <a:ea typeface="Arial"/>
                <a:cs typeface="Arial"/>
              </a:rPr>
              <a:t>Please, minimise side conversations 🙊</a:t>
            </a:r>
          </a:p>
          <a:p xmlns:a="http://schemas.openxmlformats.org/drawingml/2006/main">
            <a:pPr marL="0" marR="0" lvl="0" indent="0" algn="ctr" defTabSz="914332">
              <a:lnSpc>
                <a:spcPct val="100000"/>
              </a:lnSpc>
              <a:spcBef>
                <a:spcPts val="0"/>
              </a:spcBef>
              <a:spcAft>
                <a:spcPts val="0"/>
              </a:spcAft>
              <a:buClrTx/>
              <a:buSzTx/>
              <a:buFontTx/>
              <a:buNone/>
            </a:pPr>
            <a:endParaRPr sz="1333" b="0" i="0" u="none" kern="1200" cap="none" spc="0" baseline="0">
              <a:ln>
                <a:noFill/>
              </a:ln>
              <a:solidFill>
                <a:srgbClr val="000000"/>
              </a:solidFill>
              <a:latin typeface="Arial"/>
              <a:ea typeface="Arial"/>
              <a:cs typeface="Arial"/>
            </a:endParaRPr>
          </a:p>
        </p:txBody>
      </p:sp>
      <p:sp>
        <p:nvSpPr>
          <p:cNvPr id="30" name="Card30BG">
            <a:extLst xmlns:a="http://schemas.openxmlformats.org/drawingml/2006/main">
              <a:ext uri="{FF2B5EF4-FFF2-40B4-BE49-F238E27FC236}">
                <a16:creationId xmlns:a16="http://schemas.microsoft.com/office/drawing/2014/main" id="{5EAB4E6B-DF69-4D4A-8871-D32D778479B1}"/>
              </a:ext>
            </a:extLst>
          </p:cNvPr>
          <p:cNvSpPr>
            <a:spLocks xmlns:a="http://schemas.openxmlformats.org/drawingml/2006/main" noGrp="1"/>
          </p:cNvSpPr>
          <p:nvPr/>
        </p:nvSpPr>
        <p:spPr>
          <a:xfrm xmlns:a="http://schemas.openxmlformats.org/drawingml/2006/main">
            <a:off x="4318000" y="1905356"/>
            <a:ext cx="3556000" cy="3478329"/>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FFB3AA"/>
            </a:solidFill>
          </a:ln>
          <a:effectLst xmlns:a="http://schemas.openxmlformats.org/drawingml/2006/main">
            <a:outerShdw blurRad="38100" dist="19050" dir="5400000" algn="ctr" rotWithShape="0">
              <a:srgbClr val="FF2305">
                <a:alpha val="20000"/>
              </a:srgbClr>
            </a:outerShdw>
          </a:effectLst>
        </p:spPr>
        <p:txBody>
          <a:bodyPr xmlns:a="http://schemas.openxmlformats.org/drawingml/2006/main"/>
          <a:lstStyle xmlns:a="http://schemas.openxmlformats.org/drawingml/2006/main"/>
          <a:p xmlns:a="http://schemas.openxmlformats.org/drawingml/2006/main">
            <a:pPr marL="0" marR="0" lvl="0" indent="0" algn="l" defTabSz="914332">
              <a:lnSpc>
                <a:spcPct val="100000"/>
              </a:lnSpc>
              <a:spcBef>
                <a:spcPts val="0"/>
              </a:spcBef>
              <a:spcAft>
                <a:spcPts val="0"/>
              </a:spcAft>
              <a:buClrTx/>
              <a:buSzTx/>
              <a:buFontTx/>
              <a:buNone/>
            </a:pPr>
            <a:endParaRPr sz="1800" b="0" i="0" u="none" kern="1200" cap="none" spc="0" baseline="0">
              <a:ln>
                <a:noFill/>
              </a:ln>
              <a:solidFill>
                <a:srgbClr val="000000"/>
              </a:solidFill>
              <a:latin typeface="Arial"/>
              <a:ea typeface="Arial"/>
              <a:cs typeface="Arial"/>
            </a:endParaRPr>
          </a:p>
        </p:txBody>
      </p:sp>
      <p:sp>
        <p:nvSpPr>
          <p:cNvPr id="31" name="Card30Circle">
            <a:extLst xmlns:a="http://schemas.openxmlformats.org/drawingml/2006/main">
              <a:ext uri="{FF2B5EF4-FFF2-40B4-BE49-F238E27FC236}">
                <a16:creationId xmlns:a16="http://schemas.microsoft.com/office/drawing/2014/main" id="{A1A6D3CE-35E6-49CF-BB91-2DD819F3BACE}"/>
              </a:ext>
            </a:extLst>
          </p:cNvPr>
          <p:cNvSpPr>
            <a:spLocks xmlns:a="http://schemas.openxmlformats.org/drawingml/2006/main" noGrp="1"/>
          </p:cNvSpPr>
          <p:nvPr/>
        </p:nvSpPr>
        <p:spPr>
          <a:xfrm xmlns:a="http://schemas.openxmlformats.org/drawingml/2006/main">
            <a:off x="5503334" y="2108555"/>
            <a:ext cx="1185333" cy="1185333"/>
          </a:xfrm>
          <a:prstGeom xmlns:a="http://schemas.openxmlformats.org/drawingml/2006/main" prst="ellipse">
            <a:avLst/>
          </a:prstGeom>
          <a:solidFill xmlns:a="http://schemas.openxmlformats.org/drawingml/2006/main">
            <a:srgbClr val="FFE5E3"/>
          </a:solidFill>
          <a:ln xmlns:a="http://schemas.openxmlformats.org/drawingml/2006/main">
            <a:noFill/>
          </a:ln>
        </p:spPr>
        <p:txBody>
          <a:bodyPr xmlns:a="http://schemas.openxmlformats.org/drawingml/2006/main"/>
          <a:lstStyle xmlns:a="http://schemas.openxmlformats.org/drawingml/2006/main"/>
          <a:p xmlns:a="http://schemas.openxmlformats.org/drawingml/2006/main">
            <a:pPr marL="0" marR="0" lvl="0" indent="0" algn="l" defTabSz="914332">
              <a:lnSpc>
                <a:spcPct val="100000"/>
              </a:lnSpc>
              <a:spcBef>
                <a:spcPts val="0"/>
              </a:spcBef>
              <a:spcAft>
                <a:spcPts val="0"/>
              </a:spcAft>
              <a:buClrTx/>
              <a:buSzTx/>
              <a:buFontTx/>
              <a:buNone/>
            </a:pPr>
            <a:endParaRPr sz="1800" b="0" i="0" u="none" kern="1200" cap="none" spc="0" baseline="0">
              <a:ln>
                <a:noFill/>
              </a:ln>
              <a:solidFill>
                <a:srgbClr val="000000"/>
              </a:solidFill>
              <a:latin typeface="Arial"/>
              <a:ea typeface="Arial"/>
              <a:cs typeface="Arial"/>
            </a:endParaRPr>
          </a:p>
        </p:txBody>
      </p:sp>
      <p:sp>
        <p:nvSpPr>
          <p:cNvPr id="32" name="Card30Label">
            <a:extLst xmlns:a="http://schemas.openxmlformats.org/drawingml/2006/main">
              <a:ext uri="{FF2B5EF4-FFF2-40B4-BE49-F238E27FC236}">
                <a16:creationId xmlns:a16="http://schemas.microsoft.com/office/drawing/2014/main" id="{C74C0402-CA44-431C-BA79-A04582D8CA74}"/>
              </a:ext>
            </a:extLst>
          </p:cNvPr>
          <p:cNvSpPr>
            <a:spLocks xmlns:a="http://schemas.openxmlformats.org/drawingml/2006/main" noGrp="1"/>
          </p:cNvSpPr>
          <p:nvPr/>
        </p:nvSpPr>
        <p:spPr>
          <a:xfrm xmlns:a="http://schemas.openxmlformats.org/drawingml/2006/main">
            <a:off x="4419600" y="3395488"/>
            <a:ext cx="3352800" cy="508000"/>
          </a:xfrm>
          <a:prstGeom xmlns:a="http://schemas.openxmlformats.org/drawingml/2006/main" prst="rect">
            <a:avLst/>
          </a:prstGeom>
          <a:noFill xmlns:a="http://schemas.openxmlformats.org/drawingml/2006/main"/>
        </p:spPr>
        <p:txBody>
          <a:bodyPr xmlns:a="http://schemas.openxmlformats.org/drawingml/2006/main" anchor="ctr"/>
          <a:lstStyle xmlns:a="http://schemas.openxmlformats.org/drawingml/2006/main"/>
          <a:p xmlns:a="http://schemas.openxmlformats.org/drawingml/2006/main">
            <a:pPr marL="0" marR="0" lvl="0" indent="0" algn="ctr" defTabSz="914332">
              <a:lnSpc>
                <a:spcPct val="100000"/>
              </a:lnSpc>
              <a:spcBef>
                <a:spcPts val="0"/>
              </a:spcBef>
              <a:spcAft>
                <a:spcPts val="0"/>
              </a:spcAft>
              <a:buClrTx/>
              <a:buSzTx/>
              <a:buFontTx/>
              <a:buNone/>
            </a:pPr>
            <a:r>
              <a:rPr sz="2667" b="1" i="0" u="none" cap="none" spc="0">
                <a:ln>
                  <a:noFill/>
                </a:ln>
                <a:solidFill>
                  <a:srgbClr val="FF2305"/>
                </a:solidFill>
                <a:latin typeface="Arial"/>
                <a:ea typeface="Arial"/>
                <a:cs typeface="Arial"/>
              </a:rPr>
              <a:t>Phones</a:t>
            </a:r>
          </a:p>
        </p:txBody>
      </p:sp>
      <p:sp>
        <p:nvSpPr>
          <p:cNvPr id="33" name="Card30Divider">
            <a:extLst xmlns:a="http://schemas.openxmlformats.org/drawingml/2006/main">
              <a:ext uri="{FF2B5EF4-FFF2-40B4-BE49-F238E27FC236}">
                <a16:creationId xmlns:a16="http://schemas.microsoft.com/office/drawing/2014/main" id="{54597BD0-8881-49BF-B47B-A049F33D560F}"/>
              </a:ext>
            </a:extLst>
          </p:cNvPr>
          <p:cNvSpPr>
            <a:spLocks xmlns:a="http://schemas.openxmlformats.org/drawingml/2006/main" noGrp="1"/>
          </p:cNvSpPr>
          <p:nvPr/>
        </p:nvSpPr>
        <p:spPr>
          <a:xfrm xmlns:a="http://schemas.openxmlformats.org/drawingml/2006/main">
            <a:off x="4656667" y="3971221"/>
            <a:ext cx="2878667" cy="33867"/>
          </a:xfrm>
          <a:prstGeom xmlns:a="http://schemas.openxmlformats.org/drawingml/2006/main" prst="rect">
            <a:avLst/>
          </a:prstGeom>
          <a:solidFill xmlns:a="http://schemas.openxmlformats.org/drawingml/2006/main">
            <a:srgbClr val="FFB3AA"/>
          </a:solidFill>
          <a:ln xmlns:a="http://schemas.openxmlformats.org/drawingml/2006/main">
            <a:noFill/>
          </a:ln>
        </p:spPr>
        <p:txBody>
          <a:bodyPr xmlns:a="http://schemas.openxmlformats.org/drawingml/2006/main"/>
          <a:lstStyle xmlns:a="http://schemas.openxmlformats.org/drawingml/2006/main"/>
          <a:p xmlns:a="http://schemas.openxmlformats.org/drawingml/2006/main">
            <a:pPr marL="0" marR="0" lvl="0" indent="0" algn="l" defTabSz="914332">
              <a:lnSpc>
                <a:spcPct val="100000"/>
              </a:lnSpc>
              <a:spcBef>
                <a:spcPts val="0"/>
              </a:spcBef>
              <a:spcAft>
                <a:spcPts val="0"/>
              </a:spcAft>
              <a:buClrTx/>
              <a:buSzTx/>
              <a:buFontTx/>
              <a:buNone/>
            </a:pPr>
            <a:endParaRPr sz="1800" b="0" i="0" u="none" kern="1200" cap="none" spc="0" baseline="0">
              <a:ln>
                <a:noFill/>
              </a:ln>
              <a:solidFill>
                <a:srgbClr val="000000"/>
              </a:solidFill>
              <a:latin typeface="Arial"/>
              <a:ea typeface="Arial"/>
              <a:cs typeface="Arial"/>
            </a:endParaRPr>
          </a:p>
        </p:txBody>
      </p:sp>
      <p:sp>
        <p:nvSpPr>
          <p:cNvPr id="34" name="Card30Text">
            <a:extLst xmlns:a="http://schemas.openxmlformats.org/drawingml/2006/main">
              <a:ext uri="{FF2B5EF4-FFF2-40B4-BE49-F238E27FC236}">
                <a16:creationId xmlns:a16="http://schemas.microsoft.com/office/drawing/2014/main" id="{47D54902-6751-4BFD-A316-537646E64ABB}"/>
              </a:ext>
            </a:extLst>
          </p:cNvPr>
          <p:cNvSpPr>
            <a:spLocks xmlns:a="http://schemas.openxmlformats.org/drawingml/2006/main" noGrp="1"/>
          </p:cNvSpPr>
          <p:nvPr/>
        </p:nvSpPr>
        <p:spPr>
          <a:xfrm xmlns:a="http://schemas.openxmlformats.org/drawingml/2006/main">
            <a:off x="4453467" y="4106689"/>
            <a:ext cx="3285067" cy="937721"/>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marR="0" lvl="0" indent="0" algn="ctr" defTabSz="914332">
              <a:lnSpc>
                <a:spcPct val="100000"/>
              </a:lnSpc>
              <a:spcBef>
                <a:spcPts val="0"/>
              </a:spcBef>
              <a:spcAft>
                <a:spcPts val="0"/>
              </a:spcAft>
              <a:buClrTx/>
              <a:buSzTx/>
              <a:buFontTx/>
              <a:buNone/>
            </a:pPr>
            <a:r>
              <a:rPr sz="2133" b="1" i="0" u="none" cap="none" spc="0">
                <a:ln>
                  <a:noFill/>
                </a:ln>
                <a:solidFill>
                  <a:srgbClr val="FF2305"/>
                </a:solidFill>
                <a:latin typeface="Arial"/>
                <a:ea typeface="Arial"/>
                <a:cs typeface="Arial"/>
              </a:rPr>
              <a:t>Please turn sound off 📵</a:t>
            </a:r>
          </a:p>
          <a:p xmlns:a="http://schemas.openxmlformats.org/drawingml/2006/main">
            <a:pPr marL="0" marR="0" lvl="0" indent="0" algn="ctr" defTabSz="914332">
              <a:lnSpc>
                <a:spcPct val="100000"/>
              </a:lnSpc>
              <a:spcBef>
                <a:spcPts val="0"/>
              </a:spcBef>
              <a:spcAft>
                <a:spcPts val="0"/>
              </a:spcAft>
              <a:buClrTx/>
              <a:buSzTx/>
              <a:buFontTx/>
              <a:buNone/>
            </a:pPr>
            <a:endParaRPr sz="1333" b="0" i="0" u="none" kern="1200" cap="none" spc="0" baseline="0">
              <a:ln>
                <a:noFill/>
              </a:ln>
              <a:solidFill>
                <a:srgbClr val="000000"/>
              </a:solidFill>
              <a:latin typeface="Arial"/>
              <a:ea typeface="Arial"/>
              <a:cs typeface="Arial"/>
            </a:endParaRPr>
          </a:p>
        </p:txBody>
      </p:sp>
      <p:sp>
        <p:nvSpPr>
          <p:cNvPr id="40" name="Card40BG">
            <a:extLst xmlns:a="http://schemas.openxmlformats.org/drawingml/2006/main">
              <a:ext uri="{FF2B5EF4-FFF2-40B4-BE49-F238E27FC236}">
                <a16:creationId xmlns:a16="http://schemas.microsoft.com/office/drawing/2014/main" id="{1B030FEF-4501-4EA1-AF08-163FF3D274AA}"/>
              </a:ext>
            </a:extLst>
          </p:cNvPr>
          <p:cNvSpPr>
            <a:spLocks xmlns:a="http://schemas.openxmlformats.org/drawingml/2006/main" noGrp="1"/>
          </p:cNvSpPr>
          <p:nvPr/>
        </p:nvSpPr>
        <p:spPr>
          <a:xfrm xmlns:a="http://schemas.openxmlformats.org/drawingml/2006/main">
            <a:off x="8111067" y="1905356"/>
            <a:ext cx="3556000" cy="3478329"/>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BBBBBB"/>
            </a:solidFill>
          </a:ln>
          <a:effectLst xmlns:a="http://schemas.openxmlformats.org/drawingml/2006/main">
            <a:outerShdw blurRad="38100" dist="19050" dir="5400000" algn="ctr" rotWithShape="0">
              <a:srgbClr val="323232">
                <a:alpha val="20000"/>
              </a:srgbClr>
            </a:outerShdw>
          </a:effectLst>
        </p:spPr>
        <p:txBody>
          <a:bodyPr xmlns:a="http://schemas.openxmlformats.org/drawingml/2006/main"/>
          <a:lstStyle xmlns:a="http://schemas.openxmlformats.org/drawingml/2006/main"/>
          <a:p xmlns:a="http://schemas.openxmlformats.org/drawingml/2006/main">
            <a:pPr marL="0" marR="0" lvl="0" indent="0" algn="l" defTabSz="914332">
              <a:lnSpc>
                <a:spcPct val="100000"/>
              </a:lnSpc>
              <a:spcBef>
                <a:spcPts val="0"/>
              </a:spcBef>
              <a:spcAft>
                <a:spcPts val="0"/>
              </a:spcAft>
              <a:buClrTx/>
              <a:buSzTx/>
              <a:buFontTx/>
              <a:buNone/>
            </a:pPr>
            <a:endParaRPr sz="1800" b="0" i="0" u="none" kern="1200" cap="none" spc="0" baseline="0">
              <a:ln>
                <a:noFill/>
              </a:ln>
              <a:solidFill>
                <a:srgbClr val="000000"/>
              </a:solidFill>
              <a:latin typeface="Arial"/>
              <a:ea typeface="Arial"/>
              <a:cs typeface="Arial"/>
            </a:endParaRPr>
          </a:p>
        </p:txBody>
      </p:sp>
      <p:sp>
        <p:nvSpPr>
          <p:cNvPr id="41" name="Card40Circle">
            <a:extLst xmlns:a="http://schemas.openxmlformats.org/drawingml/2006/main">
              <a:ext uri="{FF2B5EF4-FFF2-40B4-BE49-F238E27FC236}">
                <a16:creationId xmlns:a16="http://schemas.microsoft.com/office/drawing/2014/main" id="{5BFFCBFB-5406-4E64-9F59-24D416E88314}"/>
              </a:ext>
            </a:extLst>
          </p:cNvPr>
          <p:cNvSpPr>
            <a:spLocks xmlns:a="http://schemas.openxmlformats.org/drawingml/2006/main" noGrp="1"/>
          </p:cNvSpPr>
          <p:nvPr/>
        </p:nvSpPr>
        <p:spPr>
          <a:xfrm xmlns:a="http://schemas.openxmlformats.org/drawingml/2006/main">
            <a:off x="9296400" y="2108555"/>
            <a:ext cx="1185333" cy="1185333"/>
          </a:xfrm>
          <a:prstGeom xmlns:a="http://schemas.openxmlformats.org/drawingml/2006/main" prst="ellipse">
            <a:avLst/>
          </a:prstGeom>
          <a:solidFill xmlns:a="http://schemas.openxmlformats.org/drawingml/2006/main">
            <a:srgbClr val="E8E8E8"/>
          </a:solidFill>
          <a:ln xmlns:a="http://schemas.openxmlformats.org/drawingml/2006/main">
            <a:noFill/>
          </a:ln>
        </p:spPr>
        <p:txBody>
          <a:bodyPr xmlns:a="http://schemas.openxmlformats.org/drawingml/2006/main"/>
          <a:lstStyle xmlns:a="http://schemas.openxmlformats.org/drawingml/2006/main"/>
          <a:p xmlns:a="http://schemas.openxmlformats.org/drawingml/2006/main">
            <a:pPr marL="0" marR="0" lvl="0" indent="0" algn="l" defTabSz="914332">
              <a:lnSpc>
                <a:spcPct val="100000"/>
              </a:lnSpc>
              <a:spcBef>
                <a:spcPts val="0"/>
              </a:spcBef>
              <a:spcAft>
                <a:spcPts val="0"/>
              </a:spcAft>
              <a:buClrTx/>
              <a:buSzTx/>
              <a:buFontTx/>
              <a:buNone/>
            </a:pPr>
            <a:endParaRPr sz="1800" b="0" i="0" u="none" kern="1200" cap="none" spc="0" baseline="0">
              <a:ln>
                <a:noFill/>
              </a:ln>
              <a:solidFill>
                <a:srgbClr val="000000"/>
              </a:solidFill>
              <a:latin typeface="Arial"/>
              <a:ea typeface="Arial"/>
              <a:cs typeface="Arial"/>
            </a:endParaRPr>
          </a:p>
        </p:txBody>
      </p:sp>
      <p:sp>
        <p:nvSpPr>
          <p:cNvPr id="42" name="Card40Label">
            <a:extLst xmlns:a="http://schemas.openxmlformats.org/drawingml/2006/main">
              <a:ext uri="{FF2B5EF4-FFF2-40B4-BE49-F238E27FC236}">
                <a16:creationId xmlns:a16="http://schemas.microsoft.com/office/drawing/2014/main" id="{391E4FEF-AE3C-4FF7-BD69-08E0F253F173}"/>
              </a:ext>
            </a:extLst>
          </p:cNvPr>
          <p:cNvSpPr>
            <a:spLocks xmlns:a="http://schemas.openxmlformats.org/drawingml/2006/main" noGrp="1"/>
          </p:cNvSpPr>
          <p:nvPr/>
        </p:nvSpPr>
        <p:spPr>
          <a:xfrm xmlns:a="http://schemas.openxmlformats.org/drawingml/2006/main">
            <a:off x="8212667" y="3395488"/>
            <a:ext cx="3352800" cy="508000"/>
          </a:xfrm>
          <a:prstGeom xmlns:a="http://schemas.openxmlformats.org/drawingml/2006/main" prst="rect">
            <a:avLst/>
          </a:prstGeom>
          <a:noFill xmlns:a="http://schemas.openxmlformats.org/drawingml/2006/main"/>
        </p:spPr>
        <p:txBody>
          <a:bodyPr xmlns:a="http://schemas.openxmlformats.org/drawingml/2006/main" anchor="ctr"/>
          <a:lstStyle xmlns:a="http://schemas.openxmlformats.org/drawingml/2006/main"/>
          <a:p xmlns:a="http://schemas.openxmlformats.org/drawingml/2006/main">
            <a:pPr marL="0" marR="0" lvl="0" indent="0" algn="ctr" defTabSz="914332">
              <a:lnSpc>
                <a:spcPct val="100000"/>
              </a:lnSpc>
              <a:spcBef>
                <a:spcPts val="0"/>
              </a:spcBef>
              <a:spcAft>
                <a:spcPts val="0"/>
              </a:spcAft>
              <a:buClrTx/>
              <a:buSzTx/>
              <a:buFontTx/>
              <a:buNone/>
            </a:pPr>
            <a:r>
              <a:rPr sz="2667" b="1" i="0" u="none" cap="none" spc="0">
                <a:ln>
                  <a:noFill/>
                </a:ln>
                <a:solidFill>
                  <a:srgbClr val="323232"/>
                </a:solidFill>
                <a:latin typeface="Arial"/>
                <a:ea typeface="Arial"/>
                <a:cs typeface="Arial"/>
              </a:rPr>
              <a:t>Sliding Doors</a:t>
            </a:r>
          </a:p>
        </p:txBody>
      </p:sp>
      <p:sp>
        <p:nvSpPr>
          <p:cNvPr id="43" name="Card40Divider">
            <a:extLst xmlns:a="http://schemas.openxmlformats.org/drawingml/2006/main">
              <a:ext uri="{FF2B5EF4-FFF2-40B4-BE49-F238E27FC236}">
                <a16:creationId xmlns:a16="http://schemas.microsoft.com/office/drawing/2014/main" id="{6002433E-EB3F-47B7-BAD5-4D3576C5CF87}"/>
              </a:ext>
            </a:extLst>
          </p:cNvPr>
          <p:cNvSpPr>
            <a:spLocks xmlns:a="http://schemas.openxmlformats.org/drawingml/2006/main" noGrp="1"/>
          </p:cNvSpPr>
          <p:nvPr/>
        </p:nvSpPr>
        <p:spPr>
          <a:xfrm xmlns:a="http://schemas.openxmlformats.org/drawingml/2006/main">
            <a:off x="8449733" y="3971221"/>
            <a:ext cx="2878667" cy="33867"/>
          </a:xfrm>
          <a:prstGeom xmlns:a="http://schemas.openxmlformats.org/drawingml/2006/main" prst="rect">
            <a:avLst/>
          </a:prstGeom>
          <a:solidFill xmlns:a="http://schemas.openxmlformats.org/drawingml/2006/main">
            <a:srgbClr val="BBBBBB"/>
          </a:solidFill>
          <a:ln xmlns:a="http://schemas.openxmlformats.org/drawingml/2006/main">
            <a:noFill/>
          </a:ln>
        </p:spPr>
        <p:txBody>
          <a:bodyPr xmlns:a="http://schemas.openxmlformats.org/drawingml/2006/main"/>
          <a:lstStyle xmlns:a="http://schemas.openxmlformats.org/drawingml/2006/main"/>
          <a:p xmlns:a="http://schemas.openxmlformats.org/drawingml/2006/main">
            <a:pPr marL="0" marR="0" lvl="0" indent="0" algn="l" defTabSz="914332">
              <a:lnSpc>
                <a:spcPct val="100000"/>
              </a:lnSpc>
              <a:spcBef>
                <a:spcPts val="0"/>
              </a:spcBef>
              <a:spcAft>
                <a:spcPts val="0"/>
              </a:spcAft>
              <a:buClrTx/>
              <a:buSzTx/>
              <a:buFontTx/>
              <a:buNone/>
            </a:pPr>
            <a:endParaRPr sz="1800" b="0" i="0" u="none" kern="1200" cap="none" spc="0" baseline="0">
              <a:ln>
                <a:noFill/>
              </a:ln>
              <a:solidFill>
                <a:srgbClr val="000000"/>
              </a:solidFill>
              <a:latin typeface="Arial"/>
              <a:ea typeface="Arial"/>
              <a:cs typeface="Arial"/>
            </a:endParaRPr>
          </a:p>
        </p:txBody>
      </p:sp>
      <p:sp>
        <p:nvSpPr>
          <p:cNvPr id="44" name="Card40Text">
            <a:extLst xmlns:a="http://schemas.openxmlformats.org/drawingml/2006/main">
              <a:ext uri="{FF2B5EF4-FFF2-40B4-BE49-F238E27FC236}">
                <a16:creationId xmlns:a16="http://schemas.microsoft.com/office/drawing/2014/main" id="{4079C6F0-5AD2-4EB6-9792-9265FE4FCD6C}"/>
              </a:ext>
            </a:extLst>
          </p:cNvPr>
          <p:cNvSpPr>
            <a:spLocks xmlns:a="http://schemas.openxmlformats.org/drawingml/2006/main" noGrp="1"/>
          </p:cNvSpPr>
          <p:nvPr/>
        </p:nvSpPr>
        <p:spPr>
          <a:xfrm xmlns:a="http://schemas.openxmlformats.org/drawingml/2006/main">
            <a:off x="8246533" y="4106689"/>
            <a:ext cx="3285067" cy="836121"/>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marR="0" lvl="0" indent="0" algn="ctr" defTabSz="914332">
              <a:lnSpc>
                <a:spcPct val="100000"/>
              </a:lnSpc>
              <a:spcBef>
                <a:spcPts val="0"/>
              </a:spcBef>
              <a:spcAft>
                <a:spcPts val="0"/>
              </a:spcAft>
              <a:buClrTx/>
              <a:buSzTx/>
              <a:buFontTx/>
              <a:buNone/>
            </a:pPr>
            <a:r>
              <a:rPr sz="2133" b="1" i="0" u="none" cap="none" spc="0">
                <a:ln>
                  <a:noFill/>
                </a:ln>
                <a:solidFill>
                  <a:srgbClr val="323232"/>
                </a:solidFill>
                <a:latin typeface="Arial"/>
                <a:ea typeface="Arial"/>
                <a:cs typeface="Arial"/>
              </a:rPr>
              <a:t>Use the sliding doors 🚪</a:t>
            </a:r>
          </a:p>
          <a:p xmlns:a="http://schemas.openxmlformats.org/drawingml/2006/main">
            <a:pPr marL="0" marR="0" lvl="0" indent="0" algn="ctr" defTabSz="914332">
              <a:lnSpc>
                <a:spcPct val="100000"/>
              </a:lnSpc>
              <a:spcBef>
                <a:spcPts val="0"/>
              </a:spcBef>
              <a:spcAft>
                <a:spcPts val="0"/>
              </a:spcAft>
              <a:buClrTx/>
              <a:buSzTx/>
              <a:buFontTx/>
              <a:buNone/>
            </a:pPr>
            <a:endParaRPr sz="1333" b="0" i="0" u="none" kern="1200" cap="none" spc="0" baseline="0">
              <a:ln>
                <a:noFill/>
              </a:ln>
              <a:solidFill>
                <a:srgbClr val="000000"/>
              </a:solidFill>
              <a:latin typeface="Arial"/>
              <a:ea typeface="Arial"/>
              <a:cs typeface="Arial"/>
            </a:endParaRPr>
          </a:p>
        </p:txBody>
      </p:sp>
      <p:pic>
        <p:nvPicPr>
          <p:cNvPr id="67" name="Graphic 45"/>
          <p:cNvPicPr>
            <a:picLocks xmlns:a="http://schemas.openxmlformats.org/drawingml/2006/main" noChangeAspect="1"/>
          </p:cNvPicPr>
          <p:nvPr/>
        </p:nvPicPr>
        <p:blipFill>
          <a:blip xmlns:r="http://schemas.openxmlformats.org/officeDocument/2006/relationships" xmlns:a="http://schemas.openxmlformats.org/drawingml/2006/main" r:embed="Rf7d102ee58c247b5">
            <a:extLst>
              <a:ext uri="{96DAC541-7B7A-43D3-8B79-37D633B846F1}">
                <asvg:svgBlip xmlns:asvg="http://schemas.microsoft.com/office/drawing/2016/SVG/main" r:embed="Red5d29a9cba7402f"/>
              </a:ext>
            </a:extLst>
          </a:blip>
          <a:stretch xmlns:a="http://schemas.openxmlformats.org/drawingml/2006/main">
            <a:fillRect l="0" t="0" r="0" b="0"/>
          </a:stretch>
        </p:blipFill>
        <p:spPr>
          <a:xfrm xmlns:a="http://schemas.openxmlformats.org/drawingml/2006/main">
            <a:off x="1811867" y="2227088"/>
            <a:ext cx="880533" cy="880533"/>
          </a:xfrm>
          <a:prstGeom xmlns:a="http://schemas.openxmlformats.org/drawingml/2006/main" prst="rect">
            <a:avLst/>
          </a:prstGeom>
        </p:spPr>
      </p:pic>
      <p:pic>
        <p:nvPicPr>
          <p:cNvPr id="68" name="Graphic 46"/>
          <p:cNvPicPr>
            <a:picLocks xmlns:a="http://schemas.openxmlformats.org/drawingml/2006/main" noChangeAspect="1"/>
          </p:cNvPicPr>
          <p:nvPr/>
        </p:nvPicPr>
        <p:blipFill>
          <a:blip xmlns:r="http://schemas.openxmlformats.org/officeDocument/2006/relationships" xmlns:a="http://schemas.openxmlformats.org/drawingml/2006/main" r:embed="Rb71758c346f1432f">
            <a:extLst>
              <a:ext uri="{96DAC541-7B7A-43D3-8B79-37D633B846F1}">
                <asvg:svgBlip xmlns:asvg="http://schemas.microsoft.com/office/drawing/2016/SVG/main" r:embed="Rd249f4342de24bc1"/>
              </a:ext>
            </a:extLst>
          </a:blip>
          <a:stretch xmlns:a="http://schemas.openxmlformats.org/drawingml/2006/main">
            <a:fillRect l="0" t="0" r="0" b="0"/>
          </a:stretch>
        </p:blipFill>
        <p:spPr>
          <a:xfrm xmlns:a="http://schemas.openxmlformats.org/drawingml/2006/main">
            <a:off x="5604934" y="2227088"/>
            <a:ext cx="880533" cy="880533"/>
          </a:xfrm>
          <a:prstGeom xmlns:a="http://schemas.openxmlformats.org/drawingml/2006/main" prst="rect">
            <a:avLst/>
          </a:prstGeom>
        </p:spPr>
      </p:pic>
      <p:pic>
        <p:nvPicPr>
          <p:cNvPr id="69" name="Graphic 47"/>
          <p:cNvPicPr>
            <a:picLocks xmlns:a="http://schemas.openxmlformats.org/drawingml/2006/main" noChangeAspect="1"/>
          </p:cNvPicPr>
          <p:nvPr/>
        </p:nvPicPr>
        <p:blipFill>
          <a:blip xmlns:r="http://schemas.openxmlformats.org/officeDocument/2006/relationships" xmlns:a="http://schemas.openxmlformats.org/drawingml/2006/main" r:embed="Re6f0f9b29b344bca">
            <a:extLst>
              <a:ext uri="{96DAC541-7B7A-43D3-8B79-37D633B846F1}">
                <asvg:svgBlip xmlns:asvg="http://schemas.microsoft.com/office/drawing/2016/SVG/main" r:embed="Rbb654fcce0764ede"/>
              </a:ext>
            </a:extLst>
          </a:blip>
          <a:stretch xmlns:a="http://schemas.openxmlformats.org/drawingml/2006/main">
            <a:fillRect l="0" t="0" r="0" b="0"/>
          </a:stretch>
        </p:blipFill>
        <p:spPr>
          <a:xfrm xmlns:a="http://schemas.openxmlformats.org/drawingml/2006/main">
            <a:off x="9398000" y="2227088"/>
            <a:ext cx="880533" cy="880533"/>
          </a:xfrm>
          <a:prstGeom xmlns:a="http://schemas.openxmlformats.org/drawingml/2006/main" prst="rect">
            <a:avLst/>
          </a:prstGeom>
        </p:spPr>
      </p:pic>
    </p:spTree>
    <p:extLst>
      <p:ext uri="{BB962C8B-B14F-4D97-AF65-F5344CB8AC3E}">
        <p14:creationId xmlns:p14="http://schemas.microsoft.com/office/powerpoint/2010/main" val="317654631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095508C-92D7-40CD-B593-829D2AA84687}"/>
              </a:ext>
            </a:extLst>
          </p:cNvPr>
          <p:cNvSpPr>
            <a:spLocks xmlns:a="http://schemas.openxmlformats.org/drawingml/2006/main" noGrp="1"/>
          </p:cNvSpPr>
          <p:nvPr/>
        </p:nvSpPr>
        <p:spPr>
          <a:xfrm xmlns:a="http://schemas.openxmlformats.org/drawingml/2006/main">
            <a:off x="672998" y="993952"/>
            <a:ext cx="10460736"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0"/>
              <a:t>Today’s session</a:t>
            </a:r>
          </a:p>
        </p:txBody>
      </p:sp>
      <p:sp>
        <p:nvSpPr>
          <p:cNvPr id="15" name="BG3">
            <a:extLst xmlns:a="http://schemas.openxmlformats.org/drawingml/2006/main">
              <a:ext uri="{FF2B5EF4-FFF2-40B4-BE49-F238E27FC236}">
                <a16:creationId xmlns:a16="http://schemas.microsoft.com/office/drawing/2014/main" id="{01FA6B6B-FCF1-4D9F-8F69-8414FFA31E29}"/>
              </a:ext>
            </a:extLst>
          </p:cNvPr>
          <p:cNvSpPr>
            <a:spLocks xmlns:a="http://schemas.openxmlformats.org/drawingml/2006/main" noGrp="1"/>
          </p:cNvSpPr>
          <p:nvPr/>
        </p:nvSpPr>
        <p:spPr>
          <a:xfrm xmlns:a="http://schemas.openxmlformats.org/drawingml/2006/main">
            <a:off x="0" y="1828800"/>
            <a:ext cx="121920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Stripe3">
            <a:extLst xmlns:a="http://schemas.openxmlformats.org/drawingml/2006/main">
              <a:ext uri="{FF2B5EF4-FFF2-40B4-BE49-F238E27FC236}">
                <a16:creationId xmlns:a16="http://schemas.microsoft.com/office/drawing/2014/main" id="{FA216973-4685-4F4C-8ED6-2585E863907D}"/>
              </a:ext>
            </a:extLst>
          </p:cNvPr>
          <p:cNvSpPr>
            <a:spLocks xmlns:a="http://schemas.openxmlformats.org/drawingml/2006/main" noGrp="1"/>
          </p:cNvSpPr>
          <p:nvPr/>
        </p:nvSpPr>
        <p:spPr>
          <a:xfrm xmlns:a="http://schemas.openxmlformats.org/drawingml/2006/main">
            <a:off x="0" y="1828800"/>
            <a:ext cx="88900" cy="6858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Num3">
            <a:extLst xmlns:a="http://schemas.openxmlformats.org/drawingml/2006/main">
              <a:ext uri="{FF2B5EF4-FFF2-40B4-BE49-F238E27FC236}">
                <a16:creationId xmlns:a16="http://schemas.microsoft.com/office/drawing/2014/main" id="{B4CAB291-CC77-4807-9B65-C5A419C9F67A}"/>
              </a:ext>
            </a:extLst>
          </p:cNvPr>
          <p:cNvSpPr>
            <a:spLocks xmlns:a="http://schemas.openxmlformats.org/drawingml/2006/main" noGrp="1"/>
          </p:cNvSpPr>
          <p:nvPr/>
        </p:nvSpPr>
        <p:spPr>
          <a:xfrm xmlns:a="http://schemas.openxmlformats.org/drawingml/2006/main">
            <a:off x="368300" y="1892300"/>
            <a:ext cx="546100" cy="5461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0" tIns="0" anchor="ctr"/>
          <a:lstStyle xmlns:a="http://schemas.openxmlformats.org/drawingml/2006/main"/>
          <a:p xmlns:a="http://schemas.openxmlformats.org/drawingml/2006/main">
            <a:pPr algn="ctr">
              <a:buNone/>
            </a:pPr>
            <a:r>
              <a:rPr sz="2000" b="1">
                <a:solidFill>
                  <a:srgbClr val="FFFFFF"/>
                </a:solidFill>
                <a:latin typeface="Arial"/>
                <a:ea typeface="Arial"/>
                <a:cs typeface="Arial"/>
              </a:rPr>
              <a:t>1</a:t>
            </a:r>
          </a:p>
        </p:txBody>
      </p:sp>
      <p:sp>
        <p:nvSpPr>
          <p:cNvPr id="18" name="Lbl3">
            <a:extLst xmlns:a="http://schemas.openxmlformats.org/drawingml/2006/main">
              <a:ext uri="{FF2B5EF4-FFF2-40B4-BE49-F238E27FC236}">
                <a16:creationId xmlns:a16="http://schemas.microsoft.com/office/drawing/2014/main" id="{EDE5F181-4DF2-4FB5-87B9-3A5630F05EC7}"/>
              </a:ext>
            </a:extLst>
          </p:cNvPr>
          <p:cNvSpPr>
            <a:spLocks xmlns:a="http://schemas.openxmlformats.org/drawingml/2006/main" noGrp="1"/>
          </p:cNvSpPr>
          <p:nvPr/>
        </p:nvSpPr>
        <p:spPr>
          <a:xfrm xmlns:a="http://schemas.openxmlformats.org/drawingml/2006/main">
            <a:off x="1282700" y="1828800"/>
            <a:ext cx="108966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1498" tIns="0" anchor="ctr"/>
          <a:lstStyle xmlns:a="http://schemas.openxmlformats.org/drawingml/2006/main"/>
          <a:p xmlns:a="http://schemas.openxmlformats.org/drawingml/2006/main">
            <a:pPr algn="l">
              <a:buNone/>
            </a:pPr>
            <a:r>
              <a:rPr sz="2000" b="1">
                <a:solidFill>
                  <a:srgbClr val="1A1A1A"/>
                </a:solidFill>
                <a:latin typeface="Arial"/>
                <a:ea typeface="Arial"/>
                <a:cs typeface="Arial"/>
              </a:rPr>
              <a:t>From RAG to agents: workflow control and agent loops</a:t>
            </a:r>
          </a:p>
        </p:txBody>
      </p:sp>
      <p:sp>
        <p:nvSpPr>
          <p:cNvPr id="19" name="BG4">
            <a:extLst xmlns:a="http://schemas.openxmlformats.org/drawingml/2006/main">
              <a:ext uri="{FF2B5EF4-FFF2-40B4-BE49-F238E27FC236}">
                <a16:creationId xmlns:a16="http://schemas.microsoft.com/office/drawing/2014/main" id="{28B5E54E-3AC0-410D-AA9B-B126F40939CD}"/>
              </a:ext>
            </a:extLst>
          </p:cNvPr>
          <p:cNvSpPr>
            <a:spLocks xmlns:a="http://schemas.openxmlformats.org/drawingml/2006/main" noGrp="1"/>
          </p:cNvSpPr>
          <p:nvPr/>
        </p:nvSpPr>
        <p:spPr>
          <a:xfrm xmlns:a="http://schemas.openxmlformats.org/drawingml/2006/main">
            <a:off x="0" y="2514600"/>
            <a:ext cx="121920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Stripe4">
            <a:extLst xmlns:a="http://schemas.openxmlformats.org/drawingml/2006/main">
              <a:ext uri="{FF2B5EF4-FFF2-40B4-BE49-F238E27FC236}">
                <a16:creationId xmlns:a16="http://schemas.microsoft.com/office/drawing/2014/main" id="{F238E0D7-8C46-40B8-AC99-4029B534D885}"/>
              </a:ext>
            </a:extLst>
          </p:cNvPr>
          <p:cNvSpPr>
            <a:spLocks xmlns:a="http://schemas.openxmlformats.org/drawingml/2006/main" noGrp="1"/>
          </p:cNvSpPr>
          <p:nvPr/>
        </p:nvSpPr>
        <p:spPr>
          <a:xfrm xmlns:a="http://schemas.openxmlformats.org/drawingml/2006/main">
            <a:off x="0" y="2514600"/>
            <a:ext cx="88900" cy="6858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Num4">
            <a:extLst xmlns:a="http://schemas.openxmlformats.org/drawingml/2006/main">
              <a:ext uri="{FF2B5EF4-FFF2-40B4-BE49-F238E27FC236}">
                <a16:creationId xmlns:a16="http://schemas.microsoft.com/office/drawing/2014/main" id="{CEB568F5-05F1-4AD6-B9E5-DBE1BE599AB2}"/>
              </a:ext>
            </a:extLst>
          </p:cNvPr>
          <p:cNvSpPr>
            <a:spLocks xmlns:a="http://schemas.openxmlformats.org/drawingml/2006/main" noGrp="1"/>
          </p:cNvSpPr>
          <p:nvPr/>
        </p:nvSpPr>
        <p:spPr>
          <a:xfrm xmlns:a="http://schemas.openxmlformats.org/drawingml/2006/main">
            <a:off x="368300" y="2578100"/>
            <a:ext cx="546100" cy="5461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0" tIns="0" anchor="ctr"/>
          <a:lstStyle xmlns:a="http://schemas.openxmlformats.org/drawingml/2006/main"/>
          <a:p xmlns:a="http://schemas.openxmlformats.org/drawingml/2006/main">
            <a:pPr algn="ctr">
              <a:buNone/>
            </a:pPr>
            <a:r>
              <a:rPr sz="2000" b="1">
                <a:solidFill>
                  <a:srgbClr val="FFFFFF"/>
                </a:solidFill>
                <a:latin typeface="Arial"/>
                <a:ea typeface="Arial"/>
                <a:cs typeface="Arial"/>
              </a:rPr>
              <a:t>2</a:t>
            </a:r>
          </a:p>
        </p:txBody>
      </p:sp>
      <p:sp>
        <p:nvSpPr>
          <p:cNvPr id="22" name="Lbl4">
            <a:extLst xmlns:a="http://schemas.openxmlformats.org/drawingml/2006/main">
              <a:ext uri="{FF2B5EF4-FFF2-40B4-BE49-F238E27FC236}">
                <a16:creationId xmlns:a16="http://schemas.microsoft.com/office/drawing/2014/main" id="{B301210D-3B3C-4E45-989C-5C94A0F0D1C6}"/>
              </a:ext>
            </a:extLst>
          </p:cNvPr>
          <p:cNvSpPr>
            <a:spLocks xmlns:a="http://schemas.openxmlformats.org/drawingml/2006/main" noGrp="1"/>
          </p:cNvSpPr>
          <p:nvPr/>
        </p:nvSpPr>
        <p:spPr>
          <a:xfrm xmlns:a="http://schemas.openxmlformats.org/drawingml/2006/main">
            <a:off x="1282700" y="2514600"/>
            <a:ext cx="108966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1498" tIns="0" anchor="ctr"/>
          <a:lstStyle xmlns:a="http://schemas.openxmlformats.org/drawingml/2006/main"/>
          <a:p xmlns:a="http://schemas.openxmlformats.org/drawingml/2006/main">
            <a:pPr algn="l">
              <a:buNone/>
            </a:pPr>
            <a:r>
              <a:rPr sz="2000" b="1">
                <a:solidFill>
                  <a:srgbClr val="1A1A1A"/>
                </a:solidFill>
                <a:latin typeface="Arial"/>
                <a:ea typeface="Arial"/>
                <a:cs typeface="Arial"/>
              </a:rPr>
              <a:t>Workflow patterns and reliable tool design</a:t>
            </a:r>
          </a:p>
        </p:txBody>
      </p:sp>
      <p:sp>
        <p:nvSpPr>
          <p:cNvPr id="23" name="BG5">
            <a:extLst xmlns:a="http://schemas.openxmlformats.org/drawingml/2006/main">
              <a:ext uri="{FF2B5EF4-FFF2-40B4-BE49-F238E27FC236}">
                <a16:creationId xmlns:a16="http://schemas.microsoft.com/office/drawing/2014/main" id="{FBF4C875-74DE-42EF-8D59-B63E02611B83}"/>
              </a:ext>
            </a:extLst>
          </p:cNvPr>
          <p:cNvSpPr>
            <a:spLocks xmlns:a="http://schemas.openxmlformats.org/drawingml/2006/main" noGrp="1"/>
          </p:cNvSpPr>
          <p:nvPr/>
        </p:nvSpPr>
        <p:spPr>
          <a:xfrm xmlns:a="http://schemas.openxmlformats.org/drawingml/2006/main">
            <a:off x="0" y="3200400"/>
            <a:ext cx="121920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Stripe5">
            <a:extLst xmlns:a="http://schemas.openxmlformats.org/drawingml/2006/main">
              <a:ext uri="{FF2B5EF4-FFF2-40B4-BE49-F238E27FC236}">
                <a16:creationId xmlns:a16="http://schemas.microsoft.com/office/drawing/2014/main" id="{0964DA38-9FE1-4FD2-9101-CC5811F9D579}"/>
              </a:ext>
            </a:extLst>
          </p:cNvPr>
          <p:cNvSpPr>
            <a:spLocks xmlns:a="http://schemas.openxmlformats.org/drawingml/2006/main" noGrp="1"/>
          </p:cNvSpPr>
          <p:nvPr/>
        </p:nvSpPr>
        <p:spPr>
          <a:xfrm xmlns:a="http://schemas.openxmlformats.org/drawingml/2006/main">
            <a:off x="0" y="3200400"/>
            <a:ext cx="88900" cy="6858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Num5">
            <a:extLst xmlns:a="http://schemas.openxmlformats.org/drawingml/2006/main">
              <a:ext uri="{FF2B5EF4-FFF2-40B4-BE49-F238E27FC236}">
                <a16:creationId xmlns:a16="http://schemas.microsoft.com/office/drawing/2014/main" id="{4FB31A79-2EF6-49A4-9DFB-5975829D61A7}"/>
              </a:ext>
            </a:extLst>
          </p:cNvPr>
          <p:cNvSpPr>
            <a:spLocks xmlns:a="http://schemas.openxmlformats.org/drawingml/2006/main" noGrp="1"/>
          </p:cNvSpPr>
          <p:nvPr/>
        </p:nvSpPr>
        <p:spPr>
          <a:xfrm xmlns:a="http://schemas.openxmlformats.org/drawingml/2006/main">
            <a:off x="368300" y="3263900"/>
            <a:ext cx="546100" cy="5461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0" tIns="0" anchor="ctr"/>
          <a:lstStyle xmlns:a="http://schemas.openxmlformats.org/drawingml/2006/main"/>
          <a:p xmlns:a="http://schemas.openxmlformats.org/drawingml/2006/main">
            <a:pPr algn="ctr">
              <a:buNone/>
            </a:pPr>
            <a:r>
              <a:rPr sz="2000" b="1">
                <a:solidFill>
                  <a:srgbClr val="FFFFFF"/>
                </a:solidFill>
                <a:latin typeface="Arial"/>
                <a:ea typeface="Arial"/>
                <a:cs typeface="Arial"/>
              </a:rPr>
              <a:t>3</a:t>
            </a:r>
          </a:p>
        </p:txBody>
      </p:sp>
      <p:sp>
        <p:nvSpPr>
          <p:cNvPr id="26" name="Lbl5">
            <a:extLst xmlns:a="http://schemas.openxmlformats.org/drawingml/2006/main">
              <a:ext uri="{FF2B5EF4-FFF2-40B4-BE49-F238E27FC236}">
                <a16:creationId xmlns:a16="http://schemas.microsoft.com/office/drawing/2014/main" id="{F7A3B520-C381-4BD4-A1D8-11ABFB2D63FA}"/>
              </a:ext>
            </a:extLst>
          </p:cNvPr>
          <p:cNvSpPr>
            <a:spLocks xmlns:a="http://schemas.openxmlformats.org/drawingml/2006/main" noGrp="1"/>
          </p:cNvSpPr>
          <p:nvPr/>
        </p:nvSpPr>
        <p:spPr>
          <a:xfrm xmlns:a="http://schemas.openxmlformats.org/drawingml/2006/main">
            <a:off x="1282700" y="3200400"/>
            <a:ext cx="108966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1498" tIns="0" anchor="ctr"/>
          <a:lstStyle xmlns:a="http://schemas.openxmlformats.org/drawingml/2006/main"/>
          <a:p xmlns:a="http://schemas.openxmlformats.org/drawingml/2006/main">
            <a:pPr algn="l">
              <a:buNone/>
            </a:pPr>
            <a:r>
              <a:rPr sz="2000" b="1">
                <a:solidFill>
                  <a:srgbClr val="1A1A1A"/>
                </a:solidFill>
                <a:latin typeface="Arial"/>
                <a:ea typeface="Arial"/>
                <a:cs typeface="Arial"/>
              </a:rPr>
              <a:t>Core lab: notebooks 01 and 02</a:t>
            </a:r>
          </a:p>
        </p:txBody>
      </p:sp>
      <p:sp>
        <p:nvSpPr>
          <p:cNvPr id="27" name="TopStrip">
            <a:extLst xmlns:a="http://schemas.openxmlformats.org/drawingml/2006/main">
              <a:ext uri="{FF2B5EF4-FFF2-40B4-BE49-F238E27FC236}">
                <a16:creationId xmlns:a16="http://schemas.microsoft.com/office/drawing/2014/main" id="{57BC74AE-7045-82C4-3973-9C1CF89BCF57}"/>
              </a:ext>
            </a:extLst>
          </p:cNvPr>
          <p:cNvSpPr>
            <a:spLocks xmlns:a="http://schemas.openxmlformats.org/drawingml/2006/main" noGrp="1"/>
          </p:cNvSpPr>
          <p:nvPr/>
        </p:nvSpPr>
        <p:spPr>
          <a:xfrm xmlns:a="http://schemas.openxmlformats.org/drawingml/2006/main">
            <a:off x="0" y="0"/>
            <a:ext cx="12192000" cy="135467"/>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pPr defTabSz="914332">
              <a:buNone/>
            </a:pPr>
            <a:endParaRPr>
              <a:solidFill>
                <a:srgbClr val="000000"/>
              </a:solidFill>
              <a:latin typeface="Arial"/>
              <a:ea typeface="Arial"/>
              <a:cs typeface="Arial"/>
            </a:endParaRPr>
          </a:p>
        </p:txBody>
      </p:sp>
      <p:sp>
        <p:nvSpPr>
          <p:cNvPr id="30" name="BG6">
            <a:extLst xmlns:a="http://schemas.openxmlformats.org/drawingml/2006/main">
              <a:ext uri="{FF2B5EF4-FFF2-40B4-BE49-F238E27FC236}">
                <a16:creationId xmlns:a16="http://schemas.microsoft.com/office/drawing/2014/main" id="{ABF6A9EC-A412-4097-B38E-2294B154F4DF}"/>
              </a:ext>
            </a:extLst>
          </p:cNvPr>
          <p:cNvSpPr>
            <a:spLocks xmlns:a="http://schemas.openxmlformats.org/drawingml/2006/main" noGrp="1"/>
          </p:cNvSpPr>
          <p:nvPr/>
        </p:nvSpPr>
        <p:spPr>
          <a:xfrm xmlns:a="http://schemas.openxmlformats.org/drawingml/2006/main">
            <a:off x="0" y="3886200"/>
            <a:ext cx="121920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Stripe6">
            <a:extLst xmlns:a="http://schemas.openxmlformats.org/drawingml/2006/main">
              <a:ext uri="{FF2B5EF4-FFF2-40B4-BE49-F238E27FC236}">
                <a16:creationId xmlns:a16="http://schemas.microsoft.com/office/drawing/2014/main" id="{053ACEAC-C7C6-48B3-9168-06C56808BC7E}"/>
              </a:ext>
            </a:extLst>
          </p:cNvPr>
          <p:cNvSpPr>
            <a:spLocks xmlns:a="http://schemas.openxmlformats.org/drawingml/2006/main" noGrp="1"/>
          </p:cNvSpPr>
          <p:nvPr/>
        </p:nvSpPr>
        <p:spPr>
          <a:xfrm xmlns:a="http://schemas.openxmlformats.org/drawingml/2006/main">
            <a:off x="0" y="3886200"/>
            <a:ext cx="88900" cy="6858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Num6">
            <a:extLst xmlns:a="http://schemas.openxmlformats.org/drawingml/2006/main">
              <a:ext uri="{FF2B5EF4-FFF2-40B4-BE49-F238E27FC236}">
                <a16:creationId xmlns:a16="http://schemas.microsoft.com/office/drawing/2014/main" id="{B4938E46-9A23-496F-8E75-B4F6CDC3B2D7}"/>
              </a:ext>
            </a:extLst>
          </p:cNvPr>
          <p:cNvSpPr>
            <a:spLocks xmlns:a="http://schemas.openxmlformats.org/drawingml/2006/main" noGrp="1"/>
          </p:cNvSpPr>
          <p:nvPr/>
        </p:nvSpPr>
        <p:spPr>
          <a:xfrm xmlns:a="http://schemas.openxmlformats.org/drawingml/2006/main">
            <a:off x="368300" y="3949700"/>
            <a:ext cx="546100" cy="5461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0" tIns="0" anchor="ctr"/>
          <a:lstStyle xmlns:a="http://schemas.openxmlformats.org/drawingml/2006/main"/>
          <a:p xmlns:a="http://schemas.openxmlformats.org/drawingml/2006/main">
            <a:pPr algn="ctr">
              <a:buNone/>
            </a:pPr>
            <a:r>
              <a:rPr sz="2000" b="1">
                <a:solidFill>
                  <a:srgbClr val="FFFFFF"/>
                </a:solidFill>
                <a:latin typeface="Arial"/>
                <a:ea typeface="Arial"/>
                <a:cs typeface="Arial"/>
              </a:rPr>
              <a:t>4</a:t>
            </a:r>
          </a:p>
        </p:txBody>
      </p:sp>
      <p:sp>
        <p:nvSpPr>
          <p:cNvPr id="33" name="Lbl6">
            <a:extLst xmlns:a="http://schemas.openxmlformats.org/drawingml/2006/main">
              <a:ext uri="{FF2B5EF4-FFF2-40B4-BE49-F238E27FC236}">
                <a16:creationId xmlns:a16="http://schemas.microsoft.com/office/drawing/2014/main" id="{87664DE0-9698-4A39-9DDC-5C4916E87BDC}"/>
              </a:ext>
            </a:extLst>
          </p:cNvPr>
          <p:cNvSpPr>
            <a:spLocks xmlns:a="http://schemas.openxmlformats.org/drawingml/2006/main" noGrp="1"/>
          </p:cNvSpPr>
          <p:nvPr/>
        </p:nvSpPr>
        <p:spPr>
          <a:xfrm xmlns:a="http://schemas.openxmlformats.org/drawingml/2006/main">
            <a:off x="1282700" y="3886200"/>
            <a:ext cx="108966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1498" tIns="0" anchor="ctr"/>
          <a:lstStyle xmlns:a="http://schemas.openxmlformats.org/drawingml/2006/main"/>
          <a:p xmlns:a="http://schemas.openxmlformats.org/drawingml/2006/main">
            <a:pPr algn="l">
              <a:buNone/>
            </a:pPr>
            <a:r>
              <a:rPr sz="2000" b="1">
                <a:solidFill>
                  <a:srgbClr val="1A1A1A"/>
                </a:solidFill>
                <a:latin typeface="Arial"/>
                <a:ea typeface="Arial"/>
                <a:cs typeface="Arial"/>
              </a:rPr>
              <a:t>MCP and the multi-agent framework ecosystem</a:t>
            </a:r>
          </a:p>
        </p:txBody>
      </p:sp>
      <p:sp>
        <p:nvSpPr>
          <p:cNvPr id="40" name="BG4">
            <a:extLst xmlns:a="http://schemas.openxmlformats.org/drawingml/2006/main">
              <a:ext uri="{FF2B5EF4-FFF2-40B4-BE49-F238E27FC236}">
                <a16:creationId xmlns:a16="http://schemas.microsoft.com/office/drawing/2014/main" id="{94493B8A-3683-41A2-BCA0-D71E83026A46}"/>
              </a:ext>
            </a:extLst>
          </p:cNvPr>
          <p:cNvSpPr>
            <a:spLocks xmlns:a="http://schemas.openxmlformats.org/drawingml/2006/main" noGrp="1"/>
          </p:cNvSpPr>
          <p:nvPr/>
        </p:nvSpPr>
        <p:spPr>
          <a:xfrm xmlns:a="http://schemas.openxmlformats.org/drawingml/2006/main">
            <a:off x="0" y="4572000"/>
            <a:ext cx="121920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Stripe4">
            <a:extLst xmlns:a="http://schemas.openxmlformats.org/drawingml/2006/main">
              <a:ext uri="{FF2B5EF4-FFF2-40B4-BE49-F238E27FC236}">
                <a16:creationId xmlns:a16="http://schemas.microsoft.com/office/drawing/2014/main" id="{B06259D8-ABAE-43C2-A1B2-E29E046BA973}"/>
              </a:ext>
            </a:extLst>
          </p:cNvPr>
          <p:cNvSpPr>
            <a:spLocks xmlns:a="http://schemas.openxmlformats.org/drawingml/2006/main" noGrp="1"/>
          </p:cNvSpPr>
          <p:nvPr/>
        </p:nvSpPr>
        <p:spPr>
          <a:xfrm xmlns:a="http://schemas.openxmlformats.org/drawingml/2006/main">
            <a:off x="0" y="4572000"/>
            <a:ext cx="88900" cy="6858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Num4">
            <a:extLst xmlns:a="http://schemas.openxmlformats.org/drawingml/2006/main">
              <a:ext uri="{FF2B5EF4-FFF2-40B4-BE49-F238E27FC236}">
                <a16:creationId xmlns:a16="http://schemas.microsoft.com/office/drawing/2014/main" id="{F8B036DA-DCDE-4532-8DC2-7F508E215840}"/>
              </a:ext>
            </a:extLst>
          </p:cNvPr>
          <p:cNvSpPr>
            <a:spLocks xmlns:a="http://schemas.openxmlformats.org/drawingml/2006/main" noGrp="1"/>
          </p:cNvSpPr>
          <p:nvPr/>
        </p:nvSpPr>
        <p:spPr>
          <a:xfrm xmlns:a="http://schemas.openxmlformats.org/drawingml/2006/main">
            <a:off x="368300" y="4635500"/>
            <a:ext cx="546100" cy="5461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0" tIns="0" anchor="ctr"/>
          <a:lstStyle xmlns:a="http://schemas.openxmlformats.org/drawingml/2006/main"/>
          <a:p xmlns:a="http://schemas.openxmlformats.org/drawingml/2006/main">
            <a:pPr algn="ctr">
              <a:buNone/>
            </a:pPr>
            <a:r>
              <a:rPr sz="2000" b="1">
                <a:solidFill>
                  <a:srgbClr val="FFFFFF"/>
                </a:solidFill>
                <a:latin typeface="Arial"/>
                <a:ea typeface="Arial"/>
                <a:cs typeface="Arial"/>
              </a:rPr>
              <a:t>5</a:t>
            </a:r>
          </a:p>
        </p:txBody>
      </p:sp>
      <p:sp>
        <p:nvSpPr>
          <p:cNvPr id="43" name="Lbl4">
            <a:extLst xmlns:a="http://schemas.openxmlformats.org/drawingml/2006/main">
              <a:ext uri="{FF2B5EF4-FFF2-40B4-BE49-F238E27FC236}">
                <a16:creationId xmlns:a16="http://schemas.microsoft.com/office/drawing/2014/main" id="{48A416F9-558D-433C-AC2F-BC498EF31F2C}"/>
              </a:ext>
            </a:extLst>
          </p:cNvPr>
          <p:cNvSpPr>
            <a:spLocks xmlns:a="http://schemas.openxmlformats.org/drawingml/2006/main" noGrp="1"/>
          </p:cNvSpPr>
          <p:nvPr/>
        </p:nvSpPr>
        <p:spPr>
          <a:xfrm xmlns:a="http://schemas.openxmlformats.org/drawingml/2006/main">
            <a:off x="1282700" y="4572000"/>
            <a:ext cx="108966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1498" tIns="0" anchor="ctr"/>
          <a:lstStyle xmlns:a="http://schemas.openxmlformats.org/drawingml/2006/main"/>
          <a:p xmlns:a="http://schemas.openxmlformats.org/drawingml/2006/main">
            <a:pPr algn="l">
              <a:buNone/>
            </a:pPr>
            <a:r>
              <a:rPr sz="2000" b="1">
                <a:solidFill>
                  <a:srgbClr val="1A1A1A"/>
                </a:solidFill>
                <a:latin typeface="Arial"/>
                <a:ea typeface="Arial"/>
                <a:cs typeface="Arial"/>
              </a:rPr>
              <a:t>Tracing, guardrails, and human approval</a:t>
            </a:r>
          </a:p>
        </p:txBody>
      </p:sp>
      <p:sp>
        <p:nvSpPr>
          <p:cNvPr id="44" name="BG5">
            <a:extLst xmlns:a="http://schemas.openxmlformats.org/drawingml/2006/main">
              <a:ext uri="{FF2B5EF4-FFF2-40B4-BE49-F238E27FC236}">
                <a16:creationId xmlns:a16="http://schemas.microsoft.com/office/drawing/2014/main" id="{2876BE5A-6B29-4F8A-8891-D64AA356D10C}"/>
              </a:ext>
            </a:extLst>
          </p:cNvPr>
          <p:cNvSpPr>
            <a:spLocks xmlns:a="http://schemas.openxmlformats.org/drawingml/2006/main" noGrp="1"/>
          </p:cNvSpPr>
          <p:nvPr/>
        </p:nvSpPr>
        <p:spPr>
          <a:xfrm xmlns:a="http://schemas.openxmlformats.org/drawingml/2006/main">
            <a:off x="0" y="5257800"/>
            <a:ext cx="121920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Stripe5">
            <a:extLst xmlns:a="http://schemas.openxmlformats.org/drawingml/2006/main">
              <a:ext uri="{FF2B5EF4-FFF2-40B4-BE49-F238E27FC236}">
                <a16:creationId xmlns:a16="http://schemas.microsoft.com/office/drawing/2014/main" id="{E2833B25-F466-4079-A5A4-1B7EB15FC111}"/>
              </a:ext>
            </a:extLst>
          </p:cNvPr>
          <p:cNvSpPr>
            <a:spLocks xmlns:a="http://schemas.openxmlformats.org/drawingml/2006/main" noGrp="1"/>
          </p:cNvSpPr>
          <p:nvPr/>
        </p:nvSpPr>
        <p:spPr>
          <a:xfrm xmlns:a="http://schemas.openxmlformats.org/drawingml/2006/main">
            <a:off x="0" y="5257800"/>
            <a:ext cx="88900" cy="6858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Num5">
            <a:extLst xmlns:a="http://schemas.openxmlformats.org/drawingml/2006/main">
              <a:ext uri="{FF2B5EF4-FFF2-40B4-BE49-F238E27FC236}">
                <a16:creationId xmlns:a16="http://schemas.microsoft.com/office/drawing/2014/main" id="{2B78B686-98DA-45B1-AB3D-75D209202927}"/>
              </a:ext>
            </a:extLst>
          </p:cNvPr>
          <p:cNvSpPr>
            <a:spLocks xmlns:a="http://schemas.openxmlformats.org/drawingml/2006/main" noGrp="1"/>
          </p:cNvSpPr>
          <p:nvPr/>
        </p:nvSpPr>
        <p:spPr>
          <a:xfrm xmlns:a="http://schemas.openxmlformats.org/drawingml/2006/main">
            <a:off x="368300" y="5321300"/>
            <a:ext cx="546100" cy="5461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0" tIns="0" anchor="ctr"/>
          <a:lstStyle xmlns:a="http://schemas.openxmlformats.org/drawingml/2006/main"/>
          <a:p xmlns:a="http://schemas.openxmlformats.org/drawingml/2006/main">
            <a:pPr algn="ctr">
              <a:buNone/>
            </a:pPr>
            <a:r>
              <a:rPr sz="2000" b="1">
                <a:solidFill>
                  <a:srgbClr val="FFFFFF"/>
                </a:solidFill>
                <a:latin typeface="Arial"/>
                <a:ea typeface="Arial"/>
                <a:cs typeface="Arial"/>
              </a:rPr>
              <a:t>6</a:t>
            </a:r>
          </a:p>
        </p:txBody>
      </p:sp>
      <p:sp>
        <p:nvSpPr>
          <p:cNvPr id="47" name="Lbl5">
            <a:extLst xmlns:a="http://schemas.openxmlformats.org/drawingml/2006/main">
              <a:ext uri="{FF2B5EF4-FFF2-40B4-BE49-F238E27FC236}">
                <a16:creationId xmlns:a16="http://schemas.microsoft.com/office/drawing/2014/main" id="{77FA49CA-2760-4458-9A3E-0D2BFD208917}"/>
              </a:ext>
            </a:extLst>
          </p:cNvPr>
          <p:cNvSpPr>
            <a:spLocks xmlns:a="http://schemas.openxmlformats.org/drawingml/2006/main" noGrp="1"/>
          </p:cNvSpPr>
          <p:nvPr/>
        </p:nvSpPr>
        <p:spPr>
          <a:xfrm xmlns:a="http://schemas.openxmlformats.org/drawingml/2006/main">
            <a:off x="1282700" y="5257800"/>
            <a:ext cx="108966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1498" tIns="0" anchor="ctr"/>
          <a:lstStyle xmlns:a="http://schemas.openxmlformats.org/drawingml/2006/main"/>
          <a:p xmlns:a="http://schemas.openxmlformats.org/drawingml/2006/main">
            <a:pPr algn="l">
              <a:buNone/>
            </a:pPr>
            <a:r>
              <a:rPr sz="2000" b="1">
                <a:solidFill>
                  <a:srgbClr val="1A1A1A"/>
                </a:solidFill>
                <a:latin typeface="Arial"/>
                <a:ea typeface="Arial"/>
                <a:cs typeface="Arial"/>
              </a:rPr>
              <a:t>Optional extensions: Gradio, Ollama, and MLflow</a:t>
            </a:r>
          </a:p>
        </p:txBody>
      </p:sp>
      <p:sp>
        <p:nvSpPr>
          <p:cNvPr id="50" name="BG6">
            <a:extLst xmlns:a="http://schemas.openxmlformats.org/drawingml/2006/main">
              <a:ext uri="{FF2B5EF4-FFF2-40B4-BE49-F238E27FC236}">
                <a16:creationId xmlns:a16="http://schemas.microsoft.com/office/drawing/2014/main" id="{6A62A148-FB61-42A7-8278-F374D93D0AEE}"/>
              </a:ext>
            </a:extLst>
          </p:cNvPr>
          <p:cNvSpPr>
            <a:spLocks xmlns:a="http://schemas.openxmlformats.org/drawingml/2006/main" noGrp="1"/>
          </p:cNvSpPr>
          <p:nvPr/>
        </p:nvSpPr>
        <p:spPr>
          <a:xfrm xmlns:a="http://schemas.openxmlformats.org/drawingml/2006/main">
            <a:off x="0" y="5943600"/>
            <a:ext cx="121920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Stripe6">
            <a:extLst xmlns:a="http://schemas.openxmlformats.org/drawingml/2006/main">
              <a:ext uri="{FF2B5EF4-FFF2-40B4-BE49-F238E27FC236}">
                <a16:creationId xmlns:a16="http://schemas.microsoft.com/office/drawing/2014/main" id="{FC910585-012B-4D17-A257-D62586BFAC2E}"/>
              </a:ext>
            </a:extLst>
          </p:cNvPr>
          <p:cNvSpPr>
            <a:spLocks xmlns:a="http://schemas.openxmlformats.org/drawingml/2006/main" noGrp="1"/>
          </p:cNvSpPr>
          <p:nvPr/>
        </p:nvSpPr>
        <p:spPr>
          <a:xfrm xmlns:a="http://schemas.openxmlformats.org/drawingml/2006/main">
            <a:off x="0" y="5943600"/>
            <a:ext cx="88900" cy="6858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Num6">
            <a:extLst xmlns:a="http://schemas.openxmlformats.org/drawingml/2006/main">
              <a:ext uri="{FF2B5EF4-FFF2-40B4-BE49-F238E27FC236}">
                <a16:creationId xmlns:a16="http://schemas.microsoft.com/office/drawing/2014/main" id="{90A77C71-256A-4C32-BC2A-F1C6A003F40F}"/>
              </a:ext>
            </a:extLst>
          </p:cNvPr>
          <p:cNvSpPr>
            <a:spLocks xmlns:a="http://schemas.openxmlformats.org/drawingml/2006/main" noGrp="1"/>
          </p:cNvSpPr>
          <p:nvPr/>
        </p:nvSpPr>
        <p:spPr>
          <a:xfrm xmlns:a="http://schemas.openxmlformats.org/drawingml/2006/main">
            <a:off x="368300" y="6007100"/>
            <a:ext cx="546100" cy="546100"/>
          </a:xfrm>
          <a:prstGeom xmlns:a="http://schemas.openxmlformats.org/drawingml/2006/main" prst="rect">
            <a:avLst/>
          </a:prstGeom>
          <a:solidFill xmlns:a="http://schemas.openxmlformats.org/drawingml/2006/main">
            <a:srgbClr val="0F4B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0" tIns="0" anchor="ctr"/>
          <a:lstStyle xmlns:a="http://schemas.openxmlformats.org/drawingml/2006/main"/>
          <a:p xmlns:a="http://schemas.openxmlformats.org/drawingml/2006/main">
            <a:pPr algn="ctr">
              <a:buNone/>
            </a:pPr>
            <a:r>
              <a:rPr sz="2000" b="1">
                <a:solidFill>
                  <a:srgbClr val="FFFFFF"/>
                </a:solidFill>
                <a:latin typeface="Arial"/>
                <a:ea typeface="Arial"/>
                <a:cs typeface="Arial"/>
              </a:rPr>
              <a:t>7</a:t>
            </a:r>
          </a:p>
        </p:txBody>
      </p:sp>
      <p:sp>
        <p:nvSpPr>
          <p:cNvPr id="53" name="Lbl6">
            <a:extLst xmlns:a="http://schemas.openxmlformats.org/drawingml/2006/main">
              <a:ext uri="{FF2B5EF4-FFF2-40B4-BE49-F238E27FC236}">
                <a16:creationId xmlns:a16="http://schemas.microsoft.com/office/drawing/2014/main" id="{76F9D9F2-AADA-4DE5-B420-DE266569DBDA}"/>
              </a:ext>
            </a:extLst>
          </p:cNvPr>
          <p:cNvSpPr>
            <a:spLocks xmlns:a="http://schemas.openxmlformats.org/drawingml/2006/main" noGrp="1"/>
          </p:cNvSpPr>
          <p:nvPr/>
        </p:nvSpPr>
        <p:spPr>
          <a:xfrm xmlns:a="http://schemas.openxmlformats.org/drawingml/2006/main">
            <a:off x="1282700" y="5943600"/>
            <a:ext cx="10896600" cy="685800"/>
          </a:xfrm>
          <a:prstGeom xmlns:a="http://schemas.openxmlformats.org/drawingml/2006/main" prst="rect">
            <a:avLst/>
          </a:prstGeom>
          <a:solidFill xmlns:a="http://schemas.openxmlformats.org/drawingml/2006/main">
            <a:srgbClr val="FA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1498" tIns="0" anchor="ctr"/>
          <a:lstStyle xmlns:a="http://schemas.openxmlformats.org/drawingml/2006/main"/>
          <a:p xmlns:a="http://schemas.openxmlformats.org/drawingml/2006/main">
            <a:pPr algn="l">
              <a:buNone/>
            </a:pPr>
            <a:r>
              <a:rPr sz="1800" b="1">
                <a:solidFill>
                  <a:srgbClr val="1A1A1A"/>
                </a:solidFill>
                <a:latin typeface="Arial"/>
                <a:ea typeface="Arial"/>
                <a:cs typeface="Arial"/>
              </a:rPr>
              <a:t>Agent design activity and review</a:t>
            </a:r>
          </a:p>
        </p:txBody>
      </p:sp>
      <p:sp>
        <p:nvSpPr>
          <p:cNvPr id="28" name="BottomStrip">
            <a:extLst xmlns:a="http://schemas.openxmlformats.org/drawingml/2006/main">
              <a:ext uri="{FF2B5EF4-FFF2-40B4-BE49-F238E27FC236}">
                <a16:creationId xmlns:a16="http://schemas.microsoft.com/office/drawing/2014/main" id="{50E63711-CF9A-612D-FF45-69464B4DF70F}"/>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pPr defTabSz="914332">
              <a:buNone/>
            </a:pPr>
            <a:endParaRPr>
              <a:solidFill>
                <a:srgbClr val="000000"/>
              </a:solidFill>
              <a:latin typeface="Arial"/>
              <a:ea typeface="Arial"/>
              <a:cs typeface="Arial"/>
            </a:endParaRPr>
          </a:p>
        </p:txBody>
      </p:sp>
    </p:spTree>
    <p:extLst>
      <p:ext uri="{BB962C8B-B14F-4D97-AF65-F5344CB8AC3E}">
        <p14:creationId xmlns:p14="http://schemas.microsoft.com/office/powerpoint/2010/main" val="35200841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8BB718-2E4A-324D-3E53-D170E5CB8B85}"/>
              </a:ext>
            </a:extLst>
          </p:cNvPr>
          <p:cNvSpPr>
            <a:spLocks xmlns:a="http://schemas.openxmlformats.org/drawingml/2006/main" noGrp="1"/>
          </p:cNvSpPr>
          <p:nvPr>
            <p:ph type="ctrTitle" idx="0"/>
          </p:nvPr>
        </p:nvSpPr>
        <p:spPr>
          <a:xfrm xmlns:a="http://schemas.openxmlformats.org/drawingml/2006/main">
            <a:off x="1374588" y="1889920"/>
            <a:ext cx="9646024" cy="2387600"/>
          </a:xfrm>
        </p:spPr>
        <p:txBody>
          <a:bodyPr xmlns:a="http://schemas.openxmlformats.org/drawingml/2006/main"/>
          <a:lstStyle xmlns:a="http://schemas.openxmlformats.org/drawingml/2006/main"/>
          <a:p xmlns:a="http://schemas.openxmlformats.org/drawingml/2006/main">
            <a:pPr>
              <a:buNone/>
              <a:tabLst>
                <a:tab pos="621491" algn="l"/>
                <a:tab pos="1865265" algn="l"/>
              </a:tabLst>
            </a:pPr>
            <a:r>
              <a:t>From LLMs to AI Agents</a:t>
            </a:r>
          </a:p>
        </p:txBody>
      </p:sp>
    </p:spTree>
    <p:extLst>
      <p:ext uri="{BB962C8B-B14F-4D97-AF65-F5344CB8AC3E}">
        <p14:creationId xmlns:p14="http://schemas.microsoft.com/office/powerpoint/2010/main" val="23150152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F0F316-AC73-ECCF-3BBA-9C189C7AD4D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Setup your env</a:t>
            </a:r>
          </a:p>
        </p:txBody>
      </p:sp>
      <p:sp>
        <p:nvSpPr>
          <p:cNvPr id="3" name="Content Placeholder 2">
            <a:extLst xmlns:a="http://schemas.openxmlformats.org/drawingml/2006/main">
              <a:ext uri="{FF2B5EF4-FFF2-40B4-BE49-F238E27FC236}">
                <a16:creationId xmlns:a16="http://schemas.microsoft.com/office/drawing/2014/main" id="{63518C4C-544E-138B-46B4-09E0A82A8D6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marL="254000" indent="-127000">
              <a:spcAft>
                <a:spcPts val="500"/>
              </a:spcAft>
              <a:buChar char="•"/>
            </a:pPr>
            <a:r>
              <a:t>Public course repository: </a:t>
            </a:r>
            <a:r>
              <a:rPr u="sng">
                <a:solidFill>
                  <a:srgbClr val="165DFF"/>
                </a:solidFill>
                <a:hlinkClick xmlns:r="http://schemas.openxmlformats.org/officeDocument/2006/relationships" r:id="Red37771a447f4639"/>
              </a:rPr>
              <a:t>github.com/mdsiprojects/anlpspr2026-published</a:t>
            </a:r>
          </a:p>
          <a:p xmlns:a="http://schemas.openxmlformats.org/drawingml/2006/main">
            <a:pPr marL="254000" indent="-127000">
              <a:spcAft>
                <a:spcPts val="500"/>
              </a:spcAft>
              <a:buChar char="•"/>
            </a:pPr>
            <a:r>
              <a:t>From the repository root, activate the Python 3.12 .venv and install requirements.txt.</a:t>
            </a:r>
          </a:p>
          <a:p xmlns:a="http://schemas.openxmlformats.org/drawingml/2006/main">
            <a:pPr marL="254000" indent="-127000">
              <a:spcAft>
                <a:spcPts val="500"/>
              </a:spcAft>
              <a:buChar char="•"/>
            </a:pPr>
            <a:r>
              <a:t>Create a local .env file with OPENAI_API_KEY.</a:t>
            </a:r>
          </a:p>
          <a:p xmlns:a="http://schemas.openxmlformats.org/drawingml/2006/main">
            <a:pPr marL="254000" indent="-127000">
              <a:spcAft>
                <a:spcPts val="500"/>
              </a:spcAft>
              <a:buChar char="•"/>
            </a:pPr>
            <a:r>
              <a:t>Optional configuration: OPENAI_ORG_ID and OPENAI_PROJECT_ID.</a:t>
            </a:r>
          </a:p>
          <a:p xmlns:a="http://schemas.openxmlformats.org/drawingml/2006/main">
            <a:pPr marL="254000" indent="-127000">
              <a:spcAft>
                <a:spcPts val="500"/>
              </a:spcAft>
              <a:buChar char="•"/>
            </a:pPr>
            <a:r>
              <a:t>Set OPENAI_MODEL when needed; the teaching default is gpt-5.6-luna.</a:t>
            </a:r>
          </a:p>
        </p:txBody>
      </p:sp>
      <p:sp>
        <p:nvSpPr>
          <p:cNvPr id="9001" name="TopStrip">
            <a:extLst xmlns:a="http://schemas.openxmlformats.org/drawingml/2006/main">
              <a:ext uri="{FF2B5EF4-FFF2-40B4-BE49-F238E27FC236}">
                <a16:creationId xmlns:a16="http://schemas.microsoft.com/office/drawing/2014/main" id="{D772B4F1-540E-4722-A010-AA03961D8C08}"/>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0B383950-4503-493D-9832-853698276F6A}"/>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04858003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6B39DA-8041-305C-886A-137C491C27B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Course Notebooks: Session 9 Overview</a:t>
            </a:r>
          </a:p>
        </p:txBody>
      </p:sp>
      <p:graphicFrame>
        <p:nvGraphicFramePr>
          <p:cNvPr id="9005" name="Content Placeholder 3"/>
          <p:cNvGraphicFramePr/>
          <p:nvPr/>
        </p:nvGraphicFramePr>
        <p:xfrm>
          <a:off xmlns:a="http://schemas.openxmlformats.org/drawingml/2006/main" x="838200" y="1784373"/>
          <a:ext xmlns:a="http://schemas.openxmlformats.org/drawingml/2006/main" cx="10320230" cy="3611590"/>
        </p:xfrm>
        <a:graphic xmlns:a="http://schemas.openxmlformats.org/drawingml/2006/main">
          <a:graphicData uri="http://schemas.openxmlformats.org/drawingml/2006/table">
            <a:tbl>
              <a:tblPr firstRow="1" bandRow="1">
                <a:tableStyleId>{5C22544A-7EE6-4342-B048-85BDC9FD1C3A}</a:tableStyleId>
              </a:tblPr>
              <a:tblGrid>
                <a:gridCol w="2864760"/>
                <a:gridCol w="7455470"/>
              </a:tblGrid>
              <a:tr h="722318">
                <a:tc>
                  <a:txBody>
                    <a:bodyPr/>
                    <a:lstStyle/>
                    <a:p>
                      <a:r>
                        <a:rPr sz="1800" b="1"/>
                        <a:t>Notebook</a:t>
                      </a:r>
                    </a:p>
                  </a:txBody>
                  <a:tcPr marL="91440" marR="91440" marT="45720" marB="45720"/>
                </a:tc>
                <a:tc>
                  <a:txBody>
                    <a:bodyPr/>
                    <a:lstStyle/>
                    <a:p>
                      <a:r>
                        <a:rPr sz="1800" b="1"/>
                        <a:t>What you will build</a:t>
                      </a:r>
                    </a:p>
                  </a:txBody>
                  <a:tcPr marL="91440" marR="91440" marT="45720" marB="45720"/>
                </a:tc>
              </a:tr>
              <a:tr h="722318">
                <a:tc>
                  <a:txBody>
                    <a:bodyPr/>
                    <a:lstStyle/>
                    <a:p>
                      <a:r>
                        <a:rPr sz="1800" b="0"/>
                        <a:t>CORE  01_agents_concepts</a:t>
                      </a:r>
                    </a:p>
                  </a:txBody>
                  <a:tcPr marL="91440" marR="91440" marT="45720" marB="45720"/>
                </a:tc>
                <a:tc>
                  <a:txBody>
                    <a:bodyPr/>
                    <a:lstStyle/>
                    <a:p>
                      <a:r>
                        <a:rPr sz="1800" b="0"/>
                        <a:t>Agentic RAG, workflow patterns, and MCPServer</a:t>
                      </a:r>
                    </a:p>
                  </a:txBody>
                  <a:tcPr marL="91440" marR="91440" marT="45720" marB="45720"/>
                </a:tc>
              </a:tr>
              <a:tr h="722318">
                <a:tc>
                  <a:txBody>
                    <a:bodyPr/>
                    <a:lstStyle/>
                    <a:p>
                      <a:r>
                        <a:rPr sz="1800" b="0"/>
                        <a:t>CORE  02_agent_with_tools</a:t>
                      </a:r>
                    </a:p>
                  </a:txBody>
                  <a:tcPr marL="91440" marR="91440" marT="45720" marB="45720"/>
                </a:tc>
                <a:tc>
                  <a:txBody>
                    <a:bodyPr/>
                    <a:lstStyle/>
                    <a:p>
                      <a:r>
                        <a:rPr sz="1800" b="0"/>
                        <a:t>Tools, tracing, agents as tools, and handoffs</a:t>
                      </a:r>
                    </a:p>
                  </a:txBody>
                  <a:tcPr marL="91440" marR="91440" marT="45720" marB="45720"/>
                </a:tc>
              </a:tr>
              <a:tr h="722318">
                <a:tc>
                  <a:txBody>
                    <a:bodyPr/>
                    <a:lstStyle/>
                    <a:p>
                      <a:r>
                        <a:rPr sz="1800" b="0"/>
                        <a:t>OPTIONAL  03_beyond_basics</a:t>
                      </a:r>
                    </a:p>
                  </a:txBody>
                  <a:tcPr marL="91440" marR="91440" marT="45720" marB="45720"/>
                </a:tc>
                <a:tc>
                  <a:txBody>
                    <a:bodyPr/>
                    <a:lstStyle/>
                    <a:p>
                      <a:r>
                        <a:rPr sz="1800" b="0"/>
                        <a:t>Streaming, state, hooks, and typed output</a:t>
                      </a:r>
                    </a:p>
                  </a:txBody>
                  <a:tcPr marL="91440" marR="91440" marT="45720" marB="45720"/>
                </a:tc>
              </a:tr>
              <a:tr h="722318">
                <a:tc>
                  <a:txBody>
                    <a:bodyPr/>
                    <a:lstStyle/>
                    <a:p>
                      <a:r>
                        <a:rPr sz="1800" b="0"/>
                        <a:t>OPTIONAL  04_agent_gradio_app</a:t>
                      </a:r>
                    </a:p>
                  </a:txBody>
                  <a:tcPr marL="91440" marR="91440" marT="45720" marB="45720"/>
                </a:tc>
                <a:tc>
                  <a:txBody>
                    <a:bodyPr/>
                    <a:lstStyle/>
                    <a:p>
                      <a:r>
                        <a:rPr sz="1800" b="0"/>
                        <a:t>Gradio interface with a human approval checkpoint</a:t>
                      </a:r>
                    </a:p>
                  </a:txBody>
                  <a:tcPr marL="91440" marR="91440" marT="45720" marB="45720"/>
                </a:tc>
              </a:tr>
            </a:tbl>
          </a:graphicData>
        </a:graphic>
      </p:graphicFrame>
      <p:sp>
        <p:nvSpPr>
          <p:cNvPr id="9001" name="TopStrip">
            <a:extLst xmlns:a="http://schemas.openxmlformats.org/drawingml/2006/main">
              <a:ext uri="{FF2B5EF4-FFF2-40B4-BE49-F238E27FC236}">
                <a16:creationId xmlns:a16="http://schemas.microsoft.com/office/drawing/2014/main" id="{23D931B1-9E12-4665-94B7-F658729C786D}"/>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F064F126-9998-47FB-9BA0-4A9E8239D271}"/>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531297"/>
      </p:ext>
    </p:extLst>
  </p:cSld>
</p:sld>
</file>

<file path=ppt/slides/slide7.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2052" name="Rectangle 2051">
            <a:extLst xmlns:a="http://schemas.openxmlformats.org/drawingml/2006/main">
              <a:ext uri="{FF2B5EF4-FFF2-40B4-BE49-F238E27FC236}">
                <a16:creationId xmlns:a16="http://schemas.microsoft.com/office/drawing/2014/main" id="{C1DD1A8A-57D5-4A81-AD04-532B043C5611}"/>
              </a:ext>
            </a:extLst>
          </p:cNvPr>
          <p:cNvSpPr>
            <a:spLocks xmlns:a="http://schemas.openxmlformats.org/drawingml/2006/main" noGrp="1"/>
          </p:cNvSpPr>
          <p:nvPr/>
        </p:nvSpPr>
        <p:spPr>
          <a:xfrm xmlns:a="http://schemas.openxmlformats.org/drawingml/2006/main">
            <a:off x="-1" y="0"/>
            <a:ext cx="12188952"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9005" name="Picture 2"/>
          <p:cNvPicPr>
            <a:picLocks xmlns:a="http://schemas.openxmlformats.org/drawingml/2006/main" noChangeAspect="1"/>
          </p:cNvPicPr>
          <p:nvPr/>
        </p:nvPicPr>
        <p:blipFill>
          <a:blip xmlns:r="http://schemas.openxmlformats.org/officeDocument/2006/relationships" xmlns:a="http://schemas.openxmlformats.org/drawingml/2006/main" r:embed="R3ecff338d88948ca"/>
          <a:srcRect xmlns:a="http://schemas.openxmlformats.org/drawingml/2006/main" l="0" t="15730" r="0" b="0"/>
          <a:stretch xmlns:a="http://schemas.openxmlformats.org/drawingml/2006/main"/>
        </p:blipFill>
        <p:spPr>
          <a:xfrm xmlns:a="http://schemas.openxmlformats.org/drawingml/2006/main">
            <a:off x="-3047" y="10"/>
            <a:ext cx="12191999" cy="6857990"/>
          </a:xfrm>
          <a:prstGeom xmlns:a="http://schemas.openxmlformats.org/drawingml/2006/main" prst="rect">
            <a:avLst/>
          </a:prstGeom>
        </p:spPr>
      </p:pic>
      <p:sp>
        <p:nvSpPr>
          <p:cNvPr id="2053" name="Rectangle 2052">
            <a:extLst xmlns:a="http://schemas.openxmlformats.org/drawingml/2006/main">
              <a:ext uri="{FF2B5EF4-FFF2-40B4-BE49-F238E27FC236}">
                <a16:creationId xmlns:a16="http://schemas.microsoft.com/office/drawing/2014/main" id="{007891EC-4501-44ED-A8C8-B11B6DB767AB}"/>
              </a:ext>
            </a:extLst>
          </p:cNvPr>
          <p:cNvSpPr>
            <a:spLocks xmlns:a="http://schemas.openxmlformats.org/drawingml/2006/main" noGrp="1"/>
          </p:cNvSpPr>
          <p:nvPr/>
        </p:nvSpPr>
        <p:spPr>
          <a:xfrm xmlns:a="http://schemas.openxmlformats.org/drawingml/2006/main">
            <a:off x="0" y="2207602"/>
            <a:ext cx="12191999" cy="3162146"/>
          </a:xfrm>
          <a:prstGeom xmlns:a="http://schemas.openxmlformats.org/drawingml/2006/main" prst="rect">
            <a:avLst/>
          </a:prstGeom>
          <a:gradFill xmlns:a="http://schemas.openxmlformats.org/drawingml/2006/main"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itle 3">
            <a:extLst xmlns:a="http://schemas.openxmlformats.org/drawingml/2006/main">
              <a:ext uri="{FF2B5EF4-FFF2-40B4-BE49-F238E27FC236}">
                <a16:creationId xmlns:a16="http://schemas.microsoft.com/office/drawing/2014/main" id="{8CD135F9-9B2A-2B70-7712-0494D4BD753B}"/>
              </a:ext>
            </a:extLst>
          </p:cNvPr>
          <p:cNvSpPr>
            <a:spLocks xmlns:a="http://schemas.openxmlformats.org/drawingml/2006/main" noGrp="1"/>
          </p:cNvSpPr>
          <p:nvPr>
            <p:ph type="title" idx="0"/>
          </p:nvPr>
        </p:nvSpPr>
        <p:spPr>
          <a:xfrm xmlns:a="http://schemas.openxmlformats.org/drawingml/2006/main">
            <a:off x="1097280" y="325550"/>
            <a:ext cx="5240020" cy="3574778"/>
          </a:xfrm>
          <a:effectLst xmlns:a="http://schemas.openxmlformats.org/drawingml/2006/main">
            <a:outerShdw blurRad="50800" dist="38100" dir="2700000" algn="tl" rotWithShape="0">
              <a:prstClr val="black">
                <a:alpha val="40000"/>
              </a:prstClr>
            </a:outerShdw>
          </a:effectLst>
        </p:spPr>
        <p:txBody>
          <a:bodyPr xmlns:a="http://schemas.openxmlformats.org/drawingml/2006/main" vert="horz" lIns="91440" tIns="45720" rIns="91440" bIns="45720" anchor="b">
            <a:normAutofit/>
          </a:bodyPr>
          <a:lstStyle xmlns:a="http://schemas.openxmlformats.org/drawingml/2006/main"/>
          <a:p xmlns:a="http://schemas.openxmlformats.org/drawingml/2006/main">
            <a:pPr algn="ctr">
              <a:buNone/>
            </a:pPr>
            <a:r>
              <a:rPr sz="5200">
                <a:solidFill>
                  <a:srgbClr val="FFFFFF"/>
                </a:solidFill>
              </a:rPr>
              <a:t>AI Agents</a:t>
            </a:r>
          </a:p>
        </p:txBody>
      </p:sp>
      <p:sp>
        <p:nvSpPr>
          <p:cNvPr id="5" name="Text Placeholder 4">
            <a:extLst xmlns:a="http://schemas.openxmlformats.org/drawingml/2006/main">
              <a:ext uri="{FF2B5EF4-FFF2-40B4-BE49-F238E27FC236}">
                <a16:creationId xmlns:a16="http://schemas.microsoft.com/office/drawing/2014/main" id="{E9A52B35-1129-741F-098E-4E6BB2742625}"/>
              </a:ext>
            </a:extLst>
          </p:cNvPr>
          <p:cNvSpPr>
            <a:spLocks xmlns:a="http://schemas.openxmlformats.org/drawingml/2006/main" noGrp="1"/>
          </p:cNvSpPr>
          <p:nvPr>
            <p:ph type="body" idx="1"/>
          </p:nvPr>
        </p:nvSpPr>
        <p:spPr>
          <a:xfrm xmlns:a="http://schemas.openxmlformats.org/drawingml/2006/main">
            <a:off x="1100051" y="4072043"/>
            <a:ext cx="10058400" cy="1282707"/>
          </a:xfrm>
          <a:effectLst xmlns:a="http://schemas.openxmlformats.org/drawingml/2006/main">
            <a:outerShdw blurRad="50800" dist="38100" dir="2700000" algn="tl" rotWithShape="0">
              <a:prstClr val="black">
                <a:alpha val="40000"/>
              </a:prstClr>
            </a:outerShdw>
          </a:effectLst>
        </p:spPr>
        <p:txBody>
          <a:bodyPr xmlns:a="http://schemas.openxmlformats.org/drawingml/2006/main" vert="horz" lIns="91440" tIns="45720" rIns="91440" bIns="45720">
            <a:normAutofit/>
          </a:bodyPr>
          <a:lstStyle xmlns:a="http://schemas.openxmlformats.org/drawingml/2006/main"/>
          <a:p xmlns:a="http://schemas.openxmlformats.org/drawingml/2006/main">
            <a:pPr algn="ctr">
              <a:buNone/>
            </a:pPr>
            <a:endParaRPr>
              <a:solidFill>
                <a:srgbClr val="FFFFFF"/>
              </a:solidFill>
            </a:endParaRPr>
          </a:p>
        </p:txBody>
      </p:sp>
      <p:sp>
        <p:nvSpPr>
          <p:cNvPr id="9001" name="TopStrip">
            <a:extLst xmlns:a="http://schemas.openxmlformats.org/drawingml/2006/main">
              <a:ext uri="{FF2B5EF4-FFF2-40B4-BE49-F238E27FC236}">
                <a16:creationId xmlns:a16="http://schemas.microsoft.com/office/drawing/2014/main" id="{AFB21F29-405B-4AA1-B5DF-9177C38EF3FF}"/>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103E3094-97C1-4E68-BD11-AC6EB34624B8}"/>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101187808"/>
      </p:ext>
    </p:extLst>
  </p:cSld>
</p:sld>
</file>

<file path=ppt/slides/slide8.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8" name="Rectangle 7">
            <a:extLst xmlns:a="http://schemas.openxmlformats.org/drawingml/2006/main">
              <a:ext uri="{FF2B5EF4-FFF2-40B4-BE49-F238E27FC236}">
                <a16:creationId xmlns:a16="http://schemas.microsoft.com/office/drawing/2014/main" id="{F609FF9A-4FCE-468E-A86A-C9AB525EAE71}"/>
              </a:ext>
            </a:extLst>
          </p:cNvPr>
          <p:cNvSpPr>
            <a:spLocks xmlns:a="http://schemas.openxmlformats.org/drawingml/2006/main" noGrp="1"/>
          </p:cNvSpPr>
          <p:nvPr/>
        </p:nvSpPr>
        <p:spPr>
          <a:xfrm xmlns:a="http://schemas.openxmlformats.org/drawingml/2006/main">
            <a:off x="0" y="-1"/>
            <a:ext cx="12188952"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10" name="Rectangle 9">
            <a:extLst xmlns:a="http://schemas.openxmlformats.org/drawingml/2006/main">
              <a:ext uri="{FF2B5EF4-FFF2-40B4-BE49-F238E27FC236}">
                <a16:creationId xmlns:a16="http://schemas.microsoft.com/office/drawing/2014/main" id="{021E12D4-3A88-428D-8E5E-AF1AFD923D6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000000"/>
              </a:solidFill>
              <a:latin typeface="Calibri"/>
              <a:ea typeface="Calibri"/>
              <a:cs typeface="Calibri"/>
            </a:endParaRPr>
          </a:p>
        </p:txBody>
      </p:sp>
      <p:pic>
        <p:nvPicPr>
          <p:cNvPr id="9006" name="Picture 4"/>
          <p:cNvPicPr>
            <a:picLocks xmlns:a="http://schemas.openxmlformats.org/drawingml/2006/main" noChangeAspect="1"/>
          </p:cNvPicPr>
          <p:nvPr/>
        </p:nvPicPr>
        <p:blipFill>
          <a:blip xmlns:r="http://schemas.openxmlformats.org/officeDocument/2006/relationships" xmlns:a="http://schemas.openxmlformats.org/drawingml/2006/main" r:embed="Rb314305246464fe4"/>
          <a:srcRect xmlns:a="http://schemas.openxmlformats.org/drawingml/2006/main" l="0" t="0" r="0" b="0"/>
          <a:stretch xmlns:a="http://schemas.openxmlformats.org/drawingml/2006/main">
            <a:fillRect l="0" t="0" r="0" b="0"/>
          </a:stretch>
        </p:blipFill>
        <p:spPr>
          <a:xfrm xmlns:a="http://schemas.openxmlformats.org/drawingml/2006/main">
            <a:off x="0" y="-2"/>
            <a:ext cx="12827000" cy="855133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C481D251-7905-B7AD-B276-31A5DAA9D98C}"/>
              </a:ext>
            </a:extLst>
          </p:cNvPr>
          <p:cNvSpPr>
            <a:spLocks xmlns:a="http://schemas.openxmlformats.org/drawingml/2006/main" noGrp="1"/>
          </p:cNvSpPr>
          <p:nvPr>
            <p:ph type="title" idx="0"/>
          </p:nvPr>
        </p:nvSpPr>
        <p:spPr>
          <a:xfrm xmlns:a="http://schemas.openxmlformats.org/drawingml/2006/main">
            <a:off x="838200" y="914402"/>
            <a:ext cx="6604000" cy="2985923"/>
          </a:xfrm>
        </p:spPr>
        <p:txBody>
          <a:bodyPr xmlns:a="http://schemas.openxmlformats.org/drawingml/2006/main" vert="horz" lIns="91440" tIns="45720" rIns="91440" bIns="45720" anchor="b">
            <a:normAutofit/>
          </a:bodyPr>
          <a:lstStyle xmlns:a="http://schemas.openxmlformats.org/drawingml/2006/main"/>
          <a:p xmlns:a="http://schemas.openxmlformats.org/drawingml/2006/main">
            <a:pPr algn="ctr">
              <a:buNone/>
            </a:pPr>
            <a:r>
              <a:rPr sz="5200">
                <a:solidFill>
                  <a:srgbClr val="FFFFFF"/>
                </a:solidFill>
                <a:effectLst>
                  <a:outerShdw blurRad="50800" dist="38100" dir="2700000" algn="tl" rotWithShape="0">
                    <a:prstClr val="black">
                      <a:alpha val="40000"/>
                    </a:prstClr>
                  </a:outerShdw>
                </a:effectLst>
              </a:rPr>
              <a:t>… What is an AI Agent?</a:t>
            </a:r>
          </a:p>
        </p:txBody>
      </p:sp>
      <p:sp>
        <p:nvSpPr>
          <p:cNvPr id="9001" name="TopStrip">
            <a:extLst xmlns:a="http://schemas.openxmlformats.org/drawingml/2006/main">
              <a:ext uri="{FF2B5EF4-FFF2-40B4-BE49-F238E27FC236}">
                <a16:creationId xmlns:a16="http://schemas.microsoft.com/office/drawing/2014/main" id="{B6AB87D2-550E-47A6-80C4-441D005A570B}"/>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C48194CA-9CE2-4A7E-9ED4-569562FACE7E}"/>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7181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807FDA-7927-5F7E-EF5B-16DB9AFD178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LLM vs Agent</a:t>
            </a:r>
          </a:p>
        </p:txBody>
      </p:sp>
      <p:pic>
        <p:nvPicPr>
          <p:cNvPr id="9006" name="Picture 3"/>
          <p:cNvPicPr>
            <a:picLocks xmlns:a="http://schemas.openxmlformats.org/drawingml/2006/main" noChangeAspect="1"/>
          </p:cNvPicPr>
          <p:nvPr/>
        </p:nvPicPr>
        <p:blipFill>
          <a:blip xmlns:r="http://schemas.openxmlformats.org/officeDocument/2006/relationships" xmlns:a="http://schemas.openxmlformats.org/drawingml/2006/main" r:embed="R6d75a17859f44776"/>
          <a:srcRect xmlns:a="http://schemas.openxmlformats.org/drawingml/2006/main" l="0" t="15421" r="0" b="47946"/>
          <a:stretch xmlns:a="http://schemas.openxmlformats.org/drawingml/2006/main"/>
        </p:blipFill>
        <p:spPr>
          <a:xfrm xmlns:a="http://schemas.openxmlformats.org/drawingml/2006/main" rot="0" flipH="0" flipV="0">
            <a:off x="331316" y="2209338"/>
            <a:ext cx="5549987" cy="3049690"/>
          </a:xfrm>
          <a:prstGeom xmlns:a="http://schemas.openxmlformats.org/drawingml/2006/main" prst="rect">
            <a:avLst/>
          </a:prstGeom>
        </p:spPr>
      </p:pic>
      <p:pic>
        <p:nvPicPr>
          <p:cNvPr id="9007" name="Picture 4"/>
          <p:cNvPicPr>
            <a:picLocks xmlns:a="http://schemas.openxmlformats.org/drawingml/2006/main" noChangeAspect="1"/>
          </p:cNvPicPr>
          <p:nvPr/>
        </p:nvPicPr>
        <p:blipFill>
          <a:blip xmlns:r="http://schemas.openxmlformats.org/officeDocument/2006/relationships" xmlns:a="http://schemas.openxmlformats.org/drawingml/2006/main" r:embed="R6d75a17859f44776"/>
          <a:srcRect xmlns:a="http://schemas.openxmlformats.org/drawingml/2006/main" l="-101" t="52054" r="101" b="4141"/>
          <a:stretch xmlns:a="http://schemas.openxmlformats.org/drawingml/2006/main"/>
        </p:blipFill>
        <p:spPr>
          <a:xfrm xmlns:a="http://schemas.openxmlformats.org/drawingml/2006/main" rot="0" flipH="0" flipV="0">
            <a:off x="6310695" y="2209338"/>
            <a:ext cx="5549987" cy="3646735"/>
          </a:xfrm>
          <a:prstGeom xmlns:a="http://schemas.openxmlformats.org/drawingml/2006/main" prst="rect">
            <a:avLst/>
          </a:prstGeom>
        </p:spPr>
      </p:pic>
      <p:sp>
        <p:nvSpPr>
          <p:cNvPr id="6" name="Rounded Rectangle 1">
            <a:extLst xmlns:a="http://schemas.openxmlformats.org/drawingml/2006/main">
              <a:ext uri="{FF2B5EF4-FFF2-40B4-BE49-F238E27FC236}">
                <a16:creationId xmlns:a16="http://schemas.microsoft.com/office/drawing/2014/main" id="{9EB49ECF-D0D7-B0A2-CB8F-3D9CDDD62AEA}"/>
              </a:ext>
            </a:extLst>
          </p:cNvPr>
          <p:cNvSpPr>
            <a:spLocks xmlns:a="http://schemas.openxmlformats.org/drawingml/2006/main" noGrp="1"/>
          </p:cNvSpPr>
          <p:nvPr/>
        </p:nvSpPr>
        <p:spPr>
          <a:xfrm xmlns:a="http://schemas.openxmlformats.org/drawingml/2006/main" rot="0" flipH="0" flipV="0">
            <a:off x="645069" y="2268374"/>
            <a:ext cx="4982790" cy="2915268"/>
          </a:xfrm>
          <a:prstGeom xmlns:a="http://schemas.openxmlformats.org/drawingml/2006/main" prst="roundRect">
            <a:avLst>
              <a:gd name="adj" fmla="val 3040"/>
            </a:avLst>
          </a:prstGeom>
          <a:noFill xmlns:a="http://schemas.openxmlformats.org/drawingml/2006/main"/>
          <a:ln xmlns:a="http://schemas.openxmlformats.org/drawingml/2006/main" w="381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2">
            <a:extLst xmlns:a="http://schemas.openxmlformats.org/drawingml/2006/main">
              <a:ext uri="{FF2B5EF4-FFF2-40B4-BE49-F238E27FC236}">
                <a16:creationId xmlns:a16="http://schemas.microsoft.com/office/drawing/2014/main" id="{F1D009C4-C398-17D2-ACCE-FC9DD547615D}"/>
              </a:ext>
            </a:extLst>
          </p:cNvPr>
          <p:cNvSpPr>
            <a:spLocks xmlns:a="http://schemas.openxmlformats.org/drawingml/2006/main" noGrp="1"/>
          </p:cNvSpPr>
          <p:nvPr/>
        </p:nvSpPr>
        <p:spPr>
          <a:xfrm xmlns:a="http://schemas.openxmlformats.org/drawingml/2006/main" rot="0" flipH="0" flipV="0">
            <a:off x="6612589" y="2268374"/>
            <a:ext cx="4982790" cy="3504785"/>
          </a:xfrm>
          <a:prstGeom xmlns:a="http://schemas.openxmlformats.org/drawingml/2006/main" prst="roundRect">
            <a:avLst>
              <a:gd name="adj" fmla="val 3040"/>
            </a:avLst>
          </a:prstGeom>
          <a:noFill xmlns:a="http://schemas.openxmlformats.org/drawingml/2006/main"/>
          <a:ln xmlns:a="http://schemas.openxmlformats.org/drawingml/2006/main" w="381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001" name="TopStrip">
            <a:extLst xmlns:a="http://schemas.openxmlformats.org/drawingml/2006/main">
              <a:ext uri="{FF2B5EF4-FFF2-40B4-BE49-F238E27FC236}">
                <a16:creationId xmlns:a16="http://schemas.microsoft.com/office/drawing/2014/main" id="{B8B0C5C7-A9FE-49D6-BE5A-1EB00A5380D0}"/>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1EF0F99D-8387-415E-A79D-7C8933E6C68E}"/>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4099751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B3449E91-AC01-729A-655D-B26252141F2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5" name="Subtitle 2">
            <a:extLst xmlns:a="http://schemas.openxmlformats.org/drawingml/2006/main">
              <a:ext uri="{FF2B5EF4-FFF2-40B4-BE49-F238E27FC236}">
                <a16:creationId xmlns:a16="http://schemas.microsoft.com/office/drawing/2014/main" id="{2057D666-9258-5E4E-1107-D245D8717EF4}"/>
              </a:ext>
            </a:extLst>
          </p:cNvPr>
          <p:cNvSpPr>
            <a:spLocks xmlns:a="http://schemas.openxmlformats.org/drawingml/2006/main" noGrp="1"/>
          </p:cNvSpPr>
          <p:nvPr/>
        </p:nvSpPr>
        <p:spPr>
          <a:xfrm xmlns:a="http://schemas.openxmlformats.org/drawingml/2006/main">
            <a:off x="8492565" y="3534161"/>
            <a:ext cx="1299411" cy="387747"/>
          </a:xfrm>
          <a:prstGeom xmlns:a="http://schemas.openxmlformats.org/drawingml/2006/main" prst="roundRect">
            <a:avLst>
              <a:gd name="adj" fmla="val 50000"/>
            </a:avLst>
          </a:prstGeom>
          <a:noFill xmlns:a="http://schemas.openxmlformats.org/drawingml/2006/main"/>
          <a:ln xmlns:a="http://schemas.openxmlformats.org/drawingml/2006/main">
            <a:solidFill>
              <a:schemeClr val="tx1"/>
            </a:solidFill>
          </a:ln>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100">
                <a:latin typeface="+mj-lt"/>
                <a:ea typeface="+mj-lt"/>
                <a:cs typeface="+mj-lt"/>
              </a:rPr>
              <a:t>Collaboration</a:t>
            </a:r>
          </a:p>
        </p:txBody>
      </p:sp>
      <p:sp>
        <p:nvSpPr>
          <p:cNvPr id="6" name="Text Placeholder 3">
            <a:extLst xmlns:a="http://schemas.openxmlformats.org/drawingml/2006/main">
              <a:ext uri="{FF2B5EF4-FFF2-40B4-BE49-F238E27FC236}">
                <a16:creationId xmlns:a16="http://schemas.microsoft.com/office/drawing/2014/main" id="{E91A1DAA-7BED-FCB6-BA0B-C57FE5F89D58}"/>
              </a:ext>
            </a:extLst>
          </p:cNvPr>
          <p:cNvSpPr>
            <a:spLocks xmlns:a="http://schemas.openxmlformats.org/drawingml/2006/main" noGrp="1"/>
          </p:cNvSpPr>
          <p:nvPr/>
        </p:nvSpPr>
        <p:spPr>
          <a:xfrm xmlns:a="http://schemas.openxmlformats.org/drawingml/2006/main">
            <a:off x="539751" y="1944605"/>
            <a:ext cx="2146300" cy="307777"/>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marL="0" algn="l" defTabSz="914400">
              <a:buNone/>
              <a:defRPr sz="1200" kern="1200">
                <a:solidFill>
                  <a:schemeClr val="tx1">
                    <a:tint val="82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a:buNone/>
            </a:pPr>
            <a:r>
              <a:t>Yesterday</a:t>
            </a:r>
          </a:p>
        </p:txBody>
      </p:sp>
      <p:sp>
        <p:nvSpPr>
          <p:cNvPr id="7" name="Straight Connector 6">
            <a:extLst xmlns:a="http://schemas.openxmlformats.org/drawingml/2006/main">
              <a:ext uri="{FF2B5EF4-FFF2-40B4-BE49-F238E27FC236}">
                <a16:creationId xmlns:a16="http://schemas.microsoft.com/office/drawing/2014/main" id="{CA085702-8CB8-4A09-B2F0-5116FE54C483}"/>
              </a:ext>
            </a:extLst>
          </p:cNvPr>
          <p:cNvSpPr>
            <a:spLocks xmlns:a="http://schemas.openxmlformats.org/drawingml/2006/main" noGrp="1"/>
          </p:cNvSpPr>
          <p:nvPr/>
        </p:nvSpPr>
        <p:spPr>
          <a:xfrm xmlns:a="http://schemas.openxmlformats.org/drawingml/2006/main">
            <a:off x="3048000" y="1941892"/>
            <a:ext cx="0" cy="3904073"/>
          </a:xfrm>
          <a:prstGeom xmlns:a="http://schemas.openxmlformats.org/drawingml/2006/main" prst="line">
            <a:avLst/>
          </a:prstGeom>
          <a:ln xmlns:a="http://schemas.openxmlformats.org/drawingml/2006/main" w="31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Straight Connector 7">
            <a:extLst xmlns:a="http://schemas.openxmlformats.org/drawingml/2006/main">
              <a:ext uri="{FF2B5EF4-FFF2-40B4-BE49-F238E27FC236}">
                <a16:creationId xmlns:a16="http://schemas.microsoft.com/office/drawing/2014/main" id="{19228AF3-E200-4BE9-A7C6-78735ABA8014}"/>
              </a:ext>
            </a:extLst>
          </p:cNvPr>
          <p:cNvSpPr>
            <a:spLocks xmlns:a="http://schemas.openxmlformats.org/drawingml/2006/main" noGrp="1"/>
          </p:cNvSpPr>
          <p:nvPr/>
        </p:nvSpPr>
        <p:spPr>
          <a:xfrm xmlns:a="http://schemas.openxmlformats.org/drawingml/2006/main">
            <a:off x="6070924" y="1941892"/>
            <a:ext cx="0" cy="3904073"/>
          </a:xfrm>
          <a:prstGeom xmlns:a="http://schemas.openxmlformats.org/drawingml/2006/main" prst="line">
            <a:avLst/>
          </a:prstGeom>
          <a:ln xmlns:a="http://schemas.openxmlformats.org/drawingml/2006/main" w="31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Text Placeholder 3">
            <a:extLst xmlns:a="http://schemas.openxmlformats.org/drawingml/2006/main">
              <a:ext uri="{FF2B5EF4-FFF2-40B4-BE49-F238E27FC236}">
                <a16:creationId xmlns:a16="http://schemas.microsoft.com/office/drawing/2014/main" id="{795AC56A-886D-E392-D1CB-C27FD5F75E46}"/>
              </a:ext>
            </a:extLst>
          </p:cNvPr>
          <p:cNvSpPr>
            <a:spLocks xmlns:a="http://schemas.openxmlformats.org/drawingml/2006/main" noGrp="1"/>
          </p:cNvSpPr>
          <p:nvPr/>
        </p:nvSpPr>
        <p:spPr>
          <a:xfrm xmlns:a="http://schemas.openxmlformats.org/drawingml/2006/main">
            <a:off x="3071077" y="1941892"/>
            <a:ext cx="2999839" cy="307777"/>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lvl1pPr marL="0" indent="0" algn="l" defTabSz="914400">
              <a:lnSpc>
                <a:spcPct val="100000"/>
              </a:lnSpc>
              <a:spcBef>
                <a:spcPts val="0"/>
              </a:spcBef>
              <a:spcAft>
                <a:spcPts val="0"/>
              </a:spcAft>
              <a:buFont typeface="Arial"/>
              <a:buNone/>
              <a:defRPr sz="2000" b="0" i="0" kern="1200">
                <a:solidFill>
                  <a:schemeClr val="tx1"/>
                </a:solidFill>
                <a:latin typeface="+mn-lt"/>
                <a:ea typeface="+mn-lt"/>
                <a:cs typeface="+mn-lt"/>
              </a:defRPr>
            </a:lvl1pPr>
            <a:lvl2pPr marL="457200" indent="0" algn="l" defTabSz="914400">
              <a:lnSpc>
                <a:spcPts val="2000"/>
              </a:lnSpc>
              <a:spcBef>
                <a:spcPts val="0"/>
              </a:spcBef>
              <a:spcAft>
                <a:spcPts val="600"/>
              </a:spcAft>
              <a:buFont typeface="Arial"/>
              <a:buNone/>
              <a:defRPr sz="1800" b="0" i="0" kern="1200">
                <a:solidFill>
                  <a:schemeClr val="tx1"/>
                </a:solidFill>
                <a:latin typeface="Segoe UI"/>
                <a:ea typeface="Segoe UI"/>
                <a:cs typeface="Segoe UI"/>
              </a:defRPr>
            </a:lvl2pPr>
            <a:lvl3pPr marL="914400" indent="0" algn="l" defTabSz="914400">
              <a:lnSpc>
                <a:spcPts val="2000"/>
              </a:lnSpc>
              <a:spcBef>
                <a:spcPts val="0"/>
              </a:spcBef>
              <a:spcAft>
                <a:spcPts val="600"/>
              </a:spcAft>
              <a:buFont typeface="Arial"/>
              <a:buNone/>
              <a:defRPr sz="1800" b="0" i="0" kern="1200">
                <a:solidFill>
                  <a:schemeClr val="tx1"/>
                </a:solidFill>
                <a:latin typeface="Segoe UI"/>
                <a:ea typeface="Segoe UI"/>
                <a:cs typeface="Segoe UI"/>
              </a:defRPr>
            </a:lvl3pPr>
            <a:lvl4pPr marL="1371600" indent="0" algn="l" defTabSz="914400">
              <a:lnSpc>
                <a:spcPts val="2000"/>
              </a:lnSpc>
              <a:spcBef>
                <a:spcPts val="0"/>
              </a:spcBef>
              <a:spcAft>
                <a:spcPts val="600"/>
              </a:spcAft>
              <a:buFont typeface="Arial"/>
              <a:buNone/>
              <a:defRPr sz="1800" b="0" i="0" kern="1200">
                <a:solidFill>
                  <a:schemeClr val="tx1"/>
                </a:solidFill>
                <a:latin typeface="Segoe UI"/>
                <a:ea typeface="Segoe UI"/>
                <a:cs typeface="Segoe UI"/>
              </a:defRPr>
            </a:lvl4pPr>
            <a:lvl5pPr marL="1828800" indent="0" algn="l" defTabSz="914400">
              <a:lnSpc>
                <a:spcPts val="2000"/>
              </a:lnSpc>
              <a:spcBef>
                <a:spcPts val="0"/>
              </a:spcBef>
              <a:spcAft>
                <a:spcPts val="600"/>
              </a:spcAft>
              <a:buFont typeface="Arial"/>
              <a:buNone/>
              <a:defRPr sz="1800" b="0" i="0" kern="1200">
                <a:solidFill>
                  <a:schemeClr val="tx1"/>
                </a:solidFill>
                <a:latin typeface="Segoe UI"/>
                <a:ea typeface="Segoe UI"/>
                <a:cs typeface="Segoe UI"/>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gn="ctr">
              <a:buNone/>
            </a:pPr>
            <a:r>
              <a:t>Today</a:t>
            </a:r>
          </a:p>
        </p:txBody>
      </p:sp>
      <p:sp>
        <p:nvSpPr>
          <p:cNvPr id="10" name="Text Placeholder 3">
            <a:extLst xmlns:a="http://schemas.openxmlformats.org/drawingml/2006/main">
              <a:ext uri="{FF2B5EF4-FFF2-40B4-BE49-F238E27FC236}">
                <a16:creationId xmlns:a16="http://schemas.microsoft.com/office/drawing/2014/main" id="{6851107D-4D98-BC2E-4923-C4E7138A4E58}"/>
              </a:ext>
            </a:extLst>
          </p:cNvPr>
          <p:cNvSpPr>
            <a:spLocks xmlns:a="http://schemas.openxmlformats.org/drawingml/2006/main" noGrp="1"/>
          </p:cNvSpPr>
          <p:nvPr/>
        </p:nvSpPr>
        <p:spPr>
          <a:xfrm xmlns:a="http://schemas.openxmlformats.org/drawingml/2006/main">
            <a:off x="6636000" y="1941892"/>
            <a:ext cx="5012543" cy="307777"/>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lvl1pPr marL="0" indent="0" algn="l" defTabSz="914400">
              <a:lnSpc>
                <a:spcPct val="100000"/>
              </a:lnSpc>
              <a:spcBef>
                <a:spcPts val="0"/>
              </a:spcBef>
              <a:spcAft>
                <a:spcPts val="0"/>
              </a:spcAft>
              <a:buFont typeface="Arial"/>
              <a:buNone/>
              <a:defRPr sz="2000" b="0" i="0" kern="1200">
                <a:solidFill>
                  <a:schemeClr val="tx1"/>
                </a:solidFill>
                <a:latin typeface="+mn-lt"/>
                <a:ea typeface="+mn-lt"/>
                <a:cs typeface="+mn-lt"/>
              </a:defRPr>
            </a:lvl1pPr>
            <a:lvl2pPr marL="457200" indent="0" algn="l" defTabSz="914400">
              <a:lnSpc>
                <a:spcPts val="2000"/>
              </a:lnSpc>
              <a:spcBef>
                <a:spcPts val="0"/>
              </a:spcBef>
              <a:spcAft>
                <a:spcPts val="600"/>
              </a:spcAft>
              <a:buFont typeface="Arial"/>
              <a:buNone/>
              <a:defRPr sz="1800" b="0" i="0" kern="1200">
                <a:solidFill>
                  <a:schemeClr val="tx1"/>
                </a:solidFill>
                <a:latin typeface="Segoe UI"/>
                <a:ea typeface="Segoe UI"/>
                <a:cs typeface="Segoe UI"/>
              </a:defRPr>
            </a:lvl2pPr>
            <a:lvl3pPr marL="914400" indent="0" algn="l" defTabSz="914400">
              <a:lnSpc>
                <a:spcPts val="2000"/>
              </a:lnSpc>
              <a:spcBef>
                <a:spcPts val="0"/>
              </a:spcBef>
              <a:spcAft>
                <a:spcPts val="600"/>
              </a:spcAft>
              <a:buFont typeface="Arial"/>
              <a:buNone/>
              <a:defRPr sz="1800" b="0" i="0" kern="1200">
                <a:solidFill>
                  <a:schemeClr val="tx1"/>
                </a:solidFill>
                <a:latin typeface="Segoe UI"/>
                <a:ea typeface="Segoe UI"/>
                <a:cs typeface="Segoe UI"/>
              </a:defRPr>
            </a:lvl3pPr>
            <a:lvl4pPr marL="1371600" indent="0" algn="l" defTabSz="914400">
              <a:lnSpc>
                <a:spcPts val="2000"/>
              </a:lnSpc>
              <a:spcBef>
                <a:spcPts val="0"/>
              </a:spcBef>
              <a:spcAft>
                <a:spcPts val="600"/>
              </a:spcAft>
              <a:buFont typeface="Arial"/>
              <a:buNone/>
              <a:defRPr sz="1800" b="0" i="0" kern="1200">
                <a:solidFill>
                  <a:schemeClr val="tx1"/>
                </a:solidFill>
                <a:latin typeface="Segoe UI"/>
                <a:ea typeface="Segoe UI"/>
                <a:cs typeface="Segoe UI"/>
              </a:defRPr>
            </a:lvl4pPr>
            <a:lvl5pPr marL="1828800" indent="0" algn="l" defTabSz="914400">
              <a:lnSpc>
                <a:spcPts val="2000"/>
              </a:lnSpc>
              <a:spcBef>
                <a:spcPts val="0"/>
              </a:spcBef>
              <a:spcAft>
                <a:spcPts val="600"/>
              </a:spcAft>
              <a:buFont typeface="Arial"/>
              <a:buNone/>
              <a:defRPr sz="1800" b="0" i="0" kern="1200">
                <a:solidFill>
                  <a:schemeClr val="tx1"/>
                </a:solidFill>
                <a:latin typeface="Segoe UI"/>
                <a:ea typeface="Segoe UI"/>
                <a:cs typeface="Segoe UI"/>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gn="ctr">
              <a:buNone/>
            </a:pPr>
            <a:r>
              <a:t>Tomorrow</a:t>
            </a:r>
          </a:p>
        </p:txBody>
      </p:sp>
      <p:sp>
        <p:nvSpPr>
          <p:cNvPr id="11" name="Subtitle 2">
            <a:extLst xmlns:a="http://schemas.openxmlformats.org/drawingml/2006/main">
              <a:ext uri="{FF2B5EF4-FFF2-40B4-BE49-F238E27FC236}">
                <a16:creationId xmlns:a16="http://schemas.microsoft.com/office/drawing/2014/main" id="{F5CCE325-EF27-5C5A-32C9-F4F6CB0CB3B5}"/>
              </a:ext>
            </a:extLst>
          </p:cNvPr>
          <p:cNvSpPr>
            <a:spLocks xmlns:a="http://schemas.openxmlformats.org/drawingml/2006/main" noGrp="1"/>
          </p:cNvSpPr>
          <p:nvPr/>
        </p:nvSpPr>
        <p:spPr>
          <a:xfrm xmlns:a="http://schemas.openxmlformats.org/drawingml/2006/main">
            <a:off x="4182446" y="2498820"/>
            <a:ext cx="777100" cy="387747"/>
          </a:xfrm>
          <a:prstGeom xmlns:a="http://schemas.openxmlformats.org/drawingml/2006/main" prst="roundRect">
            <a:avLst>
              <a:gd name="adj" fmla="val 50000"/>
            </a:avLst>
          </a:prstGeom>
          <a:solidFill xmlns:a="http://schemas.openxmlformats.org/drawingml/2006/main">
            <a:schemeClr val="accent1"/>
          </a:solidFill>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200">
                <a:solidFill>
                  <a:schemeClr val="bg1"/>
                </a:solidFill>
              </a:rPr>
              <a:t>User</a:t>
            </a:r>
          </a:p>
        </p:txBody>
      </p:sp>
      <p:sp>
        <p:nvSpPr>
          <p:cNvPr id="12" name="Subtitle 2">
            <a:extLst xmlns:a="http://schemas.openxmlformats.org/drawingml/2006/main">
              <a:ext uri="{FF2B5EF4-FFF2-40B4-BE49-F238E27FC236}">
                <a16:creationId xmlns:a16="http://schemas.microsoft.com/office/drawing/2014/main" id="{9873E112-4250-5E90-44E4-A42C0DAC9BE4}"/>
              </a:ext>
            </a:extLst>
          </p:cNvPr>
          <p:cNvSpPr>
            <a:spLocks xmlns:a="http://schemas.openxmlformats.org/drawingml/2006/main" noGrp="1"/>
          </p:cNvSpPr>
          <p:nvPr/>
        </p:nvSpPr>
        <p:spPr>
          <a:xfrm xmlns:a="http://schemas.openxmlformats.org/drawingml/2006/main">
            <a:off x="3734662" y="4170482"/>
            <a:ext cx="1672669" cy="387747"/>
          </a:xfrm>
          <a:prstGeom xmlns:a="http://schemas.openxmlformats.org/drawingml/2006/main" prst="roundRect">
            <a:avLst>
              <a:gd name="adj" fmla="val 50000"/>
            </a:avLst>
          </a:prstGeom>
          <a:solidFill xmlns:a="http://schemas.openxmlformats.org/drawingml/2006/main">
            <a:schemeClr val="accent1"/>
          </a:solidFill>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200">
                <a:solidFill>
                  <a:schemeClr val="bg1"/>
                </a:solidFill>
              </a:rPr>
              <a:t>Human Supervisor</a:t>
            </a:r>
          </a:p>
        </p:txBody>
      </p:sp>
      <p:sp>
        <p:nvSpPr>
          <p:cNvPr id="13" name="Subtitle 2">
            <a:extLst xmlns:a="http://schemas.openxmlformats.org/drawingml/2006/main">
              <a:ext uri="{FF2B5EF4-FFF2-40B4-BE49-F238E27FC236}">
                <a16:creationId xmlns:a16="http://schemas.microsoft.com/office/drawing/2014/main" id="{106A4272-EAB8-4CEA-33C2-0AC4BB3C2AD7}"/>
              </a:ext>
            </a:extLst>
          </p:cNvPr>
          <p:cNvSpPr>
            <a:spLocks xmlns:a="http://schemas.openxmlformats.org/drawingml/2006/main" noGrp="1"/>
          </p:cNvSpPr>
          <p:nvPr/>
        </p:nvSpPr>
        <p:spPr>
          <a:xfrm xmlns:a="http://schemas.openxmlformats.org/drawingml/2006/main">
            <a:off x="3994341" y="3418661"/>
            <a:ext cx="1153310" cy="387747"/>
          </a:xfrm>
          <a:prstGeom xmlns:a="http://schemas.openxmlformats.org/drawingml/2006/main" prst="roundRect">
            <a:avLst>
              <a:gd name="adj" fmla="val 50000"/>
            </a:avLst>
          </a:prstGeom>
          <a:solidFill xmlns:a="http://schemas.openxmlformats.org/drawingml/2006/main">
            <a:schemeClr val="tx2"/>
          </a:solidFill>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100">
                <a:solidFill>
                  <a:schemeClr val="bg1"/>
                </a:solidFill>
                <a:latin typeface="+mj-lt"/>
                <a:ea typeface="+mj-lt"/>
                <a:cs typeface="+mj-lt"/>
              </a:rPr>
              <a:t>Single Agent</a:t>
            </a:r>
          </a:p>
        </p:txBody>
      </p:sp>
      <p:cxnSp>
        <p:nvCxnSpPr>
          <p:cNvPr id="9046" name="Straight Arrow Connector 13"/>
          <p:cNvCxnSpPr/>
          <p:nvPr/>
        </p:nvCxnSpPr>
        <p:spPr>
          <a:xfrm xmlns:a="http://schemas.openxmlformats.org/drawingml/2006/main">
            <a:off x="4570996" y="2924014"/>
            <a:ext cx="0" cy="457200"/>
          </a:xfrm>
          <a:prstGeom xmlns:a="http://schemas.openxmlformats.org/drawingml/2006/main" prst="straightConnector1">
            <a:avLst/>
          </a:prstGeom>
          <a:ln xmlns:a="http://schemas.openxmlformats.org/drawingml/2006/main" w="12700">
            <a:solidFill>
              <a:schemeClr val="tx1"/>
            </a:solidFill>
            <a:headEnd type="arrow" w="lg" len="med"/>
            <a:tailEnd type="arrow"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9047" name="Straight Arrow Connector 14"/>
          <p:cNvCxnSpPr/>
          <p:nvPr/>
        </p:nvCxnSpPr>
        <p:spPr>
          <a:xfrm xmlns:a="http://schemas.openxmlformats.org/drawingml/2006/main">
            <a:off x="4570996" y="3843855"/>
            <a:ext cx="0" cy="289181"/>
          </a:xfrm>
          <a:prstGeom xmlns:a="http://schemas.openxmlformats.org/drawingml/2006/main" prst="straightConnector1">
            <a:avLst/>
          </a:prstGeom>
          <a:ln xmlns:a="http://schemas.openxmlformats.org/drawingml/2006/main" w="12700">
            <a:solidFill>
              <a:schemeClr val="tx1"/>
            </a:solidFill>
            <a:headEnd type="arrow" w="lg" len="med"/>
            <a:tailEnd type="arrow"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6" name="Text Placeholder 5">
            <a:extLst xmlns:a="http://schemas.openxmlformats.org/drawingml/2006/main">
              <a:ext uri="{FF2B5EF4-FFF2-40B4-BE49-F238E27FC236}">
                <a16:creationId xmlns:a16="http://schemas.microsoft.com/office/drawing/2014/main" id="{107DA477-38E1-987E-3AD9-75C62108B831}"/>
              </a:ext>
            </a:extLst>
          </p:cNvPr>
          <p:cNvSpPr>
            <a:spLocks xmlns:a="http://schemas.openxmlformats.org/drawingml/2006/main" noGrp="1"/>
          </p:cNvSpPr>
          <p:nvPr/>
        </p:nvSpPr>
        <p:spPr>
          <a:xfrm xmlns:a="http://schemas.openxmlformats.org/drawingml/2006/main">
            <a:off x="633041" y="5439433"/>
            <a:ext cx="1967997" cy="402775"/>
          </a:xfrm>
          <a:prstGeom xmlns:a="http://schemas.openxmlformats.org/drawingml/2006/main" prst="rect">
            <a:avLst/>
          </a:prstGeom>
          <a:solidFill xmlns:a="http://schemas.openxmlformats.org/drawingml/2006/main">
            <a:schemeClr val="bg2"/>
          </a:solidFill>
        </p:spPr>
        <p:txBody>
          <a:bodyPr xmlns:a="http://schemas.openxmlformats.org/drawingml/2006/main" vert="horz" wrap="square" lIns="108000" tIns="108000" rIns="108000" bIns="108000">
            <a:sp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l" defTabSz="914400">
              <a:lnSpc>
                <a:spcPts val="1400"/>
              </a:lnSpc>
              <a:spcBef>
                <a:spcPts val="0"/>
              </a:spcBef>
              <a:spcAft>
                <a:spcPts val="600"/>
              </a:spcAft>
              <a:buFont typeface="Arial"/>
              <a:buNone/>
              <a:defRPr sz="1200" b="0" i="0" kern="1200">
                <a:solidFill>
                  <a:schemeClr val="tx1"/>
                </a:solidFill>
                <a:latin typeface="Segoe UI"/>
                <a:ea typeface="Segoe UI"/>
                <a:cs typeface="Segoe UI"/>
              </a:defRPr>
            </a:lvl2pPr>
            <a:lvl3pPr marL="914400" indent="0" algn="l" defTabSz="914400">
              <a:lnSpc>
                <a:spcPts val="1400"/>
              </a:lnSpc>
              <a:spcBef>
                <a:spcPts val="0"/>
              </a:spcBef>
              <a:spcAft>
                <a:spcPts val="600"/>
              </a:spcAft>
              <a:buFont typeface="Arial"/>
              <a:buNone/>
              <a:defRPr sz="1200" b="0" i="0" kern="1200">
                <a:solidFill>
                  <a:schemeClr val="tx1"/>
                </a:solidFill>
                <a:latin typeface="Segoe UI"/>
                <a:ea typeface="Segoe UI"/>
                <a:cs typeface="Segoe UI"/>
              </a:defRPr>
            </a:lvl3pPr>
            <a:lvl4pPr marL="1371600" indent="0" algn="l" defTabSz="914400">
              <a:lnSpc>
                <a:spcPts val="1400"/>
              </a:lnSpc>
              <a:spcBef>
                <a:spcPts val="0"/>
              </a:spcBef>
              <a:spcAft>
                <a:spcPts val="600"/>
              </a:spcAft>
              <a:buFont typeface="Arial"/>
              <a:buNone/>
              <a:defRPr sz="1200" b="0" i="0" kern="1200">
                <a:solidFill>
                  <a:schemeClr val="tx1"/>
                </a:solidFill>
                <a:latin typeface="Segoe UI"/>
                <a:ea typeface="Segoe UI"/>
                <a:cs typeface="Segoe UI"/>
              </a:defRPr>
            </a:lvl4pPr>
            <a:lvl5pPr marL="1828800" indent="0" algn="l" defTabSz="914400">
              <a:lnSpc>
                <a:spcPts val="1400"/>
              </a:lnSpc>
              <a:spcBef>
                <a:spcPts val="0"/>
              </a:spcBef>
              <a:spcAft>
                <a:spcPts val="600"/>
              </a:spcAft>
              <a:buFont typeface="Arial"/>
              <a:buNone/>
              <a:defRPr sz="1200" b="0" i="0" kern="1200">
                <a:solidFill>
                  <a:schemeClr val="tx1"/>
                </a:solidFill>
                <a:latin typeface="Segoe UI"/>
                <a:ea typeface="Segoe UI"/>
                <a:cs typeface="Segoe UI"/>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gn="ctr">
              <a:buNone/>
            </a:pPr>
            <a:r>
              <a:rPr sz="1200"/>
              <a:t>“What is the dress code?”</a:t>
            </a:r>
          </a:p>
        </p:txBody>
      </p:sp>
      <p:sp>
        <p:nvSpPr>
          <p:cNvPr id="17" name="Subtitle 2">
            <a:extLst xmlns:a="http://schemas.openxmlformats.org/drawingml/2006/main">
              <a:ext uri="{FF2B5EF4-FFF2-40B4-BE49-F238E27FC236}">
                <a16:creationId xmlns:a16="http://schemas.microsoft.com/office/drawing/2014/main" id="{A26F9364-F327-772E-04BC-58875B8996AB}"/>
              </a:ext>
            </a:extLst>
          </p:cNvPr>
          <p:cNvSpPr>
            <a:spLocks xmlns:a="http://schemas.openxmlformats.org/drawingml/2006/main" noGrp="1"/>
          </p:cNvSpPr>
          <p:nvPr/>
        </p:nvSpPr>
        <p:spPr>
          <a:xfrm xmlns:a="http://schemas.openxmlformats.org/drawingml/2006/main">
            <a:off x="1228489" y="2498820"/>
            <a:ext cx="777100" cy="387747"/>
          </a:xfrm>
          <a:prstGeom xmlns:a="http://schemas.openxmlformats.org/drawingml/2006/main" prst="roundRect">
            <a:avLst>
              <a:gd name="adj" fmla="val 50000"/>
            </a:avLst>
          </a:prstGeom>
          <a:solidFill xmlns:a="http://schemas.openxmlformats.org/drawingml/2006/main">
            <a:schemeClr val="accent1"/>
          </a:solidFill>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200">
                <a:solidFill>
                  <a:schemeClr val="bg1"/>
                </a:solidFill>
              </a:rPr>
              <a:t>User</a:t>
            </a:r>
          </a:p>
        </p:txBody>
      </p:sp>
      <p:sp>
        <p:nvSpPr>
          <p:cNvPr id="18" name="Subtitle 2">
            <a:extLst xmlns:a="http://schemas.openxmlformats.org/drawingml/2006/main">
              <a:ext uri="{FF2B5EF4-FFF2-40B4-BE49-F238E27FC236}">
                <a16:creationId xmlns:a16="http://schemas.microsoft.com/office/drawing/2014/main" id="{F82FF5CF-16D1-3824-B2BC-F77E9346A887}"/>
              </a:ext>
            </a:extLst>
          </p:cNvPr>
          <p:cNvSpPr>
            <a:spLocks xmlns:a="http://schemas.openxmlformats.org/drawingml/2006/main" noGrp="1"/>
          </p:cNvSpPr>
          <p:nvPr/>
        </p:nvSpPr>
        <p:spPr>
          <a:xfrm xmlns:a="http://schemas.openxmlformats.org/drawingml/2006/main">
            <a:off x="1040384" y="3418661"/>
            <a:ext cx="1153310" cy="387747"/>
          </a:xfrm>
          <a:prstGeom xmlns:a="http://schemas.openxmlformats.org/drawingml/2006/main" prst="roundRect">
            <a:avLst>
              <a:gd name="adj" fmla="val 50000"/>
            </a:avLst>
          </a:prstGeom>
          <a:solidFill xmlns:a="http://schemas.openxmlformats.org/drawingml/2006/main">
            <a:schemeClr val="tx2"/>
          </a:solidFill>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100">
                <a:solidFill>
                  <a:schemeClr val="bg1"/>
                </a:solidFill>
                <a:latin typeface="+mj-lt"/>
                <a:ea typeface="+mj-lt"/>
                <a:cs typeface="+mj-lt"/>
              </a:rPr>
              <a:t>Agent/Chatbot</a:t>
            </a:r>
            <a:endParaRPr sz="1100">
              <a:solidFill>
                <a:schemeClr val="bg1"/>
              </a:solidFill>
              <a:latin typeface="+mj-lt"/>
              <a:ea typeface="+mj-lt"/>
              <a:cs typeface="+mj-lt"/>
            </a:endParaRPr>
          </a:p>
        </p:txBody>
      </p:sp>
      <p:cxnSp>
        <p:nvCxnSpPr>
          <p:cNvPr id="9051" name="Straight Arrow Connector 18"/>
          <p:cNvCxnSpPr/>
          <p:nvPr/>
        </p:nvCxnSpPr>
        <p:spPr>
          <a:xfrm xmlns:a="http://schemas.openxmlformats.org/drawingml/2006/main">
            <a:off x="1617039" y="2924014"/>
            <a:ext cx="0" cy="457200"/>
          </a:xfrm>
          <a:prstGeom xmlns:a="http://schemas.openxmlformats.org/drawingml/2006/main" prst="straightConnector1">
            <a:avLst/>
          </a:prstGeom>
          <a:ln xmlns:a="http://schemas.openxmlformats.org/drawingml/2006/main" w="12700">
            <a:solidFill>
              <a:schemeClr val="tx1"/>
            </a:solidFill>
            <a:headEnd type="arrow" w="lg" len="med"/>
            <a:tailEnd type="arrow"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0" name="Subtitle 2">
            <a:extLst xmlns:a="http://schemas.openxmlformats.org/drawingml/2006/main">
              <a:ext uri="{FF2B5EF4-FFF2-40B4-BE49-F238E27FC236}">
                <a16:creationId xmlns:a16="http://schemas.microsoft.com/office/drawing/2014/main" id="{A9535E6E-32F3-F7BA-D50D-35C85006454D}"/>
              </a:ext>
            </a:extLst>
          </p:cNvPr>
          <p:cNvSpPr>
            <a:spLocks xmlns:a="http://schemas.openxmlformats.org/drawingml/2006/main" noGrp="1"/>
          </p:cNvSpPr>
          <p:nvPr/>
        </p:nvSpPr>
        <p:spPr>
          <a:xfrm xmlns:a="http://schemas.openxmlformats.org/drawingml/2006/main">
            <a:off x="632059" y="4814581"/>
            <a:ext cx="1967997" cy="215444"/>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t>Able to answer questions</a:t>
            </a:r>
          </a:p>
        </p:txBody>
      </p:sp>
      <p:sp>
        <p:nvSpPr>
          <p:cNvPr id="21" name="Subtitle 2">
            <a:extLst xmlns:a="http://schemas.openxmlformats.org/drawingml/2006/main">
              <a:ext uri="{FF2B5EF4-FFF2-40B4-BE49-F238E27FC236}">
                <a16:creationId xmlns:a16="http://schemas.microsoft.com/office/drawing/2014/main" id="{204EDA21-BDAE-86AA-2998-CDAAFF0566AC}"/>
              </a:ext>
            </a:extLst>
          </p:cNvPr>
          <p:cNvSpPr>
            <a:spLocks xmlns:a="http://schemas.openxmlformats.org/drawingml/2006/main" noGrp="1"/>
          </p:cNvSpPr>
          <p:nvPr/>
        </p:nvSpPr>
        <p:spPr>
          <a:xfrm xmlns:a="http://schemas.openxmlformats.org/drawingml/2006/main">
            <a:off x="6656730" y="4814581"/>
            <a:ext cx="4971082" cy="215444"/>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t>Able to collaboratively solve complex tasks</a:t>
            </a:r>
          </a:p>
        </p:txBody>
      </p:sp>
      <p:sp>
        <p:nvSpPr>
          <p:cNvPr id="22" name="Text Placeholder 5">
            <a:extLst xmlns:a="http://schemas.openxmlformats.org/drawingml/2006/main">
              <a:ext uri="{FF2B5EF4-FFF2-40B4-BE49-F238E27FC236}">
                <a16:creationId xmlns:a16="http://schemas.microsoft.com/office/drawing/2014/main" id="{22B3B15D-DD74-E748-E9E4-2EBCA9D7812F}"/>
              </a:ext>
            </a:extLst>
          </p:cNvPr>
          <p:cNvSpPr>
            <a:spLocks xmlns:a="http://schemas.openxmlformats.org/drawingml/2006/main" noGrp="1"/>
          </p:cNvSpPr>
          <p:nvPr/>
        </p:nvSpPr>
        <p:spPr>
          <a:xfrm xmlns:a="http://schemas.openxmlformats.org/drawingml/2006/main">
            <a:off x="6655619" y="5439433"/>
            <a:ext cx="4973305" cy="402775"/>
          </a:xfrm>
          <a:prstGeom xmlns:a="http://schemas.openxmlformats.org/drawingml/2006/main" prst="rect">
            <a:avLst/>
          </a:prstGeom>
          <a:solidFill xmlns:a="http://schemas.openxmlformats.org/drawingml/2006/main">
            <a:schemeClr val="bg2"/>
          </a:solidFill>
        </p:spPr>
        <p:txBody>
          <a:bodyPr xmlns:a="http://schemas.openxmlformats.org/drawingml/2006/main" vert="horz" wrap="square" lIns="108000" tIns="108000" rIns="108000" bIns="108000">
            <a:sp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l" defTabSz="914400">
              <a:lnSpc>
                <a:spcPts val="1400"/>
              </a:lnSpc>
              <a:spcBef>
                <a:spcPts val="0"/>
              </a:spcBef>
              <a:spcAft>
                <a:spcPts val="600"/>
              </a:spcAft>
              <a:buFont typeface="Arial"/>
              <a:buNone/>
              <a:defRPr sz="1200" b="0" i="0" kern="1200">
                <a:solidFill>
                  <a:schemeClr val="tx1"/>
                </a:solidFill>
                <a:latin typeface="Segoe UI"/>
                <a:ea typeface="Segoe UI"/>
                <a:cs typeface="Segoe UI"/>
              </a:defRPr>
            </a:lvl2pPr>
            <a:lvl3pPr marL="914400" indent="0" algn="l" defTabSz="914400">
              <a:lnSpc>
                <a:spcPts val="1400"/>
              </a:lnSpc>
              <a:spcBef>
                <a:spcPts val="0"/>
              </a:spcBef>
              <a:spcAft>
                <a:spcPts val="600"/>
              </a:spcAft>
              <a:buFont typeface="Arial"/>
              <a:buNone/>
              <a:defRPr sz="1200" b="0" i="0" kern="1200">
                <a:solidFill>
                  <a:schemeClr val="tx1"/>
                </a:solidFill>
                <a:latin typeface="Segoe UI"/>
                <a:ea typeface="Segoe UI"/>
                <a:cs typeface="Segoe UI"/>
              </a:defRPr>
            </a:lvl3pPr>
            <a:lvl4pPr marL="1371600" indent="0" algn="l" defTabSz="914400">
              <a:lnSpc>
                <a:spcPts val="1400"/>
              </a:lnSpc>
              <a:spcBef>
                <a:spcPts val="0"/>
              </a:spcBef>
              <a:spcAft>
                <a:spcPts val="600"/>
              </a:spcAft>
              <a:buFont typeface="Arial"/>
              <a:buNone/>
              <a:defRPr sz="1200" b="0" i="0" kern="1200">
                <a:solidFill>
                  <a:schemeClr val="tx1"/>
                </a:solidFill>
                <a:latin typeface="Segoe UI"/>
                <a:ea typeface="Segoe UI"/>
                <a:cs typeface="Segoe UI"/>
              </a:defRPr>
            </a:lvl4pPr>
            <a:lvl5pPr marL="1828800" indent="0" algn="l" defTabSz="914400">
              <a:lnSpc>
                <a:spcPts val="1400"/>
              </a:lnSpc>
              <a:spcBef>
                <a:spcPts val="0"/>
              </a:spcBef>
              <a:spcAft>
                <a:spcPts val="600"/>
              </a:spcAft>
              <a:buFont typeface="Arial"/>
              <a:buNone/>
              <a:defRPr sz="1200" b="0" i="0" kern="1200">
                <a:solidFill>
                  <a:schemeClr val="tx1"/>
                </a:solidFill>
                <a:latin typeface="Segoe UI"/>
                <a:ea typeface="Segoe UI"/>
                <a:cs typeface="Segoe UI"/>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gn="ctr">
              <a:buNone/>
            </a:pPr>
            <a:r>
              <a:rPr sz="1200"/>
              <a:t>“Do everything needed to onboard 5 employees by Monday”</a:t>
            </a:r>
          </a:p>
        </p:txBody>
      </p:sp>
      <p:sp>
        <p:nvSpPr>
          <p:cNvPr id="23" name="Subtitle 2">
            <a:extLst xmlns:a="http://schemas.openxmlformats.org/drawingml/2006/main">
              <a:ext uri="{FF2B5EF4-FFF2-40B4-BE49-F238E27FC236}">
                <a16:creationId xmlns:a16="http://schemas.microsoft.com/office/drawing/2014/main" id="{9F532EB8-FF94-B893-8B3D-E0C7896C343A}"/>
              </a:ext>
            </a:extLst>
          </p:cNvPr>
          <p:cNvSpPr>
            <a:spLocks xmlns:a="http://schemas.openxmlformats.org/drawingml/2006/main" noGrp="1"/>
          </p:cNvSpPr>
          <p:nvPr/>
        </p:nvSpPr>
        <p:spPr>
          <a:xfrm xmlns:a="http://schemas.openxmlformats.org/drawingml/2006/main">
            <a:off x="8753721" y="2498820"/>
            <a:ext cx="777100" cy="387747"/>
          </a:xfrm>
          <a:prstGeom xmlns:a="http://schemas.openxmlformats.org/drawingml/2006/main" prst="roundRect">
            <a:avLst>
              <a:gd name="adj" fmla="val 50000"/>
            </a:avLst>
          </a:prstGeom>
          <a:solidFill xmlns:a="http://schemas.openxmlformats.org/drawingml/2006/main">
            <a:schemeClr val="accent1"/>
          </a:solidFill>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200">
                <a:solidFill>
                  <a:schemeClr val="bg1"/>
                </a:solidFill>
              </a:rPr>
              <a:t>User</a:t>
            </a:r>
          </a:p>
        </p:txBody>
      </p:sp>
      <p:sp>
        <p:nvSpPr>
          <p:cNvPr id="24" name="Subtitle 2">
            <a:extLst xmlns:a="http://schemas.openxmlformats.org/drawingml/2006/main">
              <a:ext uri="{FF2B5EF4-FFF2-40B4-BE49-F238E27FC236}">
                <a16:creationId xmlns:a16="http://schemas.microsoft.com/office/drawing/2014/main" id="{32066903-31C4-A733-1714-6EE9166002CA}"/>
              </a:ext>
            </a:extLst>
          </p:cNvPr>
          <p:cNvSpPr>
            <a:spLocks xmlns:a="http://schemas.openxmlformats.org/drawingml/2006/main" noGrp="1"/>
          </p:cNvSpPr>
          <p:nvPr/>
        </p:nvSpPr>
        <p:spPr>
          <a:xfrm xmlns:a="http://schemas.openxmlformats.org/drawingml/2006/main">
            <a:off x="9530821" y="4163505"/>
            <a:ext cx="1672669" cy="387747"/>
          </a:xfrm>
          <a:prstGeom xmlns:a="http://schemas.openxmlformats.org/drawingml/2006/main" prst="roundRect">
            <a:avLst>
              <a:gd name="adj" fmla="val 50000"/>
            </a:avLst>
          </a:prstGeom>
          <a:solidFill xmlns:a="http://schemas.openxmlformats.org/drawingml/2006/main">
            <a:schemeClr val="accent1"/>
          </a:solidFill>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200">
                <a:solidFill>
                  <a:schemeClr val="bg1"/>
                </a:solidFill>
              </a:rPr>
              <a:t>Human Supervisor</a:t>
            </a:r>
          </a:p>
        </p:txBody>
      </p:sp>
      <p:sp>
        <p:nvSpPr>
          <p:cNvPr id="25" name="Subtitle 2">
            <a:extLst xmlns:a="http://schemas.openxmlformats.org/drawingml/2006/main">
              <a:ext uri="{FF2B5EF4-FFF2-40B4-BE49-F238E27FC236}">
                <a16:creationId xmlns:a16="http://schemas.microsoft.com/office/drawing/2014/main" id="{6AE46C01-B8F6-CB93-1719-4B12378D68C0}"/>
              </a:ext>
            </a:extLst>
          </p:cNvPr>
          <p:cNvSpPr>
            <a:spLocks xmlns:a="http://schemas.openxmlformats.org/drawingml/2006/main" noGrp="1"/>
          </p:cNvSpPr>
          <p:nvPr/>
        </p:nvSpPr>
        <p:spPr>
          <a:xfrm xmlns:a="http://schemas.openxmlformats.org/drawingml/2006/main">
            <a:off x="10293076" y="3534161"/>
            <a:ext cx="1531779" cy="387747"/>
          </a:xfrm>
          <a:prstGeom xmlns:a="http://schemas.openxmlformats.org/drawingml/2006/main" prst="roundRect">
            <a:avLst>
              <a:gd name="adj" fmla="val 50000"/>
            </a:avLst>
          </a:prstGeom>
          <a:solidFill xmlns:a="http://schemas.openxmlformats.org/drawingml/2006/main">
            <a:schemeClr val="tx2"/>
          </a:solidFill>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100">
                <a:solidFill>
                  <a:schemeClr val="bg1"/>
                </a:solidFill>
                <a:latin typeface="+mj-lt"/>
                <a:ea typeface="+mj-lt"/>
                <a:cs typeface="+mj-lt"/>
              </a:rPr>
              <a:t>Marketing Agent</a:t>
            </a:r>
          </a:p>
        </p:txBody>
      </p:sp>
      <p:cxnSp>
        <p:nvCxnSpPr>
          <p:cNvPr id="9058" name="Straight Arrow Connector 25"/>
          <p:cNvCxnSpPr/>
          <p:nvPr/>
        </p:nvCxnSpPr>
        <p:spPr>
          <a:xfrm xmlns:a="http://schemas.openxmlformats.org/drawingml/2006/main">
            <a:off x="9142271" y="2971015"/>
            <a:ext cx="0" cy="457200"/>
          </a:xfrm>
          <a:prstGeom xmlns:a="http://schemas.openxmlformats.org/drawingml/2006/main" prst="straightConnector1">
            <a:avLst/>
          </a:prstGeom>
          <a:ln xmlns:a="http://schemas.openxmlformats.org/drawingml/2006/main" w="12700">
            <a:solidFill>
              <a:schemeClr val="tx1"/>
            </a:solidFill>
            <a:headEnd type="arrow" w="lg" len="med"/>
            <a:tailEnd type="arrow"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9059" name="Straight Arrow Connector 26"/>
          <p:cNvCxnSpPr/>
          <p:nvPr/>
        </p:nvCxnSpPr>
        <p:spPr>
          <a:xfrm xmlns:a="http://schemas.openxmlformats.org/drawingml/2006/main" rot="13200000">
            <a:off x="9625791" y="3165788"/>
            <a:ext cx="0" cy="289181"/>
          </a:xfrm>
          <a:prstGeom xmlns:a="http://schemas.openxmlformats.org/drawingml/2006/main" prst="straightConnector1">
            <a:avLst/>
          </a:prstGeom>
          <a:ln xmlns:a="http://schemas.openxmlformats.org/drawingml/2006/main" w="12700">
            <a:solidFill>
              <a:schemeClr val="tx1"/>
            </a:solidFill>
            <a:headEnd type="arrow" w="lg" len="med"/>
            <a:tailEnd type="arrow"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8" name="Subtitle 2">
            <a:extLst xmlns:a="http://schemas.openxmlformats.org/drawingml/2006/main">
              <a:ext uri="{FF2B5EF4-FFF2-40B4-BE49-F238E27FC236}">
                <a16:creationId xmlns:a16="http://schemas.microsoft.com/office/drawing/2014/main" id="{5F1AC041-F25E-4D49-E3F5-972294AC3A2B}"/>
              </a:ext>
            </a:extLst>
          </p:cNvPr>
          <p:cNvSpPr>
            <a:spLocks xmlns:a="http://schemas.openxmlformats.org/drawingml/2006/main" noGrp="1"/>
          </p:cNvSpPr>
          <p:nvPr/>
        </p:nvSpPr>
        <p:spPr>
          <a:xfrm xmlns:a="http://schemas.openxmlformats.org/drawingml/2006/main">
            <a:off x="9845777" y="2947022"/>
            <a:ext cx="1153310" cy="387747"/>
          </a:xfrm>
          <a:prstGeom xmlns:a="http://schemas.openxmlformats.org/drawingml/2006/main" prst="roundRect">
            <a:avLst>
              <a:gd name="adj" fmla="val 50000"/>
            </a:avLst>
          </a:prstGeom>
          <a:solidFill xmlns:a="http://schemas.openxmlformats.org/drawingml/2006/main">
            <a:schemeClr val="tx2"/>
          </a:solidFill>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100">
                <a:solidFill>
                  <a:schemeClr val="bg1"/>
                </a:solidFill>
                <a:latin typeface="+mj-lt"/>
                <a:ea typeface="+mj-lt"/>
                <a:cs typeface="+mj-lt"/>
              </a:rPr>
              <a:t>HR Agent</a:t>
            </a:r>
          </a:p>
        </p:txBody>
      </p:sp>
      <p:sp>
        <p:nvSpPr>
          <p:cNvPr id="29" name="Subtitle 2">
            <a:extLst xmlns:a="http://schemas.openxmlformats.org/drawingml/2006/main">
              <a:ext uri="{FF2B5EF4-FFF2-40B4-BE49-F238E27FC236}">
                <a16:creationId xmlns:a16="http://schemas.microsoft.com/office/drawing/2014/main" id="{E2248B2B-56EB-2246-3D27-355859C06E50}"/>
              </a:ext>
            </a:extLst>
          </p:cNvPr>
          <p:cNvSpPr>
            <a:spLocks xmlns:a="http://schemas.openxmlformats.org/drawingml/2006/main" noGrp="1"/>
          </p:cNvSpPr>
          <p:nvPr/>
        </p:nvSpPr>
        <p:spPr>
          <a:xfrm xmlns:a="http://schemas.openxmlformats.org/drawingml/2006/main">
            <a:off x="7285457" y="2947022"/>
            <a:ext cx="1153310" cy="387747"/>
          </a:xfrm>
          <a:prstGeom xmlns:a="http://schemas.openxmlformats.org/drawingml/2006/main" prst="roundRect">
            <a:avLst>
              <a:gd name="adj" fmla="val 50000"/>
            </a:avLst>
          </a:prstGeom>
          <a:solidFill xmlns:a="http://schemas.openxmlformats.org/drawingml/2006/main">
            <a:schemeClr val="tx2"/>
          </a:solidFill>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100">
                <a:solidFill>
                  <a:schemeClr val="bg1"/>
                </a:solidFill>
                <a:latin typeface="+mj-lt"/>
                <a:ea typeface="+mj-lt"/>
                <a:cs typeface="+mj-lt"/>
              </a:rPr>
              <a:t>Legal Agent</a:t>
            </a:r>
          </a:p>
        </p:txBody>
      </p:sp>
      <p:sp>
        <p:nvSpPr>
          <p:cNvPr id="30" name="Subtitle 2">
            <a:extLst xmlns:a="http://schemas.openxmlformats.org/drawingml/2006/main">
              <a:ext uri="{FF2B5EF4-FFF2-40B4-BE49-F238E27FC236}">
                <a16:creationId xmlns:a16="http://schemas.microsoft.com/office/drawing/2014/main" id="{E6D5E4FD-DA8D-2C0D-D5A8-9729C7929D14}"/>
              </a:ext>
            </a:extLst>
          </p:cNvPr>
          <p:cNvSpPr>
            <a:spLocks xmlns:a="http://schemas.openxmlformats.org/drawingml/2006/main" noGrp="1"/>
          </p:cNvSpPr>
          <p:nvPr/>
        </p:nvSpPr>
        <p:spPr>
          <a:xfrm xmlns:a="http://schemas.openxmlformats.org/drawingml/2006/main">
            <a:off x="6530108" y="3534161"/>
            <a:ext cx="1531779" cy="387747"/>
          </a:xfrm>
          <a:prstGeom xmlns:a="http://schemas.openxmlformats.org/drawingml/2006/main" prst="roundRect">
            <a:avLst>
              <a:gd name="adj" fmla="val 50000"/>
            </a:avLst>
          </a:prstGeom>
          <a:solidFill xmlns:a="http://schemas.openxmlformats.org/drawingml/2006/main">
            <a:schemeClr val="tx2"/>
          </a:solidFill>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100">
                <a:solidFill>
                  <a:schemeClr val="bg1"/>
                </a:solidFill>
                <a:latin typeface="+mj-lt"/>
                <a:ea typeface="+mj-lt"/>
                <a:cs typeface="+mj-lt"/>
              </a:rPr>
              <a:t>Product Agent</a:t>
            </a:r>
          </a:p>
        </p:txBody>
      </p:sp>
      <p:sp>
        <p:nvSpPr>
          <p:cNvPr id="31" name="Subtitle 2">
            <a:extLst xmlns:a="http://schemas.openxmlformats.org/drawingml/2006/main">
              <a:ext uri="{FF2B5EF4-FFF2-40B4-BE49-F238E27FC236}">
                <a16:creationId xmlns:a16="http://schemas.microsoft.com/office/drawing/2014/main" id="{B97C27E0-A807-113A-E110-4B104D88A307}"/>
              </a:ext>
            </a:extLst>
          </p:cNvPr>
          <p:cNvSpPr>
            <a:spLocks xmlns:a="http://schemas.openxmlformats.org/drawingml/2006/main" noGrp="1"/>
          </p:cNvSpPr>
          <p:nvPr/>
        </p:nvSpPr>
        <p:spPr>
          <a:xfrm xmlns:a="http://schemas.openxmlformats.org/drawingml/2006/main">
            <a:off x="7084919" y="4162455"/>
            <a:ext cx="1668802" cy="387747"/>
          </a:xfrm>
          <a:prstGeom xmlns:a="http://schemas.openxmlformats.org/drawingml/2006/main" prst="roundRect">
            <a:avLst>
              <a:gd name="adj" fmla="val 50000"/>
            </a:avLst>
          </a:prstGeom>
          <a:solidFill xmlns:a="http://schemas.openxmlformats.org/drawingml/2006/main">
            <a:schemeClr val="tx2"/>
          </a:solidFill>
        </p:spPr>
        <p:txBody>
          <a:bodyPr xmlns:a="http://schemas.openxmlformats.org/drawingml/2006/main" vert="horz" wrap="square" lIns="0" tIns="0" rIns="0" bIns="0" anchor="ctr">
            <a:no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1100">
                <a:solidFill>
                  <a:schemeClr val="bg1"/>
                </a:solidFill>
                <a:latin typeface="+mj-lt"/>
                <a:ea typeface="+mj-lt"/>
                <a:cs typeface="+mj-lt"/>
              </a:rPr>
              <a:t>Procurement Agent</a:t>
            </a:r>
          </a:p>
        </p:txBody>
      </p:sp>
      <p:cxnSp>
        <p:nvCxnSpPr>
          <p:cNvPr id="9064" name="Straight Arrow Connector 31"/>
          <p:cNvCxnSpPr/>
          <p:nvPr/>
        </p:nvCxnSpPr>
        <p:spPr>
          <a:xfrm xmlns:a="http://schemas.openxmlformats.org/drawingml/2006/main" rot="18600000">
            <a:off x="8658025" y="3165789"/>
            <a:ext cx="0" cy="289181"/>
          </a:xfrm>
          <a:prstGeom xmlns:a="http://schemas.openxmlformats.org/drawingml/2006/main" prst="straightConnector1">
            <a:avLst/>
          </a:prstGeom>
          <a:ln xmlns:a="http://schemas.openxmlformats.org/drawingml/2006/main" w="12700">
            <a:solidFill>
              <a:schemeClr val="tx1"/>
            </a:solidFill>
            <a:headEnd type="arrow" w="lg" len="med"/>
            <a:tailEnd type="arrow"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9065" name="Straight Arrow Connector 32"/>
          <p:cNvCxnSpPr/>
          <p:nvPr/>
        </p:nvCxnSpPr>
        <p:spPr>
          <a:xfrm xmlns:a="http://schemas.openxmlformats.org/drawingml/2006/main" rot="5400000">
            <a:off x="8277226" y="3583444"/>
            <a:ext cx="0" cy="289181"/>
          </a:xfrm>
          <a:prstGeom xmlns:a="http://schemas.openxmlformats.org/drawingml/2006/main" prst="straightConnector1">
            <a:avLst/>
          </a:prstGeom>
          <a:ln xmlns:a="http://schemas.openxmlformats.org/drawingml/2006/main" w="12700">
            <a:solidFill>
              <a:schemeClr val="tx1"/>
            </a:solidFill>
            <a:headEnd type="arrow" w="lg" len="med"/>
            <a:tailEnd type="arrow"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9066" name="Straight Arrow Connector 33"/>
          <p:cNvCxnSpPr/>
          <p:nvPr/>
        </p:nvCxnSpPr>
        <p:spPr>
          <a:xfrm xmlns:a="http://schemas.openxmlformats.org/drawingml/2006/main" rot="5400000">
            <a:off x="10042526" y="3583445"/>
            <a:ext cx="0" cy="289181"/>
          </a:xfrm>
          <a:prstGeom xmlns:a="http://schemas.openxmlformats.org/drawingml/2006/main" prst="straightConnector1">
            <a:avLst/>
          </a:prstGeom>
          <a:ln xmlns:a="http://schemas.openxmlformats.org/drawingml/2006/main" w="12700">
            <a:solidFill>
              <a:schemeClr val="tx1"/>
            </a:solidFill>
            <a:headEnd type="arrow" w="lg" len="med"/>
            <a:tailEnd type="arrow"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9067" name="Straight Arrow Connector 34"/>
          <p:cNvCxnSpPr/>
          <p:nvPr/>
        </p:nvCxnSpPr>
        <p:spPr>
          <a:xfrm xmlns:a="http://schemas.openxmlformats.org/drawingml/2006/main" rot="18600000">
            <a:off x="9352290" y="3974354"/>
            <a:ext cx="0" cy="289181"/>
          </a:xfrm>
          <a:prstGeom xmlns:a="http://schemas.openxmlformats.org/drawingml/2006/main" prst="straightConnector1">
            <a:avLst/>
          </a:prstGeom>
          <a:ln xmlns:a="http://schemas.openxmlformats.org/drawingml/2006/main" w="12700">
            <a:solidFill>
              <a:schemeClr val="tx1"/>
            </a:solidFill>
            <a:headEnd type="arrow" w="lg" len="med"/>
            <a:tailEnd type="arrow"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9068" name="Straight Arrow Connector 35"/>
          <p:cNvCxnSpPr/>
          <p:nvPr/>
        </p:nvCxnSpPr>
        <p:spPr>
          <a:xfrm xmlns:a="http://schemas.openxmlformats.org/drawingml/2006/main" rot="13200000">
            <a:off x="8926129" y="3987053"/>
            <a:ext cx="0" cy="289181"/>
          </a:xfrm>
          <a:prstGeom xmlns:a="http://schemas.openxmlformats.org/drawingml/2006/main" prst="straightConnector1">
            <a:avLst/>
          </a:prstGeom>
          <a:ln xmlns:a="http://schemas.openxmlformats.org/drawingml/2006/main" w="12700">
            <a:solidFill>
              <a:schemeClr val="tx1"/>
            </a:solidFill>
            <a:headEnd type="arrow" w="lg" len="med"/>
            <a:tailEnd type="arrow"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37" name="Text Placeholder 5">
            <a:extLst xmlns:a="http://schemas.openxmlformats.org/drawingml/2006/main">
              <a:ext uri="{FF2B5EF4-FFF2-40B4-BE49-F238E27FC236}">
                <a16:creationId xmlns:a16="http://schemas.microsoft.com/office/drawing/2014/main" id="{F49E132B-998E-9097-C4BC-06110AD6533A}"/>
              </a:ext>
            </a:extLst>
          </p:cNvPr>
          <p:cNvSpPr>
            <a:spLocks xmlns:a="http://schemas.openxmlformats.org/drawingml/2006/main" noGrp="1"/>
          </p:cNvSpPr>
          <p:nvPr/>
        </p:nvSpPr>
        <p:spPr>
          <a:xfrm xmlns:a="http://schemas.openxmlformats.org/drawingml/2006/main">
            <a:off x="3566741" y="5258073"/>
            <a:ext cx="1967997" cy="587441"/>
          </a:xfrm>
          <a:prstGeom xmlns:a="http://schemas.openxmlformats.org/drawingml/2006/main" prst="rect">
            <a:avLst/>
          </a:prstGeom>
          <a:solidFill xmlns:a="http://schemas.openxmlformats.org/drawingml/2006/main">
            <a:schemeClr val="bg2"/>
          </a:solidFill>
        </p:spPr>
        <p:txBody>
          <a:bodyPr xmlns:a="http://schemas.openxmlformats.org/drawingml/2006/main" vert="horz" wrap="square" lIns="108000" tIns="108000" rIns="108000" bIns="108000">
            <a:sp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l" defTabSz="914400">
              <a:lnSpc>
                <a:spcPts val="1400"/>
              </a:lnSpc>
              <a:spcBef>
                <a:spcPts val="0"/>
              </a:spcBef>
              <a:spcAft>
                <a:spcPts val="600"/>
              </a:spcAft>
              <a:buFont typeface="Arial"/>
              <a:buNone/>
              <a:defRPr sz="1200" b="0" i="0" kern="1200">
                <a:solidFill>
                  <a:schemeClr val="tx1"/>
                </a:solidFill>
                <a:latin typeface="Segoe UI"/>
                <a:ea typeface="Segoe UI"/>
                <a:cs typeface="Segoe UI"/>
              </a:defRPr>
            </a:lvl2pPr>
            <a:lvl3pPr marL="914400" indent="0" algn="l" defTabSz="914400">
              <a:lnSpc>
                <a:spcPts val="1400"/>
              </a:lnSpc>
              <a:spcBef>
                <a:spcPts val="0"/>
              </a:spcBef>
              <a:spcAft>
                <a:spcPts val="600"/>
              </a:spcAft>
              <a:buFont typeface="Arial"/>
              <a:buNone/>
              <a:defRPr sz="1200" b="0" i="0" kern="1200">
                <a:solidFill>
                  <a:schemeClr val="tx1"/>
                </a:solidFill>
                <a:latin typeface="Segoe UI"/>
                <a:ea typeface="Segoe UI"/>
                <a:cs typeface="Segoe UI"/>
              </a:defRPr>
            </a:lvl3pPr>
            <a:lvl4pPr marL="1371600" indent="0" algn="l" defTabSz="914400">
              <a:lnSpc>
                <a:spcPts val="1400"/>
              </a:lnSpc>
              <a:spcBef>
                <a:spcPts val="0"/>
              </a:spcBef>
              <a:spcAft>
                <a:spcPts val="600"/>
              </a:spcAft>
              <a:buFont typeface="Arial"/>
              <a:buNone/>
              <a:defRPr sz="1200" b="0" i="0" kern="1200">
                <a:solidFill>
                  <a:schemeClr val="tx1"/>
                </a:solidFill>
                <a:latin typeface="Segoe UI"/>
                <a:ea typeface="Segoe UI"/>
                <a:cs typeface="Segoe UI"/>
              </a:defRPr>
            </a:lvl4pPr>
            <a:lvl5pPr marL="1828800" indent="0" algn="l" defTabSz="914400">
              <a:lnSpc>
                <a:spcPts val="1400"/>
              </a:lnSpc>
              <a:spcBef>
                <a:spcPts val="0"/>
              </a:spcBef>
              <a:spcAft>
                <a:spcPts val="600"/>
              </a:spcAft>
              <a:buFont typeface="Arial"/>
              <a:buNone/>
              <a:defRPr sz="1200" b="0" i="0" kern="1200">
                <a:solidFill>
                  <a:schemeClr val="tx1"/>
                </a:solidFill>
                <a:latin typeface="Segoe UI"/>
                <a:ea typeface="Segoe UI"/>
                <a:cs typeface="Segoe UI"/>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gn="ctr">
              <a:buNone/>
            </a:pPr>
            <a:r>
              <a:rPr sz="1200"/>
              <a:t>“Order a laptop for </a:t>
            </a:r>
            <a:br/>
            <a:r>
              <a:rPr sz="1200"/>
              <a:t>a new employee”</a:t>
            </a:r>
          </a:p>
        </p:txBody>
      </p:sp>
      <p:sp>
        <p:nvSpPr>
          <p:cNvPr id="38" name="Subtitle 2">
            <a:extLst xmlns:a="http://schemas.openxmlformats.org/drawingml/2006/main">
              <a:ext uri="{FF2B5EF4-FFF2-40B4-BE49-F238E27FC236}">
                <a16:creationId xmlns:a16="http://schemas.microsoft.com/office/drawing/2014/main" id="{244D60E8-F71A-B089-FE19-B25191B9B8C1}"/>
              </a:ext>
            </a:extLst>
          </p:cNvPr>
          <p:cNvSpPr>
            <a:spLocks xmlns:a="http://schemas.openxmlformats.org/drawingml/2006/main" noGrp="1"/>
          </p:cNvSpPr>
          <p:nvPr/>
        </p:nvSpPr>
        <p:spPr>
          <a:xfrm xmlns:a="http://schemas.openxmlformats.org/drawingml/2006/main">
            <a:off x="3565759" y="4814581"/>
            <a:ext cx="1967997" cy="215444"/>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lvl1pPr marL="0" indent="0" algn="l" defTabSz="914400">
              <a:lnSpc>
                <a:spcPct val="100000"/>
              </a:lnSpc>
              <a:spcBef>
                <a:spcPts val="0"/>
              </a:spcBef>
              <a:spcAft>
                <a:spcPts val="0"/>
              </a:spcAft>
              <a:buFont typeface="Arial"/>
              <a:buNone/>
              <a:defRPr sz="1400" b="0" i="0" kern="1200">
                <a:solidFill>
                  <a:schemeClr val="tx1"/>
                </a:solidFill>
                <a:latin typeface="+mn-lt"/>
                <a:ea typeface="+mn-lt"/>
                <a:cs typeface="+mn-lt"/>
              </a:defRPr>
            </a:lvl1pPr>
            <a:lvl2pPr marL="457200" indent="0" algn="ctr" defTabSz="914400">
              <a:lnSpc>
                <a:spcPct val="100000"/>
              </a:lnSpc>
              <a:spcBef>
                <a:spcPts val="0"/>
              </a:spcBef>
              <a:buFont typeface="Arial"/>
              <a:buNone/>
              <a:defRPr sz="2000" b="0" i="0" kern="1200">
                <a:solidFill>
                  <a:schemeClr val="tx1"/>
                </a:solidFill>
                <a:latin typeface="Segoe UI"/>
                <a:ea typeface="Segoe UI"/>
                <a:cs typeface="Segoe UI"/>
              </a:defRPr>
            </a:lvl2pPr>
            <a:lvl3pPr marL="914400" indent="0" algn="ctr" defTabSz="914400">
              <a:lnSpc>
                <a:spcPct val="100000"/>
              </a:lnSpc>
              <a:spcBef>
                <a:spcPts val="0"/>
              </a:spcBef>
              <a:buFont typeface="Arial"/>
              <a:buNone/>
              <a:defRPr sz="1800" b="0" i="0" kern="1200">
                <a:solidFill>
                  <a:schemeClr val="tx1"/>
                </a:solidFill>
                <a:latin typeface="Segoe UI"/>
                <a:ea typeface="Segoe UI"/>
                <a:cs typeface="Segoe UI"/>
              </a:defRPr>
            </a:lvl3pPr>
            <a:lvl4pPr marL="1371600" indent="0" algn="ctr" defTabSz="914400">
              <a:lnSpc>
                <a:spcPct val="100000"/>
              </a:lnSpc>
              <a:spcBef>
                <a:spcPts val="0"/>
              </a:spcBef>
              <a:buFont typeface="Arial"/>
              <a:buNone/>
              <a:defRPr sz="1600" b="0" i="0" kern="1200">
                <a:solidFill>
                  <a:schemeClr val="tx1"/>
                </a:solidFill>
                <a:latin typeface="Segoe UI"/>
                <a:ea typeface="Segoe UI"/>
                <a:cs typeface="Segoe UI"/>
              </a:defRPr>
            </a:lvl4pPr>
            <a:lvl5pPr marL="1828800" indent="0" algn="ctr" defTabSz="914400">
              <a:lnSpc>
                <a:spcPct val="100000"/>
              </a:lnSpc>
              <a:spcBef>
                <a:spcPts val="0"/>
              </a:spcBef>
              <a:buFont typeface="Arial"/>
              <a:buNone/>
              <a:defRPr sz="1600" b="0" i="0" kern="1200">
                <a:solidFill>
                  <a:schemeClr val="tx1"/>
                </a:solidFill>
                <a:latin typeface="Segoe UI"/>
                <a:ea typeface="Segoe UI"/>
                <a:cs typeface="Segoe UI"/>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t>Able to take actions</a:t>
            </a:r>
          </a:p>
        </p:txBody>
      </p:sp>
      <p:sp>
        <p:nvSpPr>
          <p:cNvPr id="9001" name="TopStrip">
            <a:extLst xmlns:a="http://schemas.openxmlformats.org/drawingml/2006/main">
              <a:ext uri="{FF2B5EF4-FFF2-40B4-BE49-F238E27FC236}">
                <a16:creationId xmlns:a16="http://schemas.microsoft.com/office/drawing/2014/main" id="{EBD8BE8E-3D18-4EAF-AFCA-7031C5957E81}"/>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2059FC02-E325-4311-AE3F-CBA92617F97A}"/>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1563498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8BB718-2E4A-324D-3E53-D170E5CB8B85}"/>
              </a:ext>
            </a:extLst>
          </p:cNvPr>
          <p:cNvSpPr>
            <a:spLocks xmlns:a="http://schemas.openxmlformats.org/drawingml/2006/main" noGrp="1"/>
          </p:cNvSpPr>
          <p:nvPr>
            <p:ph type="ctrTitle" idx="0"/>
          </p:nvPr>
        </p:nvSpPr>
        <p:spPr>
          <a:xfrm xmlns:a="http://schemas.openxmlformats.org/drawingml/2006/main">
            <a:off x="1374588" y="1889920"/>
            <a:ext cx="9646024" cy="2387600"/>
          </a:xfrm>
        </p:spPr>
        <p:txBody>
          <a:bodyPr xmlns:a="http://schemas.openxmlformats.org/drawingml/2006/main"/>
          <a:lstStyle xmlns:a="http://schemas.openxmlformats.org/drawingml/2006/main"/>
          <a:p xmlns:a="http://schemas.openxmlformats.org/drawingml/2006/main">
            <a:pPr>
              <a:buNone/>
              <a:tabLst>
                <a:tab pos="621491" algn="l"/>
                <a:tab pos="1865265" algn="l"/>
              </a:tabLst>
            </a:pPr>
            <a:r>
              <a:t>Building with the OpenAI Agents SDK</a:t>
            </a:r>
            <a:endParaRPr/>
          </a:p>
        </p:txBody>
      </p:sp>
      <p:sp>
        <p:nvSpPr>
          <p:cNvPr id="9001" name="TopStrip">
            <a:extLst xmlns:a="http://schemas.openxmlformats.org/drawingml/2006/main">
              <a:ext uri="{FF2B5EF4-FFF2-40B4-BE49-F238E27FC236}">
                <a16:creationId xmlns:a16="http://schemas.microsoft.com/office/drawing/2014/main" id="{1A43484F-1E54-4058-85B6-292561879D97}"/>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01CBCC30-6275-451F-BF0E-739763576B10}"/>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55147818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396FB76-1CE7-4871-A81B-27473E71206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The OpenAI Agents SDK</a:t>
            </a:r>
          </a:p>
        </p:txBody>
      </p:sp>
      <p:sp>
        <p:nvSpPr>
          <p:cNvPr id="10" name="Subtitle">
            <a:extLst xmlns:a="http://schemas.openxmlformats.org/drawingml/2006/main">
              <a:ext uri="{FF2B5EF4-FFF2-40B4-BE49-F238E27FC236}">
                <a16:creationId xmlns:a16="http://schemas.microsoft.com/office/drawing/2014/main" id="{C4088C11-F6A8-4968-8C1C-B2DD7593DCAB}"/>
              </a:ext>
            </a:extLst>
          </p:cNvPr>
          <p:cNvSpPr>
            <a:spLocks xmlns:a="http://schemas.openxmlformats.org/drawingml/2006/main" noGrp="1"/>
          </p:cNvSpPr>
          <p:nvPr/>
        </p:nvSpPr>
        <p:spPr>
          <a:xfrm xmlns:a="http://schemas.openxmlformats.org/drawingml/2006/main">
            <a:off x="838200" y="1270000"/>
            <a:ext cx="10515600" cy="2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buNone/>
            </a:pPr>
            <a:r>
              <a:rPr sz="1400" i="1"/>
              <a:t>A framework for building LLMs that act, not just respond</a:t>
            </a:r>
          </a:p>
        </p:txBody>
      </p:sp>
      <p:sp>
        <p:nvSpPr>
          <p:cNvPr id="3" name="Intro">
            <a:extLst xmlns:a="http://schemas.openxmlformats.org/drawingml/2006/main">
              <a:ext uri="{FF2B5EF4-FFF2-40B4-BE49-F238E27FC236}">
                <a16:creationId xmlns:a16="http://schemas.microsoft.com/office/drawing/2014/main" id="{A9033F8E-0C81-4F32-A307-65116EDD8210}"/>
              </a:ext>
            </a:extLst>
          </p:cNvPr>
          <p:cNvSpPr>
            <a:spLocks xmlns:a="http://schemas.openxmlformats.org/drawingml/2006/main" noGrp="1"/>
          </p:cNvSpPr>
          <p:nvPr/>
        </p:nvSpPr>
        <p:spPr>
          <a:xfrm xmlns:a="http://schemas.openxmlformats.org/drawingml/2006/main">
            <a:off x="838200" y="1600200"/>
            <a:ext cx="10515600" cy="96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indent="0">
              <a:buNone/>
            </a:pPr>
            <a:r>
              <a:rPr sz="1400" b="1"/>
              <a:t>The core idea:  </a:t>
            </a:r>
            <a:r>
              <a:rPr sz="1400"/>
              <a:t>A single LLM call answers a question. An agent takes a goal, decides what to do, uses tools to act on the world, observes results, and keeps going until the job is done.</a:t>
            </a:r>
          </a:p>
          <a:p xmlns:a="http://schemas.openxmlformats.org/drawingml/2006/main">
            <a:pPr marL="0" indent="0">
              <a:buNone/>
            </a:pPr>
            <a:r>
              <a:rPr sz="1400"/>
              <a:t>The OpenAI Agents SDK is a lightweight Python framework that wires this loop together with production-grade primitives.</a:t>
            </a:r>
          </a:p>
        </p:txBody>
      </p:sp>
      <p:sp>
        <p:nvSpPr>
          <p:cNvPr id="4" name="TableHdr">
            <a:extLst xmlns:a="http://schemas.openxmlformats.org/drawingml/2006/main">
              <a:ext uri="{FF2B5EF4-FFF2-40B4-BE49-F238E27FC236}">
                <a16:creationId xmlns:a16="http://schemas.microsoft.com/office/drawing/2014/main" id="{26E11170-39A1-4260-BF37-7C240D5898B6}"/>
              </a:ext>
            </a:extLst>
          </p:cNvPr>
          <p:cNvSpPr>
            <a:spLocks xmlns:a="http://schemas.openxmlformats.org/drawingml/2006/main" noGrp="1"/>
          </p:cNvSpPr>
          <p:nvPr/>
        </p:nvSpPr>
        <p:spPr>
          <a:xfrm xmlns:a="http://schemas.openxmlformats.org/drawingml/2006/main">
            <a:off x="838200" y="2641600"/>
            <a:ext cx="10515600" cy="2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marL="0" indent="0">
              <a:buNone/>
            </a:pPr>
            <a:r>
              <a:rPr sz="1400" b="1"/>
              <a:t>The five building blocks:</a:t>
            </a:r>
          </a:p>
        </p:txBody>
      </p:sp>
      <p:sp>
        <p:nvSpPr>
          <p:cNvPr id="9" name="Footer">
            <a:extLst xmlns:a="http://schemas.openxmlformats.org/drawingml/2006/main">
              <a:ext uri="{FF2B5EF4-FFF2-40B4-BE49-F238E27FC236}">
                <a16:creationId xmlns:a16="http://schemas.microsoft.com/office/drawing/2014/main" id="{8D8C3D2A-0DF8-42D2-BB09-5F22FB70B573}"/>
              </a:ext>
            </a:extLst>
          </p:cNvPr>
          <p:cNvSpPr>
            <a:spLocks xmlns:a="http://schemas.openxmlformats.org/drawingml/2006/main" noGrp="1"/>
          </p:cNvSpPr>
          <p:nvPr/>
        </p:nvSpPr>
        <p:spPr>
          <a:xfrm xmlns:a="http://schemas.openxmlformats.org/drawingml/2006/main">
            <a:off x="838200" y="6172200"/>
            <a:ext cx="10515600" cy="3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marL="0" indent="0">
              <a:buNone/>
            </a:pPr>
            <a:r>
              <a:rPr sz="1200" b="1"/>
              <a:t>Why it matters:  </a:t>
            </a:r>
            <a:r>
              <a:rPr sz="1200"/>
              <a:t>You write normal Python functions. The SDK handles the LLM loop, tool dispatch, result injection, and tracing automatically.</a:t>
            </a:r>
          </a:p>
        </p:txBody>
      </p:sp>
      <p:graphicFrame>
        <p:nvGraphicFramePr>
          <p:cNvPr id="9009" name="Table 5"/>
          <p:cNvGraphicFramePr/>
          <p:nvPr/>
        </p:nvGraphicFramePr>
        <p:xfrm>
          <a:off xmlns:a="http://schemas.openxmlformats.org/drawingml/2006/main" x="838200" y="2921000"/>
          <a:ext xmlns:a="http://schemas.openxmlformats.org/drawingml/2006/main" cx="10515600" cy="2946400"/>
        </p:xfrm>
        <a:graphic xmlns:a="http://schemas.openxmlformats.org/drawingml/2006/main">
          <a:graphicData uri="http://schemas.openxmlformats.org/drawingml/2006/table">
            <a:tbl>
              <a:tblPr firstRow="1" bandRow="1">
                <a:tableStyleId>{5C22544A-7EE6-4342-B048-85BDC9FD1C3A}</a:tableStyleId>
              </a:tblPr>
              <a:tblGrid>
                <a:gridCol w="1371600"/>
                <a:gridCol w="3505200"/>
                <a:gridCol w="5638800"/>
              </a:tblGrid>
              <a:tr h="406400">
                <a:tc>
                  <a:txBody>
                    <a:bodyPr/>
                    <a:lstStyle/>
                    <a:p>
                      <a:pPr algn="ctr">
                        <a:buNone/>
                      </a:pPr>
                      <a:r>
                        <a:rPr sz="1400" b="1">
                          <a:solidFill>
                            <a:srgbClr val="FFFFFF"/>
                          </a:solidFill>
                        </a:rPr>
                        <a:t>Primitive</a:t>
                      </a:r>
                    </a:p>
                  </a:txBody>
                  <a:tcPr marL="91440" marR="91440" marT="45720" marB="45720" anchor="ctr">
                    <a:solidFill>
                      <a:srgbClr val="0F4BEB"/>
                    </a:solidFill>
                  </a:tcPr>
                </a:tc>
                <a:tc>
                  <a:txBody>
                    <a:bodyPr/>
                    <a:lstStyle/>
                    <a:p>
                      <a:pPr algn="ctr">
                        <a:buNone/>
                      </a:pPr>
                      <a:r>
                        <a:rPr sz="1400" b="1">
                          <a:solidFill>
                            <a:srgbClr val="FFFFFF"/>
                          </a:solidFill>
                        </a:rPr>
                        <a:t>What it is</a:t>
                      </a:r>
                    </a:p>
                  </a:txBody>
                  <a:tcPr marL="91440" marR="91440" marT="45720" marB="45720" anchor="ctr">
                    <a:solidFill>
                      <a:srgbClr val="0F4BEB"/>
                    </a:solidFill>
                  </a:tcPr>
                </a:tc>
                <a:tc>
                  <a:txBody>
                    <a:bodyPr/>
                    <a:lstStyle/>
                    <a:p>
                      <a:pPr algn="ctr">
                        <a:buNone/>
                      </a:pPr>
                      <a:r>
                        <a:rPr sz="1400" b="1">
                          <a:solidFill>
                            <a:srgbClr val="FFFFFF"/>
                          </a:solidFill>
                        </a:rPr>
                        <a:t>In code</a:t>
                      </a:r>
                    </a:p>
                  </a:txBody>
                  <a:tcPr marL="91440" marR="91440" marT="45720" marB="45720" anchor="ctr">
                    <a:solidFill>
                      <a:srgbClr val="0F4BEB"/>
                    </a:solidFill>
                  </a:tcPr>
                </a:tc>
              </a:tr>
              <a:tr h="508000">
                <a:tc>
                  <a:txBody>
                    <a:bodyPr/>
                    <a:lstStyle/>
                    <a:p>
                      <a:pPr algn="ctr">
                        <a:buNone/>
                      </a:pPr>
                      <a:r>
                        <a:rPr sz="1400" b="1"/>
                        <a:t>Agent</a:t>
                      </a:r>
                    </a:p>
                  </a:txBody>
                  <a:tcPr marL="91440" marR="91440" marT="45720" marB="45720" anchor="ctr">
                    <a:solidFill>
                      <a:srgbClr val="EEF2FF"/>
                    </a:solidFill>
                  </a:tcPr>
                </a:tc>
                <a:tc>
                  <a:txBody>
                    <a:bodyPr/>
                    <a:lstStyle/>
                    <a:p>
                      <a:pPr algn="l">
                        <a:buNone/>
                      </a:pPr>
                      <a:r>
                        <a:rPr sz="1400" b="0"/>
                        <a:t>LLM + instructions + tools</a:t>
                      </a:r>
                    </a:p>
                  </a:txBody>
                  <a:tcPr marL="91440" marR="91440" marT="45720" marB="45720" anchor="ctr">
                    <a:solidFill>
                      <a:srgbClr val="EEF2FF"/>
                    </a:solidFill>
                  </a:tcPr>
                </a:tc>
                <a:tc>
                  <a:txBody>
                    <a:bodyPr/>
                    <a:lstStyle/>
                    <a:p>
                      <a:pPr algn="l">
                        <a:buNone/>
                      </a:pPr>
                      <a:r>
                        <a:rPr sz="1300" b="0"/>
                        <a:t>Agent(name=..., instructions=..., tools=[...])</a:t>
                      </a:r>
                    </a:p>
                  </a:txBody>
                  <a:tcPr marL="91440" marR="91440" marT="45720" marB="45720" anchor="ctr">
                    <a:solidFill>
                      <a:srgbClr val="EEF2FF"/>
                    </a:solidFill>
                  </a:tcPr>
                </a:tc>
              </a:tr>
              <a:tr h="508000">
                <a:tc>
                  <a:txBody>
                    <a:bodyPr/>
                    <a:lstStyle/>
                    <a:p>
                      <a:pPr algn="ctr">
                        <a:buNone/>
                      </a:pPr>
                      <a:r>
                        <a:rPr sz="1400" b="1"/>
                        <a:t>Tool</a:t>
                      </a:r>
                    </a:p>
                  </a:txBody>
                  <a:tcPr marL="91440" marR="91440" marT="45720" marB="45720" anchor="ctr">
                    <a:solidFill>
                      <a:srgbClr val="FFFFFF"/>
                    </a:solidFill>
                  </a:tcPr>
                </a:tc>
                <a:tc>
                  <a:txBody>
                    <a:bodyPr/>
                    <a:lstStyle/>
                    <a:p>
                      <a:pPr algn="l">
                        <a:buNone/>
                      </a:pPr>
                      <a:r>
                        <a:rPr sz="1400" b="0"/>
                        <a:t>Python function the agent can call</a:t>
                      </a:r>
                    </a:p>
                  </a:txBody>
                  <a:tcPr marL="91440" marR="91440" marT="45720" marB="45720" anchor="ctr">
                    <a:solidFill>
                      <a:srgbClr val="FFFFFF"/>
                    </a:solidFill>
                  </a:tcPr>
                </a:tc>
                <a:tc>
                  <a:txBody>
                    <a:bodyPr/>
                    <a:lstStyle/>
                    <a:p>
                      <a:pPr algn="l">
                        <a:buNone/>
                      </a:pPr>
                      <a:r>
                        <a:rPr sz="1300" b="0"/>
                        <a:t>@function_tool decorator</a:t>
                      </a:r>
                    </a:p>
                  </a:txBody>
                  <a:tcPr marL="91440" marR="91440" marT="45720" marB="45720" anchor="ctr">
                    <a:solidFill>
                      <a:srgbClr val="FFFFFF"/>
                    </a:solidFill>
                  </a:tcPr>
                </a:tc>
              </a:tr>
              <a:tr h="508000">
                <a:tc>
                  <a:txBody>
                    <a:bodyPr/>
                    <a:lstStyle/>
                    <a:p>
                      <a:pPr algn="ctr">
                        <a:buNone/>
                      </a:pPr>
                      <a:r>
                        <a:rPr sz="1400" b="1"/>
                        <a:t>Handoff</a:t>
                      </a:r>
                    </a:p>
                  </a:txBody>
                  <a:tcPr marL="91440" marR="91440" marT="45720" marB="45720" anchor="ctr">
                    <a:solidFill>
                      <a:srgbClr val="EEF2FF"/>
                    </a:solidFill>
                  </a:tcPr>
                </a:tc>
                <a:tc>
                  <a:txBody>
                    <a:bodyPr/>
                    <a:lstStyle/>
                    <a:p>
                      <a:pPr algn="l">
                        <a:buNone/>
                      </a:pPr>
                      <a:r>
                        <a:rPr sz="1400" b="0"/>
                        <a:t>Agent delegates to a specialist</a:t>
                      </a:r>
                    </a:p>
                  </a:txBody>
                  <a:tcPr marL="91440" marR="91440" marT="45720" marB="45720" anchor="ctr">
                    <a:solidFill>
                      <a:srgbClr val="EEF2FF"/>
                    </a:solidFill>
                  </a:tcPr>
                </a:tc>
                <a:tc>
                  <a:txBody>
                    <a:bodyPr/>
                    <a:lstStyle/>
                    <a:p>
                      <a:pPr algn="l">
                        <a:buNone/>
                      </a:pPr>
                      <a:r>
                        <a:rPr sz="1300" b="0"/>
                        <a:t>handoff(specialist_agent)</a:t>
                      </a:r>
                    </a:p>
                  </a:txBody>
                  <a:tcPr marL="91440" marR="91440" marT="45720" marB="45720" anchor="ctr">
                    <a:solidFill>
                      <a:srgbClr val="EEF2FF"/>
                    </a:solidFill>
                  </a:tcPr>
                </a:tc>
              </a:tr>
              <a:tr h="508000">
                <a:tc>
                  <a:txBody>
                    <a:bodyPr/>
                    <a:lstStyle/>
                    <a:p>
                      <a:pPr algn="ctr">
                        <a:buNone/>
                      </a:pPr>
                      <a:r>
                        <a:rPr sz="1400" b="1"/>
                        <a:t>Guardrail</a:t>
                      </a:r>
                    </a:p>
                  </a:txBody>
                  <a:tcPr marL="91440" marR="91440" marT="45720" marB="45720" anchor="ctr">
                    <a:solidFill>
                      <a:srgbClr val="FFFFFF"/>
                    </a:solidFill>
                  </a:tcPr>
                </a:tc>
                <a:tc>
                  <a:txBody>
                    <a:bodyPr/>
                    <a:lstStyle/>
                    <a:p>
                      <a:pPr algn="l">
                        <a:buNone/>
                      </a:pPr>
                      <a:r>
                        <a:rPr sz="1400" b="0"/>
                        <a:t>Parallel validation on input/output</a:t>
                      </a:r>
                    </a:p>
                  </a:txBody>
                  <a:tcPr marL="91440" marR="91440" marT="45720" marB="45720" anchor="ctr">
                    <a:solidFill>
                      <a:srgbClr val="FFFFFF"/>
                    </a:solidFill>
                  </a:tcPr>
                </a:tc>
                <a:tc>
                  <a:txBody>
                    <a:bodyPr/>
                    <a:lstStyle/>
                    <a:p>
                      <a:pPr algn="l">
                        <a:buNone/>
                      </a:pPr>
                      <a:r>
                        <a:rPr sz="1300" b="0"/>
                        <a:t>InputGuardrail(guardrail_function)</a:t>
                      </a:r>
                    </a:p>
                  </a:txBody>
                  <a:tcPr marL="91440" marR="91440" marT="45720" marB="45720" anchor="ctr">
                    <a:solidFill>
                      <a:srgbClr val="FFFFFF"/>
                    </a:solidFill>
                  </a:tcPr>
                </a:tc>
              </a:tr>
              <a:tr h="508000">
                <a:tc>
                  <a:txBody>
                    <a:bodyPr/>
                    <a:lstStyle/>
                    <a:p>
                      <a:pPr algn="ctr">
                        <a:buNone/>
                      </a:pPr>
                      <a:r>
                        <a:rPr sz="1400" b="1"/>
                        <a:t>Runner</a:t>
                      </a:r>
                    </a:p>
                  </a:txBody>
                  <a:tcPr marL="91440" marR="91440" marT="45720" marB="45720" anchor="ctr">
                    <a:solidFill>
                      <a:srgbClr val="EEF2FF"/>
                    </a:solidFill>
                  </a:tcPr>
                </a:tc>
                <a:tc>
                  <a:txBody>
                    <a:bodyPr/>
                    <a:lstStyle/>
                    <a:p>
                      <a:pPr algn="l">
                        <a:buNone/>
                      </a:pPr>
                      <a:r>
                        <a:rPr sz="1400" b="0"/>
                        <a:t>Executes the agent loop</a:t>
                      </a:r>
                    </a:p>
                  </a:txBody>
                  <a:tcPr marL="91440" marR="91440" marT="45720" marB="45720" anchor="ctr">
                    <a:solidFill>
                      <a:srgbClr val="EEF2FF"/>
                    </a:solidFill>
                  </a:tcPr>
                </a:tc>
                <a:tc>
                  <a:txBody>
                    <a:bodyPr/>
                    <a:lstStyle/>
                    <a:p>
                      <a:pPr algn="l">
                        <a:buNone/>
                      </a:pPr>
                      <a:r>
                        <a:rPr sz="1300" b="0"/>
                        <a:t>await Runner.run(agent, input)</a:t>
                      </a:r>
                    </a:p>
                  </a:txBody>
                  <a:tcPr marL="91440" marR="91440" marT="45720" marB="45720" anchor="ctr">
                    <a:solidFill>
                      <a:srgbClr val="EEF2FF"/>
                    </a:solidFill>
                  </a:tcPr>
                </a:tc>
              </a:tr>
            </a:tbl>
          </a:graphicData>
        </a:graphic>
      </p:graphicFrame>
      <p:sp>
        <p:nvSpPr>
          <p:cNvPr id="9001" name="TopStrip">
            <a:extLst xmlns:a="http://schemas.openxmlformats.org/drawingml/2006/main">
              <a:ext uri="{FF2B5EF4-FFF2-40B4-BE49-F238E27FC236}">
                <a16:creationId xmlns:a16="http://schemas.microsoft.com/office/drawing/2014/main" id="{1BB2844E-A228-486F-B3CA-F91E07BECD51}"/>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7BA16AC7-AE0B-4AF6-A5E3-9A74D6CAED39}"/>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57555982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E8B0FFF-C9C0-4729-A98E-9C0ADCC9E17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How an Agent Run Works</a:t>
            </a:r>
          </a:p>
        </p:txBody>
      </p:sp>
      <p:sp>
        <p:nvSpPr>
          <p:cNvPr id="10" name="Subtitle">
            <a:extLst xmlns:a="http://schemas.openxmlformats.org/drawingml/2006/main">
              <a:ext uri="{FF2B5EF4-FFF2-40B4-BE49-F238E27FC236}">
                <a16:creationId xmlns:a16="http://schemas.microsoft.com/office/drawing/2014/main" id="{68F7EE35-0C60-45DD-9466-BDC1DC788AF1}"/>
              </a:ext>
            </a:extLst>
          </p:cNvPr>
          <p:cNvSpPr>
            <a:spLocks xmlns:a="http://schemas.openxmlformats.org/drawingml/2006/main" noGrp="1"/>
          </p:cNvSpPr>
          <p:nvPr/>
        </p:nvSpPr>
        <p:spPr>
          <a:xfrm xmlns:a="http://schemas.openxmlformats.org/drawingml/2006/main">
            <a:off x="838200" y="1206500"/>
            <a:ext cx="10515600" cy="2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buNone/>
            </a:pPr>
            <a:r>
              <a:rPr sz="1400" i="1"/>
              <a:t>The reasoning loop, step by step</a:t>
            </a:r>
          </a:p>
        </p:txBody>
      </p:sp>
      <p:sp>
        <p:nvSpPr>
          <p:cNvPr id="3" name="FlowIntro">
            <a:extLst xmlns:a="http://schemas.openxmlformats.org/drawingml/2006/main">
              <a:ext uri="{FF2B5EF4-FFF2-40B4-BE49-F238E27FC236}">
                <a16:creationId xmlns:a16="http://schemas.microsoft.com/office/drawing/2014/main" id="{9B48F7A6-128D-4B86-B461-265232F10A0C}"/>
              </a:ext>
            </a:extLst>
          </p:cNvPr>
          <p:cNvSpPr>
            <a:spLocks xmlns:a="http://schemas.openxmlformats.org/drawingml/2006/main" noGrp="1"/>
          </p:cNvSpPr>
          <p:nvPr/>
        </p:nvSpPr>
        <p:spPr>
          <a:xfrm xmlns:a="http://schemas.openxmlformats.org/drawingml/2006/main">
            <a:off x="838200" y="1562100"/>
            <a:ext cx="4953000" cy="3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marL="0" indent="0">
              <a:buNone/>
            </a:pPr>
            <a:r>
              <a:rPr sz="1200"/>
              <a:t>Conceptually: the agent reasons, acts, observes, and repeats, until done.</a:t>
            </a:r>
          </a:p>
        </p:txBody>
      </p:sp>
      <p:sp>
        <p:nvSpPr>
          <p:cNvPr id="20" name="Step0">
            <a:extLst xmlns:a="http://schemas.openxmlformats.org/drawingml/2006/main">
              <a:ext uri="{FF2B5EF4-FFF2-40B4-BE49-F238E27FC236}">
                <a16:creationId xmlns:a16="http://schemas.microsoft.com/office/drawing/2014/main" id="{B9C92F2C-AEE9-4131-A496-A6200A882C86}"/>
              </a:ext>
            </a:extLst>
          </p:cNvPr>
          <p:cNvSpPr>
            <a:spLocks xmlns:a="http://schemas.openxmlformats.org/drawingml/2006/main" noGrp="1"/>
          </p:cNvSpPr>
          <p:nvPr/>
        </p:nvSpPr>
        <p:spPr>
          <a:xfrm xmlns:a="http://schemas.openxmlformats.org/drawingml/2006/main">
            <a:off x="838200" y="1981200"/>
            <a:ext cx="4953000" cy="40640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0F4BEB"/>
            </a:solidFill>
          </a:ln>
        </p:spPr>
        <p:txBody>
          <a:bodyPr xmlns:a="http://schemas.openxmlformats.org/drawingml/2006/main" lIns="50800" tIns="25400" rIns="50800" bIns="25400" anchor="ctr">
            <a:noAutofit/>
          </a:bodyPr>
          <a:lstStyle xmlns:a="http://schemas.openxmlformats.org/drawingml/2006/main"/>
          <a:p xmlns:a="http://schemas.openxmlformats.org/drawingml/2006/main">
            <a:pPr marL="0" indent="0">
              <a:buNone/>
            </a:pPr>
            <a:r>
              <a:rPr sz="1100">
                <a:solidFill>
                  <a:srgbClr val="1A1A2E"/>
                </a:solidFill>
              </a:rPr>
              <a:t>You: "Summarise the latest RAG research and email it to the team"</a:t>
            </a:r>
          </a:p>
        </p:txBody>
      </p:sp>
      <p:sp>
        <p:nvSpPr>
          <p:cNvPr id="21" name="Arrow0">
            <a:extLst xmlns:a="http://schemas.openxmlformats.org/drawingml/2006/main">
              <a:ext uri="{FF2B5EF4-FFF2-40B4-BE49-F238E27FC236}">
                <a16:creationId xmlns:a16="http://schemas.microsoft.com/office/drawing/2014/main" id="{2C33B2A5-2FE1-4B8F-AEE2-661C2972A66F}"/>
              </a:ext>
            </a:extLst>
          </p:cNvPr>
          <p:cNvSpPr>
            <a:spLocks xmlns:a="http://schemas.openxmlformats.org/drawingml/2006/main" noGrp="1"/>
          </p:cNvSpPr>
          <p:nvPr/>
        </p:nvSpPr>
        <p:spPr>
          <a:xfrm xmlns:a="http://schemas.openxmlformats.org/drawingml/2006/main">
            <a:off x="3238500" y="2387600"/>
            <a:ext cx="152400" cy="127000"/>
          </a:xfrm>
          <a:prstGeom xmlns:a="http://schemas.openxmlformats.org/drawingml/2006/main" prst="downArrow">
            <a:avLst>
              <a:gd name="adj1" fmla="val 50000"/>
              <a:gd name="adj2" fmla="val 50000"/>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2" name="Step1">
            <a:extLst xmlns:a="http://schemas.openxmlformats.org/drawingml/2006/main">
              <a:ext uri="{FF2B5EF4-FFF2-40B4-BE49-F238E27FC236}">
                <a16:creationId xmlns:a16="http://schemas.microsoft.com/office/drawing/2014/main" id="{73D08114-1750-48E9-9BAD-A7314CF483FD}"/>
              </a:ext>
            </a:extLst>
          </p:cNvPr>
          <p:cNvSpPr>
            <a:spLocks xmlns:a="http://schemas.openxmlformats.org/drawingml/2006/main" noGrp="1"/>
          </p:cNvSpPr>
          <p:nvPr/>
        </p:nvSpPr>
        <p:spPr>
          <a:xfrm xmlns:a="http://schemas.openxmlformats.org/drawingml/2006/main">
            <a:off x="838200" y="2514600"/>
            <a:ext cx="4953000" cy="40640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0F4BEB"/>
            </a:solidFill>
          </a:ln>
        </p:spPr>
        <p:txBody>
          <a:bodyPr xmlns:a="http://schemas.openxmlformats.org/drawingml/2006/main" lIns="50800" tIns="25400" rIns="50800" bIns="25400" anchor="ctr">
            <a:noAutofit/>
          </a:bodyPr>
          <a:lstStyle xmlns:a="http://schemas.openxmlformats.org/drawingml/2006/main"/>
          <a:p xmlns:a="http://schemas.openxmlformats.org/drawingml/2006/main">
            <a:pPr marL="0" indent="0">
              <a:buNone/>
            </a:pPr>
            <a:r>
              <a:rPr sz="1100">
                <a:solidFill>
                  <a:srgbClr val="1A1A2E"/>
                </a:solidFill>
              </a:rPr>
              <a:t>Agent receives: goal + system prompt + available tools</a:t>
            </a:r>
          </a:p>
        </p:txBody>
      </p:sp>
      <p:sp>
        <p:nvSpPr>
          <p:cNvPr id="23" name="Arrow1">
            <a:extLst xmlns:a="http://schemas.openxmlformats.org/drawingml/2006/main">
              <a:ext uri="{FF2B5EF4-FFF2-40B4-BE49-F238E27FC236}">
                <a16:creationId xmlns:a16="http://schemas.microsoft.com/office/drawing/2014/main" id="{0382191D-C0C4-4F42-928D-A49BCB1D17D7}"/>
              </a:ext>
            </a:extLst>
          </p:cNvPr>
          <p:cNvSpPr>
            <a:spLocks xmlns:a="http://schemas.openxmlformats.org/drawingml/2006/main" noGrp="1"/>
          </p:cNvSpPr>
          <p:nvPr/>
        </p:nvSpPr>
        <p:spPr>
          <a:xfrm xmlns:a="http://schemas.openxmlformats.org/drawingml/2006/main">
            <a:off x="3238500" y="2921000"/>
            <a:ext cx="152400" cy="127000"/>
          </a:xfrm>
          <a:prstGeom xmlns:a="http://schemas.openxmlformats.org/drawingml/2006/main" prst="downArrow">
            <a:avLst>
              <a:gd name="adj1" fmla="val 50000"/>
              <a:gd name="adj2" fmla="val 50000"/>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4" name="Step2">
            <a:extLst xmlns:a="http://schemas.openxmlformats.org/drawingml/2006/main">
              <a:ext uri="{FF2B5EF4-FFF2-40B4-BE49-F238E27FC236}">
                <a16:creationId xmlns:a16="http://schemas.microsoft.com/office/drawing/2014/main" id="{61908689-9E6E-4814-8DFC-89A7605A328B}"/>
              </a:ext>
            </a:extLst>
          </p:cNvPr>
          <p:cNvSpPr>
            <a:spLocks xmlns:a="http://schemas.openxmlformats.org/drawingml/2006/main" noGrp="1"/>
          </p:cNvSpPr>
          <p:nvPr/>
        </p:nvSpPr>
        <p:spPr>
          <a:xfrm xmlns:a="http://schemas.openxmlformats.org/drawingml/2006/main">
            <a:off x="838200" y="3048000"/>
            <a:ext cx="4953000" cy="40640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0F4BEB"/>
            </a:solidFill>
          </a:ln>
        </p:spPr>
        <p:txBody>
          <a:bodyPr xmlns:a="http://schemas.openxmlformats.org/drawingml/2006/main" lIns="50800" tIns="25400" rIns="50800" bIns="25400" anchor="ctr">
            <a:noAutofit/>
          </a:bodyPr>
          <a:lstStyle xmlns:a="http://schemas.openxmlformats.org/drawingml/2006/main"/>
          <a:p xmlns:a="http://schemas.openxmlformats.org/drawingml/2006/main">
            <a:pPr marL="0" indent="0">
              <a:buNone/>
            </a:pPr>
            <a:r>
              <a:rPr sz="1100">
                <a:solidFill>
                  <a:srgbClr val="1A1A2E"/>
                </a:solidFill>
              </a:rPr>
              <a:t>LLM reasons: "I need to search first"</a:t>
            </a:r>
          </a:p>
        </p:txBody>
      </p:sp>
      <p:sp>
        <p:nvSpPr>
          <p:cNvPr id="25" name="Arrow2">
            <a:extLst xmlns:a="http://schemas.openxmlformats.org/drawingml/2006/main">
              <a:ext uri="{FF2B5EF4-FFF2-40B4-BE49-F238E27FC236}">
                <a16:creationId xmlns:a16="http://schemas.microsoft.com/office/drawing/2014/main" id="{CC2CD503-23EC-4ACF-A225-D994C58B2AE1}"/>
              </a:ext>
            </a:extLst>
          </p:cNvPr>
          <p:cNvSpPr>
            <a:spLocks xmlns:a="http://schemas.openxmlformats.org/drawingml/2006/main" noGrp="1"/>
          </p:cNvSpPr>
          <p:nvPr/>
        </p:nvSpPr>
        <p:spPr>
          <a:xfrm xmlns:a="http://schemas.openxmlformats.org/drawingml/2006/main">
            <a:off x="3238500" y="3454400"/>
            <a:ext cx="152400" cy="127000"/>
          </a:xfrm>
          <a:prstGeom xmlns:a="http://schemas.openxmlformats.org/drawingml/2006/main" prst="downArrow">
            <a:avLst>
              <a:gd name="adj1" fmla="val 50000"/>
              <a:gd name="adj2" fmla="val 50000"/>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6" name="Step3">
            <a:extLst xmlns:a="http://schemas.openxmlformats.org/drawingml/2006/main">
              <a:ext uri="{FF2B5EF4-FFF2-40B4-BE49-F238E27FC236}">
                <a16:creationId xmlns:a16="http://schemas.microsoft.com/office/drawing/2014/main" id="{65DAD1F5-F51A-40B2-BB25-A1EABF78F66B}"/>
              </a:ext>
            </a:extLst>
          </p:cNvPr>
          <p:cNvSpPr>
            <a:spLocks xmlns:a="http://schemas.openxmlformats.org/drawingml/2006/main" noGrp="1"/>
          </p:cNvSpPr>
          <p:nvPr/>
        </p:nvSpPr>
        <p:spPr>
          <a:xfrm xmlns:a="http://schemas.openxmlformats.org/drawingml/2006/main">
            <a:off x="838200" y="3581400"/>
            <a:ext cx="4953000" cy="406400"/>
          </a:xfrm>
          <a:prstGeom xmlns:a="http://schemas.openxmlformats.org/drawingml/2006/main" prst="roundRect">
            <a:avLst>
              <a:gd name="adj" fmla="val 8000"/>
            </a:avLst>
          </a:prstGeom>
          <a:solidFill xmlns:a="http://schemas.openxmlformats.org/drawingml/2006/main">
            <a:srgbClr val="0F4BEB"/>
          </a:solidFill>
          <a:ln xmlns:a="http://schemas.openxmlformats.org/drawingml/2006/main" w="9525">
            <a:solidFill>
              <a:srgbClr val="0F4BEB"/>
            </a:solidFill>
          </a:ln>
        </p:spPr>
        <p:txBody>
          <a:bodyPr xmlns:a="http://schemas.openxmlformats.org/drawingml/2006/main" lIns="50800" tIns="25400" rIns="50800" bIns="25400" anchor="ctr">
            <a:noAutofit/>
          </a:bodyPr>
          <a:lstStyle xmlns:a="http://schemas.openxmlformats.org/drawingml/2006/main"/>
          <a:p xmlns:a="http://schemas.openxmlformats.org/drawingml/2006/main">
            <a:pPr marL="0" indent="0">
              <a:buNone/>
            </a:pPr>
            <a:r>
              <a:rPr sz="1100" b="1">
                <a:solidFill>
                  <a:srgbClr val="FFFFFF"/>
                </a:solidFill>
              </a:rPr>
              <a:t>Tool call → search(query="RAG research 2025") → results returned</a:t>
            </a:r>
          </a:p>
        </p:txBody>
      </p:sp>
      <p:sp>
        <p:nvSpPr>
          <p:cNvPr id="27" name="Arrow3">
            <a:extLst xmlns:a="http://schemas.openxmlformats.org/drawingml/2006/main">
              <a:ext uri="{FF2B5EF4-FFF2-40B4-BE49-F238E27FC236}">
                <a16:creationId xmlns:a16="http://schemas.microsoft.com/office/drawing/2014/main" id="{626E46FD-0C70-489F-9D12-A5955AD1D4DD}"/>
              </a:ext>
            </a:extLst>
          </p:cNvPr>
          <p:cNvSpPr>
            <a:spLocks xmlns:a="http://schemas.openxmlformats.org/drawingml/2006/main" noGrp="1"/>
          </p:cNvSpPr>
          <p:nvPr/>
        </p:nvSpPr>
        <p:spPr>
          <a:xfrm xmlns:a="http://schemas.openxmlformats.org/drawingml/2006/main">
            <a:off x="3238500" y="3987800"/>
            <a:ext cx="152400" cy="127000"/>
          </a:xfrm>
          <a:prstGeom xmlns:a="http://schemas.openxmlformats.org/drawingml/2006/main" prst="downArrow">
            <a:avLst>
              <a:gd name="adj1" fmla="val 50000"/>
              <a:gd name="adj2" fmla="val 50000"/>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8" name="Step4">
            <a:extLst xmlns:a="http://schemas.openxmlformats.org/drawingml/2006/main">
              <a:ext uri="{FF2B5EF4-FFF2-40B4-BE49-F238E27FC236}">
                <a16:creationId xmlns:a16="http://schemas.microsoft.com/office/drawing/2014/main" id="{060CC55F-3329-47A4-9CD3-512FEC171D13}"/>
              </a:ext>
            </a:extLst>
          </p:cNvPr>
          <p:cNvSpPr>
            <a:spLocks xmlns:a="http://schemas.openxmlformats.org/drawingml/2006/main" noGrp="1"/>
          </p:cNvSpPr>
          <p:nvPr/>
        </p:nvSpPr>
        <p:spPr>
          <a:xfrm xmlns:a="http://schemas.openxmlformats.org/drawingml/2006/main">
            <a:off x="838200" y="4114800"/>
            <a:ext cx="4953000" cy="40640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0F4BEB"/>
            </a:solidFill>
          </a:ln>
        </p:spPr>
        <p:txBody>
          <a:bodyPr xmlns:a="http://schemas.openxmlformats.org/drawingml/2006/main" lIns="50800" tIns="25400" rIns="50800" bIns="25400" anchor="ctr">
            <a:noAutofit/>
          </a:bodyPr>
          <a:lstStyle xmlns:a="http://schemas.openxmlformats.org/drawingml/2006/main"/>
          <a:p xmlns:a="http://schemas.openxmlformats.org/drawingml/2006/main">
            <a:pPr marL="0" indent="0">
              <a:buNone/>
            </a:pPr>
            <a:r>
              <a:rPr sz="1100">
                <a:solidFill>
                  <a:srgbClr val="1A1A2E"/>
                </a:solidFill>
              </a:rPr>
              <a:t>LLM reasons: "Now I can summarise, then email"</a:t>
            </a:r>
          </a:p>
        </p:txBody>
      </p:sp>
      <p:sp>
        <p:nvSpPr>
          <p:cNvPr id="29" name="Arrow4">
            <a:extLst xmlns:a="http://schemas.openxmlformats.org/drawingml/2006/main">
              <a:ext uri="{FF2B5EF4-FFF2-40B4-BE49-F238E27FC236}">
                <a16:creationId xmlns:a16="http://schemas.microsoft.com/office/drawing/2014/main" id="{3368830E-5B58-4DD5-B597-14F83BD1E3BE}"/>
              </a:ext>
            </a:extLst>
          </p:cNvPr>
          <p:cNvSpPr>
            <a:spLocks xmlns:a="http://schemas.openxmlformats.org/drawingml/2006/main" noGrp="1"/>
          </p:cNvSpPr>
          <p:nvPr/>
        </p:nvSpPr>
        <p:spPr>
          <a:xfrm xmlns:a="http://schemas.openxmlformats.org/drawingml/2006/main">
            <a:off x="3238500" y="4521200"/>
            <a:ext cx="152400" cy="127000"/>
          </a:xfrm>
          <a:prstGeom xmlns:a="http://schemas.openxmlformats.org/drawingml/2006/main" prst="downArrow">
            <a:avLst>
              <a:gd name="adj1" fmla="val 50000"/>
              <a:gd name="adj2" fmla="val 50000"/>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30" name="Step5">
            <a:extLst xmlns:a="http://schemas.openxmlformats.org/drawingml/2006/main">
              <a:ext uri="{FF2B5EF4-FFF2-40B4-BE49-F238E27FC236}">
                <a16:creationId xmlns:a16="http://schemas.microsoft.com/office/drawing/2014/main" id="{64D01161-7384-4BF3-B8DE-B59AD06C4AA8}"/>
              </a:ext>
            </a:extLst>
          </p:cNvPr>
          <p:cNvSpPr>
            <a:spLocks xmlns:a="http://schemas.openxmlformats.org/drawingml/2006/main" noGrp="1"/>
          </p:cNvSpPr>
          <p:nvPr/>
        </p:nvSpPr>
        <p:spPr>
          <a:xfrm xmlns:a="http://schemas.openxmlformats.org/drawingml/2006/main">
            <a:off x="838200" y="4648200"/>
            <a:ext cx="4953000" cy="406400"/>
          </a:xfrm>
          <a:prstGeom xmlns:a="http://schemas.openxmlformats.org/drawingml/2006/main" prst="roundRect">
            <a:avLst>
              <a:gd name="adj" fmla="val 8000"/>
            </a:avLst>
          </a:prstGeom>
          <a:solidFill xmlns:a="http://schemas.openxmlformats.org/drawingml/2006/main">
            <a:srgbClr val="0F4BEB"/>
          </a:solidFill>
          <a:ln xmlns:a="http://schemas.openxmlformats.org/drawingml/2006/main" w="9525">
            <a:solidFill>
              <a:srgbClr val="0F4BEB"/>
            </a:solidFill>
          </a:ln>
        </p:spPr>
        <p:txBody>
          <a:bodyPr xmlns:a="http://schemas.openxmlformats.org/drawingml/2006/main" lIns="50800" tIns="25400" rIns="50800" bIns="25400" anchor="ctr">
            <a:noAutofit/>
          </a:bodyPr>
          <a:lstStyle xmlns:a="http://schemas.openxmlformats.org/drawingml/2006/main"/>
          <a:p xmlns:a="http://schemas.openxmlformats.org/drawingml/2006/main">
            <a:pPr marL="0" indent="0">
              <a:buNone/>
            </a:pPr>
            <a:r>
              <a:rPr sz="1100" b="1">
                <a:solidFill>
                  <a:srgbClr val="FFFFFF"/>
                </a:solidFill>
              </a:rPr>
              <a:t>Tool call → send_email(body=summary) → done</a:t>
            </a:r>
          </a:p>
        </p:txBody>
      </p:sp>
      <p:sp>
        <p:nvSpPr>
          <p:cNvPr id="31" name="Arrow5">
            <a:extLst xmlns:a="http://schemas.openxmlformats.org/drawingml/2006/main">
              <a:ext uri="{FF2B5EF4-FFF2-40B4-BE49-F238E27FC236}">
                <a16:creationId xmlns:a16="http://schemas.microsoft.com/office/drawing/2014/main" id="{40AB766C-269C-49B0-A0F6-C9ED7E03DCE0}"/>
              </a:ext>
            </a:extLst>
          </p:cNvPr>
          <p:cNvSpPr>
            <a:spLocks xmlns:a="http://schemas.openxmlformats.org/drawingml/2006/main" noGrp="1"/>
          </p:cNvSpPr>
          <p:nvPr/>
        </p:nvSpPr>
        <p:spPr>
          <a:xfrm xmlns:a="http://schemas.openxmlformats.org/drawingml/2006/main">
            <a:off x="3238500" y="5054600"/>
            <a:ext cx="152400" cy="127000"/>
          </a:xfrm>
          <a:prstGeom xmlns:a="http://schemas.openxmlformats.org/drawingml/2006/main" prst="downArrow">
            <a:avLst>
              <a:gd name="adj1" fmla="val 50000"/>
              <a:gd name="adj2" fmla="val 50000"/>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32" name="Step6">
            <a:extLst xmlns:a="http://schemas.openxmlformats.org/drawingml/2006/main">
              <a:ext uri="{FF2B5EF4-FFF2-40B4-BE49-F238E27FC236}">
                <a16:creationId xmlns:a16="http://schemas.microsoft.com/office/drawing/2014/main" id="{7CCD6DBB-0C5C-4949-8797-9C11A2464F1D}"/>
              </a:ext>
            </a:extLst>
          </p:cNvPr>
          <p:cNvSpPr>
            <a:spLocks xmlns:a="http://schemas.openxmlformats.org/drawingml/2006/main" noGrp="1"/>
          </p:cNvSpPr>
          <p:nvPr/>
        </p:nvSpPr>
        <p:spPr>
          <a:xfrm xmlns:a="http://schemas.openxmlformats.org/drawingml/2006/main">
            <a:off x="838200" y="5181600"/>
            <a:ext cx="4953000" cy="40640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0F4BEB"/>
            </a:solidFill>
          </a:ln>
        </p:spPr>
        <p:txBody>
          <a:bodyPr xmlns:a="http://schemas.openxmlformats.org/drawingml/2006/main" lIns="50800" tIns="25400" rIns="50800" bIns="25400" anchor="ctr">
            <a:noAutofit/>
          </a:bodyPr>
          <a:lstStyle xmlns:a="http://schemas.openxmlformats.org/drawingml/2006/main"/>
          <a:p xmlns:a="http://schemas.openxmlformats.org/drawingml/2006/main">
            <a:pPr marL="0" indent="0">
              <a:buNone/>
            </a:pPr>
            <a:r>
              <a:rPr sz="1100">
                <a:solidFill>
                  <a:srgbClr val="1A1A2E"/>
                </a:solidFill>
              </a:rPr>
              <a:t>LLM produces final response: "Done — email sent"</a:t>
            </a:r>
          </a:p>
        </p:txBody>
      </p:sp>
      <p:sp>
        <p:nvSpPr>
          <p:cNvPr id="33" name="ModesHdr">
            <a:extLst xmlns:a="http://schemas.openxmlformats.org/drawingml/2006/main">
              <a:ext uri="{FF2B5EF4-FFF2-40B4-BE49-F238E27FC236}">
                <a16:creationId xmlns:a16="http://schemas.microsoft.com/office/drawing/2014/main" id="{20A51D76-2709-40BC-B4D1-01C9062BE438}"/>
              </a:ext>
            </a:extLst>
          </p:cNvPr>
          <p:cNvSpPr>
            <a:spLocks xmlns:a="http://schemas.openxmlformats.org/drawingml/2006/main" noGrp="1"/>
          </p:cNvSpPr>
          <p:nvPr/>
        </p:nvSpPr>
        <p:spPr>
          <a:xfrm xmlns:a="http://schemas.openxmlformats.org/drawingml/2006/main">
            <a:off x="6096000" y="1562100"/>
            <a:ext cx="5638800" cy="2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marL="0" indent="0">
              <a:buNone/>
            </a:pPr>
            <a:r>
              <a:rPr sz="1400" b="1"/>
              <a:t>Three execution modes:</a:t>
            </a:r>
          </a:p>
        </p:txBody>
      </p:sp>
      <p:sp>
        <p:nvSpPr>
          <p:cNvPr id="34" name="CodeBlock">
            <a:extLst xmlns:a="http://schemas.openxmlformats.org/drawingml/2006/main">
              <a:ext uri="{FF2B5EF4-FFF2-40B4-BE49-F238E27FC236}">
                <a16:creationId xmlns:a16="http://schemas.microsoft.com/office/drawing/2014/main" id="{79D05870-42AB-4420-8B49-546BE3977CB0}"/>
              </a:ext>
            </a:extLst>
          </p:cNvPr>
          <p:cNvSpPr>
            <a:spLocks xmlns:a="http://schemas.openxmlformats.org/drawingml/2006/main" noGrp="1"/>
          </p:cNvSpPr>
          <p:nvPr/>
        </p:nvSpPr>
        <p:spPr>
          <a:xfrm xmlns:a="http://schemas.openxmlformats.org/drawingml/2006/main">
            <a:off x="6096000" y="1879600"/>
            <a:ext cx="5638800" cy="2184400"/>
          </a:xfrm>
          <a:prstGeom xmlns:a="http://schemas.openxmlformats.org/drawingml/2006/main" prst="rect">
            <a:avLst/>
          </a:prstGeom>
          <a:solidFill xmlns:a="http://schemas.openxmlformats.org/drawingml/2006/main">
            <a:srgbClr val="1E1E2E"/>
          </a:solidFill>
          <a:ln xmlns:a="http://schemas.openxmlformats.org/drawingml/2006/main" w="9525">
            <a:solidFill>
              <a:srgbClr val="2D2D3F"/>
            </a:solidFill>
          </a:ln>
        </p:spPr>
        <p:txBody>
          <a:bodyPr xmlns:a="http://schemas.openxmlformats.org/drawingml/2006/main" lIns="101600" tIns="76200" rIns="101600" bIns="76200" anchor="t">
            <a:noAutofit/>
          </a:bodyPr>
          <a:lstStyle xmlns:a="http://schemas.openxmlformats.org/drawingml/2006/main"/>
          <a:p xmlns:a="http://schemas.openxmlformats.org/drawingml/2006/main">
            <a:pPr marL="0" indent="0">
              <a:buNone/>
            </a:pPr>
            <a:r>
              <a:rPr sz="1100">
                <a:solidFill>
                  <a:srgbClr val="90CAF9"/>
                </a:solidFill>
                <a:latin typeface="Courier New"/>
                <a:ea typeface="Courier New"/>
                <a:cs typeface="Courier New"/>
              </a:rPr>
              <a:t># Async — recommended for production</a:t>
            </a:r>
          </a:p>
          <a:p xmlns:a="http://schemas.openxmlformats.org/drawingml/2006/main">
            <a:pPr marL="0" indent="0">
              <a:buNone/>
            </a:pPr>
            <a:r>
              <a:rPr sz="1100">
                <a:solidFill>
                  <a:srgbClr val="E8EAF6"/>
                </a:solidFill>
                <a:latin typeface="Courier New"/>
                <a:ea typeface="Courier New"/>
                <a:cs typeface="Courier New"/>
              </a:rPr>
              <a:t>result = await Runner.run(agent, "your input")</a:t>
            </a:r>
          </a:p>
          <a:p xmlns:a="http://schemas.openxmlformats.org/drawingml/2006/main">
            <a:pPr marL="0" indent="0">
              <a:buNone/>
            </a:pPr>
            <a:endParaRPr sz="1100">
              <a:solidFill>
                <a:srgbClr val="E8EAF6"/>
              </a:solidFill>
            </a:endParaRPr>
          </a:p>
          <a:p xmlns:a="http://schemas.openxmlformats.org/drawingml/2006/main">
            <a:pPr marL="0" indent="0">
              <a:buNone/>
            </a:pPr>
            <a:r>
              <a:rPr sz="1100">
                <a:solidFill>
                  <a:srgbClr val="90CAF9"/>
                </a:solidFill>
                <a:latin typeface="Courier New"/>
                <a:ea typeface="Courier New"/>
                <a:cs typeface="Courier New"/>
              </a:rPr>
              <a:t># Synchronous — for scripts and notebooks</a:t>
            </a:r>
          </a:p>
          <a:p xmlns:a="http://schemas.openxmlformats.org/drawingml/2006/main">
            <a:pPr marL="0" indent="0">
              <a:buNone/>
            </a:pPr>
            <a:r>
              <a:rPr sz="1100">
                <a:solidFill>
                  <a:srgbClr val="E8EAF6"/>
                </a:solidFill>
                <a:latin typeface="Courier New"/>
                <a:ea typeface="Courier New"/>
                <a:cs typeface="Courier New"/>
              </a:rPr>
              <a:t>result = Runner.run_sync(agent, "your input")</a:t>
            </a:r>
          </a:p>
          <a:p xmlns:a="http://schemas.openxmlformats.org/drawingml/2006/main">
            <a:pPr marL="0" indent="0">
              <a:buNone/>
            </a:pPr>
            <a:endParaRPr sz="1100">
              <a:solidFill>
                <a:srgbClr val="E8EAF6"/>
              </a:solidFill>
            </a:endParaRPr>
          </a:p>
          <a:p xmlns:a="http://schemas.openxmlformats.org/drawingml/2006/main">
            <a:pPr marL="0" indent="0">
              <a:buNone/>
            </a:pPr>
            <a:r>
              <a:rPr sz="1100">
                <a:solidFill>
                  <a:srgbClr val="90CAF9"/>
                </a:solidFill>
                <a:latin typeface="Courier New"/>
                <a:ea typeface="Courier New"/>
                <a:cs typeface="Courier New"/>
              </a:rPr>
              <a:t># Streaming — see tokens and tool calls in real time</a:t>
            </a:r>
          </a:p>
          <a:p xmlns:a="http://schemas.openxmlformats.org/drawingml/2006/main">
            <a:pPr marL="0" indent="0">
              <a:buNone/>
            </a:pPr>
            <a:r>
              <a:rPr sz="1100">
                <a:solidFill>
                  <a:srgbClr val="E8EAF6"/>
                </a:solidFill>
                <a:latin typeface="Courier New"/>
                <a:ea typeface="Courier New"/>
                <a:cs typeface="Courier New"/>
              </a:rPr>
              <a:t>async for event in Runner.run_streamed(agent, "your input"):</a:t>
            </a:r>
          </a:p>
          <a:p xmlns:a="http://schemas.openxmlformats.org/drawingml/2006/main">
            <a:pPr marL="0" indent="0">
              <a:buNone/>
            </a:pPr>
            <a:r>
              <a:rPr sz="1100">
                <a:solidFill>
                  <a:srgbClr val="E8EAF6"/>
                </a:solidFill>
                <a:latin typeface="Courier New"/>
                <a:ea typeface="Courier New"/>
                <a:cs typeface="Courier New"/>
              </a:rPr>
              <a:t>    ...</a:t>
            </a:r>
          </a:p>
        </p:txBody>
      </p:sp>
      <p:sp>
        <p:nvSpPr>
          <p:cNvPr id="35" name="GuardrailNote">
            <a:extLst xmlns:a="http://schemas.openxmlformats.org/drawingml/2006/main">
              <a:ext uri="{FF2B5EF4-FFF2-40B4-BE49-F238E27FC236}">
                <a16:creationId xmlns:a16="http://schemas.microsoft.com/office/drawing/2014/main" id="{5DD20811-5629-4A6A-AE12-5BBC955AA273}"/>
              </a:ext>
            </a:extLst>
          </p:cNvPr>
          <p:cNvSpPr>
            <a:spLocks xmlns:a="http://schemas.openxmlformats.org/drawingml/2006/main" noGrp="1"/>
          </p:cNvSpPr>
          <p:nvPr/>
        </p:nvSpPr>
        <p:spPr>
          <a:xfrm xmlns:a="http://schemas.openxmlformats.org/drawingml/2006/main">
            <a:off x="6096000" y="4165600"/>
            <a:ext cx="5638800" cy="838200"/>
          </a:xfrm>
          <a:prstGeom xmlns:a="http://schemas.openxmlformats.org/drawingml/2006/main" prst="rect">
            <a:avLst/>
          </a:prstGeom>
          <a:solidFill xmlns:a="http://schemas.openxmlformats.org/drawingml/2006/main">
            <a:srgbClr val="FFF8E1"/>
          </a:solidFill>
          <a:ln xmlns:a="http://schemas.openxmlformats.org/drawingml/2006/main" w="9525">
            <a:solidFill>
              <a:srgbClr val="FFB300"/>
            </a:solidFill>
          </a:ln>
        </p:spPr>
        <p:txBody>
          <a:bodyPr xmlns:a="http://schemas.openxmlformats.org/drawingml/2006/main" lIns="76200" tIns="50800" rIns="76200" bIns="50800" anchor="t">
            <a:noAutofit/>
          </a:bodyPr>
          <a:lstStyle xmlns:a="http://schemas.openxmlformats.org/drawingml/2006/main"/>
          <a:p xmlns:a="http://schemas.openxmlformats.org/drawingml/2006/main">
            <a:pPr marL="0" indent="0">
              <a:buNone/>
            </a:pPr>
            <a:r>
              <a:rPr sz="1200" b="1">
                <a:solidFill>
                  <a:srgbClr val="E65100"/>
                </a:solidFill>
              </a:rPr>
              <a:t>Guardrails  </a:t>
            </a:r>
            <a:r>
              <a:rPr sz="1200">
                <a:solidFill>
                  <a:srgbClr val="1A1A2E"/>
                </a:solidFill>
              </a:rPr>
              <a:t>run in parallel — zero latency on the happy path. If a rule is violated, a </a:t>
            </a:r>
            <a:r>
              <a:rPr sz="1200" b="1">
                <a:solidFill>
                  <a:srgbClr val="1A1A2E"/>
                </a:solidFill>
              </a:rPr>
              <a:t>GuardrailTripwireTriggered</a:t>
            </a:r>
            <a:r>
              <a:rPr sz="1200">
                <a:solidFill>
                  <a:srgbClr val="1A1A2E"/>
                </a:solidFill>
              </a:rPr>
              <a:t> exception is raised and the run stops immediately.</a:t>
            </a:r>
          </a:p>
        </p:txBody>
      </p:sp>
      <p:sp>
        <p:nvSpPr>
          <p:cNvPr id="36" name="TracingNote">
            <a:extLst xmlns:a="http://schemas.openxmlformats.org/drawingml/2006/main">
              <a:ext uri="{FF2B5EF4-FFF2-40B4-BE49-F238E27FC236}">
                <a16:creationId xmlns:a16="http://schemas.microsoft.com/office/drawing/2014/main" id="{A634A836-5EBF-4530-9552-597C7A0690E5}"/>
              </a:ext>
            </a:extLst>
          </p:cNvPr>
          <p:cNvSpPr>
            <a:spLocks xmlns:a="http://schemas.openxmlformats.org/drawingml/2006/main" noGrp="1"/>
          </p:cNvSpPr>
          <p:nvPr/>
        </p:nvSpPr>
        <p:spPr>
          <a:xfrm xmlns:a="http://schemas.openxmlformats.org/drawingml/2006/main">
            <a:off x="6096000" y="5105400"/>
            <a:ext cx="5638800" cy="762000"/>
          </a:xfrm>
          <a:prstGeom xmlns:a="http://schemas.openxmlformats.org/drawingml/2006/main" prst="rect">
            <a:avLst/>
          </a:prstGeom>
          <a:solidFill xmlns:a="http://schemas.openxmlformats.org/drawingml/2006/main">
            <a:srgbClr val="E8F5E9"/>
          </a:solidFill>
          <a:ln xmlns:a="http://schemas.openxmlformats.org/drawingml/2006/main" w="9525">
            <a:solidFill>
              <a:srgbClr val="43A047"/>
            </a:solidFill>
          </a:ln>
        </p:spPr>
        <p:txBody>
          <a:bodyPr xmlns:a="http://schemas.openxmlformats.org/drawingml/2006/main" lIns="76200" tIns="50800" rIns="76200" bIns="50800" anchor="t">
            <a:noAutofit/>
          </a:bodyPr>
          <a:lstStyle xmlns:a="http://schemas.openxmlformats.org/drawingml/2006/main"/>
          <a:p xmlns:a="http://schemas.openxmlformats.org/drawingml/2006/main">
            <a:pPr marL="0" indent="0">
              <a:buNone/>
            </a:pPr>
            <a:r>
              <a:rPr sz="1200" b="1">
                <a:solidFill>
                  <a:srgbClr val="1B5E20"/>
                </a:solidFill>
              </a:rPr>
              <a:t>Tracing is automatic  </a:t>
            </a:r>
            <a:r>
              <a:rPr sz="1200">
                <a:solidFill>
                  <a:srgbClr val="1A1A2E"/>
                </a:solidFill>
              </a:rPr>
              <a:t>— every run, tool call, handoff, and guardrail check is logged. View in the OpenAI dashboard or export to your own observability stack.</a:t>
            </a:r>
          </a:p>
        </p:txBody>
      </p:sp>
      <p:sp>
        <p:nvSpPr>
          <p:cNvPr id="9001" name="TopStrip">
            <a:extLst xmlns:a="http://schemas.openxmlformats.org/drawingml/2006/main">
              <a:ext uri="{FF2B5EF4-FFF2-40B4-BE49-F238E27FC236}">
                <a16:creationId xmlns:a16="http://schemas.microsoft.com/office/drawing/2014/main" id="{953217DA-51BF-4F81-A96F-BF8354AAE1B0}"/>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16666E0C-7CCF-4449-8E2C-91F1038C725A}"/>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4627484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8BB718-2E4A-324D-3E53-D170E5CB8B85}"/>
              </a:ext>
            </a:extLst>
          </p:cNvPr>
          <p:cNvSpPr>
            <a:spLocks xmlns:a="http://schemas.openxmlformats.org/drawingml/2006/main" noGrp="1"/>
          </p:cNvSpPr>
          <p:nvPr>
            <p:ph type="ctrTitle" idx="0"/>
          </p:nvPr>
        </p:nvSpPr>
        <p:spPr>
          <a:xfrm xmlns:a="http://schemas.openxmlformats.org/drawingml/2006/main">
            <a:off x="1374588" y="1889920"/>
            <a:ext cx="9646024" cy="2387600"/>
          </a:xfrm>
        </p:spPr>
        <p:txBody>
          <a:bodyPr xmlns:a="http://schemas.openxmlformats.org/drawingml/2006/main"/>
          <a:lstStyle xmlns:a="http://schemas.openxmlformats.org/drawingml/2006/main"/>
          <a:p xmlns:a="http://schemas.openxmlformats.org/drawingml/2006/main">
            <a:pPr>
              <a:buNone/>
              <a:tabLst>
                <a:tab pos="621491" algn="l"/>
                <a:tab pos="1865265" algn="l"/>
              </a:tabLst>
            </a:pPr>
            <a:r>
              <a:t>Agentic RAG</a:t>
            </a:r>
            <a:endParaRPr/>
          </a:p>
        </p:txBody>
      </p:sp>
      <p:sp>
        <p:nvSpPr>
          <p:cNvPr id="9001" name="TopStrip">
            <a:extLst xmlns:a="http://schemas.openxmlformats.org/drawingml/2006/main">
              <a:ext uri="{FF2B5EF4-FFF2-40B4-BE49-F238E27FC236}">
                <a16:creationId xmlns:a16="http://schemas.microsoft.com/office/drawing/2014/main" id="{D7C9B63B-A6AD-49FF-8BC2-02B2DBCBCB8D}"/>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97141CCD-85C5-4934-96DE-B29239A79DE8}"/>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414562928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6966DD-4365-4FD1-96E7-2DF7F7E76A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The Agentic RAG Loop</a:t>
            </a:r>
          </a:p>
        </p:txBody>
      </p:sp>
      <p:sp>
        <p:nvSpPr>
          <p:cNvPr id="3" name="Content Placeholder 2">
            <a:extLst xmlns:a="http://schemas.openxmlformats.org/drawingml/2006/main">
              <a:ext uri="{FF2B5EF4-FFF2-40B4-BE49-F238E27FC236}">
                <a16:creationId xmlns:a16="http://schemas.microsoft.com/office/drawing/2014/main" id="{C4B25AE7-E8BA-4F1C-A5B6-1041331D4A93}"/>
              </a:ext>
            </a:extLst>
          </p:cNvPr>
          <p:cNvSpPr>
            <a:spLocks xmlns:a="http://schemas.openxmlformats.org/drawingml/2006/main" noGrp="1"/>
          </p:cNvSpPr>
          <p:nvPr>
            <p:ph idx="1"/>
          </p:nvPr>
        </p:nvSpPr>
        <p:spPr/>
        <p:txBody>
          <a:bodyPr xmlns:a="http://schemas.openxmlformats.org/drawingml/2006/main">
            <a:normAutofit lnSpcReduction="10000"/>
          </a:bodyPr>
          <a:lstStyle xmlns:a="http://schemas.openxmlformats.org/drawingml/2006/main"/>
          <a:p xmlns:a="http://schemas.openxmlformats.org/drawingml/2006/main">
            <a:pPr marL="0" indent="0">
              <a:buNone/>
            </a:pPr>
            <a:r>
              <a:t>1. User asks a question</a:t>
            </a:r>
          </a:p>
          <a:p xmlns:a="http://schemas.openxmlformats.org/drawingml/2006/main">
            <a:pPr marL="0" indent="0">
              <a:buNone/>
            </a:pPr>
            <a:r>
              <a:t>2. Agent formulates a search query</a:t>
            </a:r>
          </a:p>
          <a:p xmlns:a="http://schemas.openxmlformats.org/drawingml/2006/main">
            <a:pPr marL="0" indent="0">
              <a:buNone/>
            </a:pPr>
            <a:r>
              <a:t>3. Agent calls retrieval tool (e.g., FAISS vector search)</a:t>
            </a:r>
          </a:p>
          <a:p xmlns:a="http://schemas.openxmlformats.org/drawingml/2006/main">
            <a:pPr marL="0" indent="0">
              <a:buNone/>
            </a:pPr>
            <a:r>
              <a:t>4. Agent evaluates results — enough context?</a:t>
            </a:r>
          </a:p>
          <a:p xmlns:a="http://schemas.openxmlformats.org/drawingml/2006/main">
            <a:pPr marL="0" indent="0">
              <a:buNone/>
            </a:pPr>
            <a:r>
              <a:t>5. Yes → generate final answer</a:t>
            </a:r>
          </a:p>
          <a:p xmlns:a="http://schemas.openxmlformats.org/drawingml/2006/main">
            <a:pPr marL="0" indent="0">
              <a:buNone/>
            </a:pPr>
            <a:r>
              <a:t>6. No → refine query, go to step 3</a:t>
            </a:r>
          </a:p>
          <a:p xmlns:a="http://schemas.openxmlformats.org/drawingml/2006/main">
            <a:endParaRPr/>
          </a:p>
          <a:p xmlns:a="http://schemas.openxmlformats.org/drawingml/2006/main">
            <a:pPr marL="0" indent="0">
              <a:buNone/>
            </a:pPr>
            <a:r>
              <a:t>This is the bridge from Session 8 (RAG) to Session 9 (Agents)</a:t>
            </a:r>
          </a:p>
          <a:p xmlns:a="http://schemas.openxmlformats.org/drawingml/2006/main">
            <a:pPr marL="0" indent="0">
              <a:buNone/>
            </a:pPr>
            <a:r>
              <a:t>In notebook 02, you will build this with the OpenAI Agents SDK</a:t>
            </a:r>
          </a:p>
        </p:txBody>
      </p:sp>
      <p:sp>
        <p:nvSpPr>
          <p:cNvPr id="4" name="TextBox 3">
            <a:extLst xmlns:a="http://schemas.openxmlformats.org/drawingml/2006/main">
              <a:ext uri="{FF2B5EF4-FFF2-40B4-BE49-F238E27FC236}">
                <a16:creationId xmlns:a16="http://schemas.microsoft.com/office/drawing/2014/main" id="{4BE6F16B-AB43-431A-9B7D-F66C7895F745}"/>
              </a:ext>
            </a:extLst>
          </p:cNvPr>
          <p:cNvSpPr>
            <a:spLocks xmlns:a="http://schemas.openxmlformats.org/drawingml/2006/main" noGrp="1"/>
          </p:cNvSpPr>
          <p:nvPr/>
        </p:nvSpPr>
        <p:spPr>
          <a:xfrm xmlns:a="http://schemas.openxmlformats.org/drawingml/2006/main">
            <a:off x="457200" y="6217920"/>
            <a:ext cx="82296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000" i="1"/>
            </a:pPr>
            <a:r>
              <a:t>Hands-on: 02_agent_with_tools.ipynb, Section 4</a:t>
            </a:r>
          </a:p>
        </p:txBody>
      </p:sp>
      <p:sp>
        <p:nvSpPr>
          <p:cNvPr id="9001" name="TopStrip">
            <a:extLst xmlns:a="http://schemas.openxmlformats.org/drawingml/2006/main">
              <a:ext uri="{FF2B5EF4-FFF2-40B4-BE49-F238E27FC236}">
                <a16:creationId xmlns:a16="http://schemas.microsoft.com/office/drawing/2014/main" id="{14F7B585-0230-40C8-9317-F00F15BEE550}"/>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A7911EA2-3145-4D59-AE53-4B8889CBBCEA}"/>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04414478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A94D9D6-6071-A534-0696-16F0A4F83AA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Tools and Agents</a:t>
            </a:r>
          </a:p>
        </p:txBody>
      </p:sp>
      <p:sp>
        <p:nvSpPr>
          <p:cNvPr id="3" name="TextBox 2">
            <a:extLst xmlns:a="http://schemas.openxmlformats.org/drawingml/2006/main">
              <a:ext uri="{FF2B5EF4-FFF2-40B4-BE49-F238E27FC236}">
                <a16:creationId xmlns:a16="http://schemas.microsoft.com/office/drawing/2014/main" id="{4F81909D-BC93-7C07-8C18-FFC61E99AADF}"/>
              </a:ext>
            </a:extLst>
          </p:cNvPr>
          <p:cNvSpPr>
            <a:spLocks xmlns:a="http://schemas.openxmlformats.org/drawingml/2006/main" noGrp="1"/>
          </p:cNvSpPr>
          <p:nvPr/>
        </p:nvSpPr>
        <p:spPr>
          <a:xfrm xmlns:a="http://schemas.openxmlformats.org/drawingml/2006/main">
            <a:off x="838200" y="1690687"/>
            <a:ext cx="4700793" cy="46782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solidFill>
                  <a:srgbClr val="000000"/>
                </a:solidFill>
                <a:latin typeface="OpenAI Sans"/>
                <a:ea typeface="OpenAI Sans"/>
                <a:cs typeface="OpenAI Sans"/>
              </a:rPr>
              <a:t>Tools are function calling for Agents. </a:t>
            </a:r>
          </a:p>
          <a:p xmlns:a="http://schemas.openxmlformats.org/drawingml/2006/main">
            <a:endParaRPr>
              <a:solidFill>
                <a:srgbClr val="000000"/>
              </a:solidFill>
              <a:latin typeface="OpenAI Sans"/>
              <a:ea typeface="OpenAI Sans"/>
              <a:cs typeface="OpenAI Sans"/>
            </a:endParaRPr>
          </a:p>
          <a:p xmlns:a="http://schemas.openxmlformats.org/drawingml/2006/main">
            <a:r>
              <a:rPr>
                <a:solidFill>
                  <a:srgbClr val="000000"/>
                </a:solidFill>
                <a:latin typeface="OpenAI Sans"/>
                <a:ea typeface="OpenAI Sans"/>
                <a:cs typeface="OpenAI Sans"/>
              </a:rPr>
              <a:t>Tools enable agents to perform various actions, such as retrieving data, executing code, accessing external APIs, and utilizing computer resources.</a:t>
            </a:r>
          </a:p>
          <a:p xmlns:a="http://schemas.openxmlformats.org/drawingml/2006/main">
            <a:endParaRPr sz="2800">
              <a:solidFill>
                <a:srgbClr val="000000"/>
              </a:solidFill>
              <a:latin typeface="OpenAI Sans"/>
              <a:ea typeface="OpenAI Sans"/>
              <a:cs typeface="OpenAI Sans"/>
            </a:endParaRPr>
          </a:p>
          <a:p xmlns:a="http://schemas.openxmlformats.org/drawingml/2006/main">
            <a:r>
              <a:rPr>
                <a:solidFill>
                  <a:srgbClr val="000000"/>
                </a:solidFill>
                <a:latin typeface="OpenAI Sans"/>
                <a:ea typeface="OpenAI Sans"/>
                <a:cs typeface="OpenAI Sans"/>
              </a:rPr>
              <a:t>Frameworks offer built in tools such as</a:t>
            </a:r>
            <a:r>
              <a:rPr>
                <a:solidFill>
                  <a:srgbClr val="000000"/>
                </a:solidFill>
                <a:latin typeface="OpenAI Sans"/>
                <a:ea typeface="OpenAI Sans"/>
                <a:cs typeface="OpenAI Sans"/>
              </a:rPr>
              <a:t> Web and Files Search. </a:t>
            </a:r>
          </a:p>
          <a:p xmlns:a="http://schemas.openxmlformats.org/drawingml/2006/main">
            <a:endParaRPr>
              <a:solidFill>
                <a:srgbClr val="000000"/>
              </a:solidFill>
              <a:latin typeface="OpenAI Sans"/>
              <a:ea typeface="OpenAI Sans"/>
              <a:cs typeface="OpenAI Sans"/>
            </a:endParaRPr>
          </a:p>
          <a:p xmlns:a="http://schemas.openxmlformats.org/drawingml/2006/main">
            <a:r>
              <a:rPr>
                <a:solidFill>
                  <a:srgbClr val="000000"/>
                </a:solidFill>
                <a:latin typeface="OpenAI Sans"/>
                <a:ea typeface="OpenAI Sans"/>
                <a:cs typeface="OpenAI Sans"/>
              </a:rPr>
              <a:t>You can also define your own functions as tools to be executed with Agents.</a:t>
            </a:r>
          </a:p>
          <a:p xmlns:a="http://schemas.openxmlformats.org/drawingml/2006/main">
            <a:endParaRPr>
              <a:solidFill>
                <a:srgbClr val="000000"/>
              </a:solidFill>
              <a:latin typeface="OpenAI Sans"/>
              <a:ea typeface="OpenAI Sans"/>
              <a:cs typeface="OpenAI Sans"/>
            </a:endParaRPr>
          </a:p>
          <a:p xmlns:a="http://schemas.openxmlformats.org/drawingml/2006/main">
            <a:r>
              <a:rPr>
                <a:solidFill>
                  <a:srgbClr val="000000"/>
                </a:solidFill>
                <a:latin typeface="OpenAI Sans"/>
                <a:ea typeface="OpenAI Sans"/>
                <a:cs typeface="OpenAI Sans"/>
              </a:rPr>
              <a:t>Agents simplify and abstract the execution of tools when compared to using function calling in  LLMS.</a:t>
            </a:r>
          </a:p>
        </p:txBody>
      </p:sp>
      <p:sp>
        <p:nvSpPr>
          <p:cNvPr id="14" name="Free-form: Shape 13">
            <a:extLst xmlns:a="http://schemas.openxmlformats.org/drawingml/2006/main">
              <a:ext uri="{FF2B5EF4-FFF2-40B4-BE49-F238E27FC236}">
                <a16:creationId xmlns:a16="http://schemas.microsoft.com/office/drawing/2014/main" id="{8534769B-373D-F437-AB82-2BCF861C6A8A}"/>
              </a:ext>
            </a:extLst>
          </p:cNvPr>
          <p:cNvSpPr>
            <a:spLocks xmlns:a="http://schemas.openxmlformats.org/drawingml/2006/main" noGrp="1"/>
          </p:cNvSpPr>
          <p:nvPr/>
        </p:nvSpPr>
        <p:spPr>
          <a:xfrm xmlns:a="http://schemas.openxmlformats.org/drawingml/2006/main" rot="0" flipH="0" flipV="0">
            <a:off x="7856551" y="1690687"/>
            <a:ext cx="1244734" cy="414416"/>
          </a:xfrm>
          <a:custGeom xmlns:a="http://schemas.openxmlformats.org/drawingml/2006/main">
            <a:gdLst>
              <a:gd name="connsiteX0" fmla="*/ 1244729 w 1244734"/>
              <a:gd name="connsiteY0" fmla="*/ 207406 h 414416"/>
              <a:gd name="connsiteX1" fmla="*/ 622361 w 1244734"/>
              <a:gd name="connsiteY1" fmla="*/ 414614 h 414416"/>
              <a:gd name="connsiteX2" fmla="*/ -6 w 1244734"/>
              <a:gd name="connsiteY2" fmla="*/ 207406 h 414416"/>
              <a:gd name="connsiteX3" fmla="*/ 622361 w 1244734"/>
              <a:gd name="connsiteY3" fmla="*/ 198 h 414416"/>
              <a:gd name="connsiteX4" fmla="*/ 1244729 w 1244734"/>
              <a:gd name="connsiteY4" fmla="*/ 207406 h 414416"/>
            </a:gdLst>
            <a:rect l="l" t="t" r="r" b="b"/>
            <a:pathLst>
              <a:path w="1244734" h="414416">
                <a:moveTo>
                  <a:pt x="1244729" y="207406"/>
                </a:moveTo>
                <a:cubicBezTo>
                  <a:pt x="1244729" y="321844"/>
                  <a:pt x="966085" y="414614"/>
                  <a:pt x="622361" y="414614"/>
                </a:cubicBezTo>
                <a:cubicBezTo>
                  <a:pt x="278637" y="414614"/>
                  <a:pt x="-6" y="321844"/>
                  <a:pt x="-6" y="207406"/>
                </a:cubicBezTo>
                <a:cubicBezTo>
                  <a:pt x="-6" y="92968"/>
                  <a:pt x="278637" y="198"/>
                  <a:pt x="622361" y="198"/>
                </a:cubicBezTo>
                <a:cubicBezTo>
                  <a:pt x="966085" y="198"/>
                  <a:pt x="1244729" y="92968"/>
                  <a:pt x="1244729" y="207406"/>
                </a:cubicBezTo>
                <a:close/>
              </a:path>
            </a:pathLst>
          </a:custGeom>
          <a:solidFill xmlns:a="http://schemas.openxmlformats.org/drawingml/2006/main">
            <a:srgbClr val="ADD8E6"/>
          </a:solidFill>
          <a:ln xmlns:a="http://schemas.openxmlformats.org/drawingml/2006/main" w="1179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TextBox 14">
            <a:extLst xmlns:a="http://schemas.openxmlformats.org/drawingml/2006/main">
              <a:ext uri="{FF2B5EF4-FFF2-40B4-BE49-F238E27FC236}">
                <a16:creationId xmlns:a16="http://schemas.microsoft.com/office/drawing/2014/main" id="{F55100E7-F6E9-3302-B9C4-9457CAE9E9D4}"/>
              </a:ext>
            </a:extLst>
          </p:cNvPr>
          <p:cNvSpPr>
            <a:spLocks xmlns:a="http://schemas.openxmlformats.org/drawingml/2006/main" noGrp="1"/>
          </p:cNvSpPr>
          <p:nvPr/>
        </p:nvSpPr>
        <p:spPr>
          <a:xfrm xmlns:a="http://schemas.openxmlformats.org/drawingml/2006/main" rot="0" flipH="0" flipV="0">
            <a:off x="8033055" y="1748394"/>
            <a:ext cx="891726" cy="2801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0" spc="0">
                <a:solidFill>
                  <a:srgbClr val="000000"/>
                </a:solidFill>
                <a:latin typeface="Arial"/>
                <a:ea typeface="Arial"/>
                <a:cs typeface="Arial"/>
              </a:rPr>
              <a:t>__start__</a:t>
            </a:r>
          </a:p>
        </p:txBody>
      </p:sp>
      <p:sp>
        <p:nvSpPr>
          <p:cNvPr id="17" name="Free-form: Shape 16">
            <a:extLst xmlns:a="http://schemas.openxmlformats.org/drawingml/2006/main">
              <a:ext uri="{FF2B5EF4-FFF2-40B4-BE49-F238E27FC236}">
                <a16:creationId xmlns:a16="http://schemas.microsoft.com/office/drawing/2014/main" id="{EDDD11BD-40D6-2EF7-48D6-9E218046CC69}"/>
              </a:ext>
            </a:extLst>
          </p:cNvPr>
          <p:cNvSpPr>
            <a:spLocks xmlns:a="http://schemas.openxmlformats.org/drawingml/2006/main" noGrp="1"/>
          </p:cNvSpPr>
          <p:nvPr/>
        </p:nvSpPr>
        <p:spPr>
          <a:xfrm xmlns:a="http://schemas.openxmlformats.org/drawingml/2006/main" rot="0" flipH="0" flipV="0">
            <a:off x="7840957" y="2529309"/>
            <a:ext cx="1275924" cy="684011"/>
          </a:xfrm>
          <a:custGeom xmlns:a="http://schemas.openxmlformats.org/drawingml/2006/main">
            <a:gdLst>
              <a:gd name="connsiteX0" fmla="*/ 1275918 w 1275924"/>
              <a:gd name="connsiteY0" fmla="*/ 178 h 684011"/>
              <a:gd name="connsiteX1" fmla="*/ -6 w 1275924"/>
              <a:gd name="connsiteY1" fmla="*/ 178 h 684011"/>
              <a:gd name="connsiteX2" fmla="*/ -6 w 1275924"/>
              <a:gd name="connsiteY2" fmla="*/ 684189 h 684011"/>
              <a:gd name="connsiteX3" fmla="*/ 1275918 w 1275924"/>
              <a:gd name="connsiteY3" fmla="*/ 684189 h 684011"/>
              <a:gd name="connsiteX4" fmla="*/ 1275918 w 1275924"/>
              <a:gd name="connsiteY4" fmla="*/ 178 h 684011"/>
            </a:gdLst>
            <a:rect l="l" t="t" r="r" b="b"/>
            <a:pathLst>
              <a:path w="1275924" h="684011">
                <a:moveTo>
                  <a:pt x="1275918" y="178"/>
                </a:moveTo>
                <a:lnTo>
                  <a:pt x="-6" y="178"/>
                </a:lnTo>
                <a:lnTo>
                  <a:pt x="-6" y="684189"/>
                </a:lnTo>
                <a:lnTo>
                  <a:pt x="1275918" y="684189"/>
                </a:lnTo>
                <a:lnTo>
                  <a:pt x="1275918" y="178"/>
                </a:lnTo>
                <a:close/>
              </a:path>
            </a:pathLst>
          </a:custGeom>
          <a:solidFill xmlns:a="http://schemas.openxmlformats.org/drawingml/2006/main">
            <a:srgbClr val="FFFFE0"/>
          </a:solidFill>
          <a:ln xmlns:a="http://schemas.openxmlformats.org/drawingml/2006/main" w="1179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TextBox 17">
            <a:extLst xmlns:a="http://schemas.openxmlformats.org/drawingml/2006/main">
              <a:ext uri="{FF2B5EF4-FFF2-40B4-BE49-F238E27FC236}">
                <a16:creationId xmlns:a16="http://schemas.microsoft.com/office/drawing/2014/main" id="{0E98E700-28E8-C5AC-7ABC-686A91343A21}"/>
              </a:ext>
            </a:extLst>
          </p:cNvPr>
          <p:cNvSpPr>
            <a:spLocks xmlns:a="http://schemas.openxmlformats.org/drawingml/2006/main" noGrp="1"/>
          </p:cNvSpPr>
          <p:nvPr/>
        </p:nvSpPr>
        <p:spPr>
          <a:xfrm xmlns:a="http://schemas.openxmlformats.org/drawingml/2006/main" rot="0" flipH="0" flipV="0">
            <a:off x="8050776" y="2721813"/>
            <a:ext cx="856284" cy="2801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0" spc="0">
                <a:solidFill>
                  <a:srgbClr val="000000"/>
                </a:solidFill>
                <a:latin typeface="Arial"/>
                <a:ea typeface="Arial"/>
                <a:cs typeface="Arial"/>
              </a:rPr>
              <a:t>Assistant</a:t>
            </a:r>
          </a:p>
        </p:txBody>
      </p:sp>
      <p:sp>
        <p:nvSpPr>
          <p:cNvPr id="20" name="Free-form: Shape 19">
            <a:extLst xmlns:a="http://schemas.openxmlformats.org/drawingml/2006/main">
              <a:ext uri="{FF2B5EF4-FFF2-40B4-BE49-F238E27FC236}">
                <a16:creationId xmlns:a16="http://schemas.microsoft.com/office/drawing/2014/main" id="{4CA0CAB9-F7A0-6B51-C481-1C893FBE0761}"/>
              </a:ext>
            </a:extLst>
          </p:cNvPr>
          <p:cNvSpPr>
            <a:spLocks xmlns:a="http://schemas.openxmlformats.org/drawingml/2006/main" noGrp="1"/>
          </p:cNvSpPr>
          <p:nvPr/>
        </p:nvSpPr>
        <p:spPr>
          <a:xfrm xmlns:a="http://schemas.openxmlformats.org/drawingml/2006/main" rot="0" flipH="0" flipV="0">
            <a:off x="8478919" y="2106519"/>
            <a:ext cx="15588" cy="276552"/>
          </a:xfrm>
          <a:custGeom xmlns:a="http://schemas.openxmlformats.org/drawingml/2006/main">
            <a:gdLst>
              <a:gd name="connsiteX0" fmla="*/ -6 w 15588"/>
              <a:gd name="connsiteY0" fmla="*/ 191 h 276552"/>
              <a:gd name="connsiteX1" fmla="*/ -6 w 15588"/>
              <a:gd name="connsiteY1" fmla="*/ 276743 h 276552"/>
            </a:gdLst>
            <a:rect l="l" t="t" r="r" b="b"/>
            <a:pathLst>
              <a:path w="15588" h="276552">
                <a:moveTo>
                  <a:pt x="-6" y="191"/>
                </a:moveTo>
                <a:cubicBezTo>
                  <a:pt x="-6" y="81210"/>
                  <a:pt x="-6" y="178977"/>
                  <a:pt x="-6" y="276743"/>
                </a:cubicBezTo>
              </a:path>
            </a:pathLst>
          </a:custGeom>
          <a:noFill xmlns:a="http://schemas.openxmlformats.org/drawingml/2006/main"/>
          <a:ln xmlns:a="http://schemas.openxmlformats.org/drawingml/2006/main" w="17698">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ree-form: Shape 20">
            <a:extLst xmlns:a="http://schemas.openxmlformats.org/drawingml/2006/main">
              <a:ext uri="{FF2B5EF4-FFF2-40B4-BE49-F238E27FC236}">
                <a16:creationId xmlns:a16="http://schemas.microsoft.com/office/drawing/2014/main" id="{B500D4EB-3A78-5DB9-25BF-7713064BC548}"/>
              </a:ext>
            </a:extLst>
          </p:cNvPr>
          <p:cNvSpPr>
            <a:spLocks xmlns:a="http://schemas.openxmlformats.org/drawingml/2006/main" noGrp="1"/>
          </p:cNvSpPr>
          <p:nvPr/>
        </p:nvSpPr>
        <p:spPr>
          <a:xfrm xmlns:a="http://schemas.openxmlformats.org/drawingml/2006/main" rot="0" flipH="0" flipV="0">
            <a:off x="8437569" y="2379770"/>
            <a:ext cx="82698" cy="117933"/>
          </a:xfrm>
          <a:custGeom xmlns:a="http://schemas.openxmlformats.org/drawingml/2006/main">
            <a:gdLst>
              <a:gd name="connsiteX0" fmla="*/ 82692 w 82698"/>
              <a:gd name="connsiteY0" fmla="*/ 187 h 117933"/>
              <a:gd name="connsiteX1" fmla="*/ 41343 w 82698"/>
              <a:gd name="connsiteY1" fmla="*/ 118120 h 117933"/>
              <a:gd name="connsiteX2" fmla="*/ -6 w 82698"/>
              <a:gd name="connsiteY2" fmla="*/ 187 h 117933"/>
              <a:gd name="connsiteX3" fmla="*/ 82692 w 82698"/>
              <a:gd name="connsiteY3" fmla="*/ 187 h 117933"/>
            </a:gdLst>
            <a:rect l="l" t="t" r="r" b="b"/>
            <a:pathLst>
              <a:path w="82698" h="117933">
                <a:moveTo>
                  <a:pt x="82692" y="187"/>
                </a:moveTo>
                <a:lnTo>
                  <a:pt x="41343" y="118120"/>
                </a:lnTo>
                <a:lnTo>
                  <a:pt x="-6" y="187"/>
                </a:lnTo>
                <a:lnTo>
                  <a:pt x="82692" y="187"/>
                </a:lnTo>
                <a:close/>
              </a:path>
            </a:pathLst>
          </a:custGeom>
          <a:solidFill xmlns:a="http://schemas.openxmlformats.org/drawingml/2006/main">
            <a:srgbClr val="000000"/>
          </a:solidFill>
          <a:ln xmlns:a="http://schemas.openxmlformats.org/drawingml/2006/main" w="17698">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ree-form: Shape 22">
            <a:extLst xmlns:a="http://schemas.openxmlformats.org/drawingml/2006/main">
              <a:ext uri="{FF2B5EF4-FFF2-40B4-BE49-F238E27FC236}">
                <a16:creationId xmlns:a16="http://schemas.microsoft.com/office/drawing/2014/main" id="{2240F764-4C90-95C4-6579-4EA65B40FFA3}"/>
              </a:ext>
            </a:extLst>
          </p:cNvPr>
          <p:cNvSpPr>
            <a:spLocks xmlns:a="http://schemas.openxmlformats.org/drawingml/2006/main" noGrp="1"/>
          </p:cNvSpPr>
          <p:nvPr/>
        </p:nvSpPr>
        <p:spPr>
          <a:xfrm xmlns:a="http://schemas.openxmlformats.org/drawingml/2006/main" rot="0" flipH="0" flipV="0">
            <a:off x="6308548" y="3637407"/>
            <a:ext cx="1174559" cy="414416"/>
          </a:xfrm>
          <a:custGeom xmlns:a="http://schemas.openxmlformats.org/drawingml/2006/main">
            <a:gdLst>
              <a:gd name="connsiteX0" fmla="*/ 1174585 w 1174559"/>
              <a:gd name="connsiteY0" fmla="*/ 207366 h 414416"/>
              <a:gd name="connsiteX1" fmla="*/ 587306 w 1174559"/>
              <a:gd name="connsiteY1" fmla="*/ 414574 h 414416"/>
              <a:gd name="connsiteX2" fmla="*/ 26 w 1174559"/>
              <a:gd name="connsiteY2" fmla="*/ 207366 h 414416"/>
              <a:gd name="connsiteX3" fmla="*/ 587306 w 1174559"/>
              <a:gd name="connsiteY3" fmla="*/ 158 h 414416"/>
              <a:gd name="connsiteX4" fmla="*/ 1174585 w 1174559"/>
              <a:gd name="connsiteY4" fmla="*/ 207366 h 414416"/>
            </a:gdLst>
            <a:rect l="l" t="t" r="r" b="b"/>
            <a:pathLst>
              <a:path w="1174559" h="414416">
                <a:moveTo>
                  <a:pt x="1174585" y="207366"/>
                </a:moveTo>
                <a:cubicBezTo>
                  <a:pt x="1174585" y="321804"/>
                  <a:pt x="911651" y="414574"/>
                  <a:pt x="587306" y="414574"/>
                </a:cubicBezTo>
                <a:cubicBezTo>
                  <a:pt x="262960" y="414574"/>
                  <a:pt x="26" y="321804"/>
                  <a:pt x="26" y="207366"/>
                </a:cubicBezTo>
                <a:cubicBezTo>
                  <a:pt x="26" y="92928"/>
                  <a:pt x="262960" y="158"/>
                  <a:pt x="587306" y="158"/>
                </a:cubicBezTo>
                <a:cubicBezTo>
                  <a:pt x="911651" y="158"/>
                  <a:pt x="1174585" y="92928"/>
                  <a:pt x="1174585" y="207366"/>
                </a:cubicBezTo>
                <a:close/>
              </a:path>
            </a:pathLst>
          </a:custGeom>
          <a:solidFill xmlns:a="http://schemas.openxmlformats.org/drawingml/2006/main">
            <a:srgbClr val="ADD8E6"/>
          </a:solidFill>
          <a:ln xmlns:a="http://schemas.openxmlformats.org/drawingml/2006/main" w="1179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4" name="TextBox 23">
            <a:extLst xmlns:a="http://schemas.openxmlformats.org/drawingml/2006/main">
              <a:ext uri="{FF2B5EF4-FFF2-40B4-BE49-F238E27FC236}">
                <a16:creationId xmlns:a16="http://schemas.microsoft.com/office/drawing/2014/main" id="{F9BB6F46-245C-3532-E9A3-804625DB2CDF}"/>
              </a:ext>
            </a:extLst>
          </p:cNvPr>
          <p:cNvSpPr>
            <a:spLocks xmlns:a="http://schemas.openxmlformats.org/drawingml/2006/main" noGrp="1"/>
          </p:cNvSpPr>
          <p:nvPr/>
        </p:nvSpPr>
        <p:spPr>
          <a:xfrm xmlns:a="http://schemas.openxmlformats.org/drawingml/2006/main" rot="0" flipH="0" flipV="0">
            <a:off x="6473592" y="3695115"/>
            <a:ext cx="844470" cy="2801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0" spc="0">
                <a:solidFill>
                  <a:srgbClr val="000000"/>
                </a:solidFill>
                <a:latin typeface="Arial"/>
                <a:ea typeface="Arial"/>
                <a:cs typeface="Arial"/>
              </a:rPr>
              <a:t>__end__</a:t>
            </a:r>
          </a:p>
        </p:txBody>
      </p:sp>
      <p:sp>
        <p:nvSpPr>
          <p:cNvPr id="26" name="Free-form: Shape 25">
            <a:extLst xmlns:a="http://schemas.openxmlformats.org/drawingml/2006/main">
              <a:ext uri="{FF2B5EF4-FFF2-40B4-BE49-F238E27FC236}">
                <a16:creationId xmlns:a16="http://schemas.microsoft.com/office/drawing/2014/main" id="{55073249-4126-B951-D456-160AEC580259}"/>
              </a:ext>
            </a:extLst>
          </p:cNvPr>
          <p:cNvSpPr>
            <a:spLocks xmlns:a="http://schemas.openxmlformats.org/drawingml/2006/main" noGrp="1"/>
          </p:cNvSpPr>
          <p:nvPr/>
        </p:nvSpPr>
        <p:spPr>
          <a:xfrm xmlns:a="http://schemas.openxmlformats.org/drawingml/2006/main" rot="0" flipH="0" flipV="0">
            <a:off x="7306013" y="3217920"/>
            <a:ext cx="614806" cy="368894"/>
          </a:xfrm>
          <a:custGeom xmlns:a="http://schemas.openxmlformats.org/drawingml/2006/main">
            <a:gdLst>
              <a:gd name="connsiteX0" fmla="*/ 614818 w 614806"/>
              <a:gd name="connsiteY0" fmla="*/ 167 h 368894"/>
              <a:gd name="connsiteX1" fmla="*/ 11 w 614806"/>
              <a:gd name="connsiteY1" fmla="*/ 369061 h 368894"/>
            </a:gdLst>
            <a:rect l="l" t="t" r="r" b="b"/>
            <a:pathLst>
              <a:path w="614806" h="368894">
                <a:moveTo>
                  <a:pt x="614818" y="167"/>
                </a:moveTo>
                <a:cubicBezTo>
                  <a:pt x="412324" y="121638"/>
                  <a:pt x="187383" y="256671"/>
                  <a:pt x="11" y="369061"/>
                </a:cubicBezTo>
              </a:path>
            </a:pathLst>
          </a:custGeom>
          <a:noFill xmlns:a="http://schemas.openxmlformats.org/drawingml/2006/main"/>
          <a:ln xmlns:a="http://schemas.openxmlformats.org/drawingml/2006/main" w="17698">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7" name="Free-form: Shape 26">
            <a:extLst xmlns:a="http://schemas.openxmlformats.org/drawingml/2006/main">
              <a:ext uri="{FF2B5EF4-FFF2-40B4-BE49-F238E27FC236}">
                <a16:creationId xmlns:a16="http://schemas.microsoft.com/office/drawing/2014/main" id="{778EE7E9-53B2-3034-A114-B9C316CD0BFF}"/>
              </a:ext>
            </a:extLst>
          </p:cNvPr>
          <p:cNvSpPr>
            <a:spLocks xmlns:a="http://schemas.openxmlformats.org/drawingml/2006/main" noGrp="1"/>
          </p:cNvSpPr>
          <p:nvPr/>
        </p:nvSpPr>
        <p:spPr>
          <a:xfrm xmlns:a="http://schemas.openxmlformats.org/drawingml/2006/main" rot="0" flipH="0" flipV="0">
            <a:off x="7205948" y="3550727"/>
            <a:ext cx="122512" cy="96115"/>
          </a:xfrm>
          <a:custGeom xmlns:a="http://schemas.openxmlformats.org/drawingml/2006/main">
            <a:gdLst>
              <a:gd name="connsiteX0" fmla="*/ 122531 w 122512"/>
              <a:gd name="connsiteY0" fmla="*/ 70923 h 96115"/>
              <a:gd name="connsiteX1" fmla="*/ 19 w 122512"/>
              <a:gd name="connsiteY1" fmla="*/ 96278 h 96115"/>
              <a:gd name="connsiteX2" fmla="*/ 80000 w 122512"/>
              <a:gd name="connsiteY2" fmla="*/ 163 h 96115"/>
              <a:gd name="connsiteX3" fmla="*/ 122531 w 122512"/>
              <a:gd name="connsiteY3" fmla="*/ 70923 h 96115"/>
            </a:gdLst>
            <a:rect l="l" t="t" r="r" b="b"/>
            <a:pathLst>
              <a:path w="122512" h="96115">
                <a:moveTo>
                  <a:pt x="122531" y="70923"/>
                </a:moveTo>
                <a:lnTo>
                  <a:pt x="19" y="96278"/>
                </a:lnTo>
                <a:lnTo>
                  <a:pt x="80000" y="163"/>
                </a:lnTo>
                <a:lnTo>
                  <a:pt x="122531" y="70923"/>
                </a:lnTo>
                <a:close/>
              </a:path>
            </a:pathLst>
          </a:custGeom>
          <a:solidFill xmlns:a="http://schemas.openxmlformats.org/drawingml/2006/main">
            <a:srgbClr val="000000"/>
          </a:solidFill>
          <a:ln xmlns:a="http://schemas.openxmlformats.org/drawingml/2006/main" w="17698">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9" name="Free-form: Shape 28">
            <a:extLst xmlns:a="http://schemas.openxmlformats.org/drawingml/2006/main">
              <a:ext uri="{FF2B5EF4-FFF2-40B4-BE49-F238E27FC236}">
                <a16:creationId xmlns:a16="http://schemas.microsoft.com/office/drawing/2014/main" id="{78E8B6A8-C25B-D255-16C8-F1EC49446596}"/>
              </a:ext>
            </a:extLst>
          </p:cNvPr>
          <p:cNvSpPr>
            <a:spLocks xmlns:a="http://schemas.openxmlformats.org/drawingml/2006/main" noGrp="1"/>
          </p:cNvSpPr>
          <p:nvPr/>
        </p:nvSpPr>
        <p:spPr>
          <a:xfrm xmlns:a="http://schemas.openxmlformats.org/drawingml/2006/main" rot="0" flipH="0" flipV="0">
            <a:off x="7703913" y="3637407"/>
            <a:ext cx="1550011" cy="414416"/>
          </a:xfrm>
          <a:custGeom xmlns:a="http://schemas.openxmlformats.org/drawingml/2006/main">
            <a:gdLst>
              <a:gd name="connsiteX0" fmla="*/ 1550005 w 1550011"/>
              <a:gd name="connsiteY0" fmla="*/ 207366 h 414416"/>
              <a:gd name="connsiteX1" fmla="*/ 774999 w 1550011"/>
              <a:gd name="connsiteY1" fmla="*/ 414574 h 414416"/>
              <a:gd name="connsiteX2" fmla="*/ -6 w 1550011"/>
              <a:gd name="connsiteY2" fmla="*/ 207366 h 414416"/>
              <a:gd name="connsiteX3" fmla="*/ 774999 w 1550011"/>
              <a:gd name="connsiteY3" fmla="*/ 158 h 414416"/>
              <a:gd name="connsiteX4" fmla="*/ 1550005 w 1550011"/>
              <a:gd name="connsiteY4" fmla="*/ 207366 h 414416"/>
            </a:gdLst>
            <a:rect l="l" t="t" r="r" b="b"/>
            <a:pathLst>
              <a:path w="1550011" h="414416">
                <a:moveTo>
                  <a:pt x="1550005" y="207366"/>
                </a:moveTo>
                <a:cubicBezTo>
                  <a:pt x="1550005" y="321804"/>
                  <a:pt x="1203023" y="414574"/>
                  <a:pt x="774999" y="414574"/>
                </a:cubicBezTo>
                <a:cubicBezTo>
                  <a:pt x="346976" y="414574"/>
                  <a:pt x="-6" y="321804"/>
                  <a:pt x="-6" y="207366"/>
                </a:cubicBezTo>
                <a:cubicBezTo>
                  <a:pt x="-6" y="92928"/>
                  <a:pt x="346976" y="158"/>
                  <a:pt x="774999" y="158"/>
                </a:cubicBezTo>
                <a:cubicBezTo>
                  <a:pt x="1203023" y="158"/>
                  <a:pt x="1550005" y="92928"/>
                  <a:pt x="1550005" y="207366"/>
                </a:cubicBezTo>
                <a:close/>
              </a:path>
            </a:pathLst>
          </a:custGeom>
          <a:solidFill xmlns:a="http://schemas.openxmlformats.org/drawingml/2006/main">
            <a:srgbClr val="90EE90"/>
          </a:solidFill>
          <a:ln xmlns:a="http://schemas.openxmlformats.org/drawingml/2006/main" w="1179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0" name="TextBox 29">
            <a:extLst xmlns:a="http://schemas.openxmlformats.org/drawingml/2006/main">
              <a:ext uri="{FF2B5EF4-FFF2-40B4-BE49-F238E27FC236}">
                <a16:creationId xmlns:a16="http://schemas.microsoft.com/office/drawing/2014/main" id="{82D4D9B9-1602-581B-734E-8264A3CB791E}"/>
              </a:ext>
            </a:extLst>
          </p:cNvPr>
          <p:cNvSpPr>
            <a:spLocks xmlns:a="http://schemas.openxmlformats.org/drawingml/2006/main" noGrp="1"/>
          </p:cNvSpPr>
          <p:nvPr/>
        </p:nvSpPr>
        <p:spPr>
          <a:xfrm xmlns:a="http://schemas.openxmlformats.org/drawingml/2006/main" rot="0" flipH="0" flipV="0">
            <a:off x="7926728" y="3695115"/>
            <a:ext cx="1104380" cy="2801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0" spc="0">
                <a:solidFill>
                  <a:srgbClr val="000000"/>
                </a:solidFill>
                <a:latin typeface="Arial"/>
                <a:ea typeface="Arial"/>
                <a:cs typeface="Arial"/>
              </a:rPr>
              <a:t>get_weather</a:t>
            </a:r>
          </a:p>
        </p:txBody>
      </p:sp>
      <p:sp>
        <p:nvSpPr>
          <p:cNvPr id="32" name="Free-form: Shape 31">
            <a:extLst xmlns:a="http://schemas.openxmlformats.org/drawingml/2006/main">
              <a:ext uri="{FF2B5EF4-FFF2-40B4-BE49-F238E27FC236}">
                <a16:creationId xmlns:a16="http://schemas.microsoft.com/office/drawing/2014/main" id="{76A89833-FFA8-4CC9-E2B6-432B4A08E517}"/>
              </a:ext>
            </a:extLst>
          </p:cNvPr>
          <p:cNvSpPr>
            <a:spLocks xmlns:a="http://schemas.openxmlformats.org/drawingml/2006/main" noGrp="1"/>
          </p:cNvSpPr>
          <p:nvPr/>
        </p:nvSpPr>
        <p:spPr>
          <a:xfrm xmlns:a="http://schemas.openxmlformats.org/drawingml/2006/main" rot="0" flipH="0" flipV="0">
            <a:off x="8399184" y="3215325"/>
            <a:ext cx="3297" cy="275137"/>
          </a:xfrm>
          <a:custGeom xmlns:a="http://schemas.openxmlformats.org/drawingml/2006/main">
            <a:gdLst>
              <a:gd name="connsiteX0" fmla="*/ 3293 w 3297"/>
              <a:gd name="connsiteY0" fmla="*/ 168 h 275137"/>
              <a:gd name="connsiteX1" fmla="*/ 2820 w 3297"/>
              <a:gd name="connsiteY1" fmla="*/ 275306 h 275137"/>
            </a:gdLst>
            <a:rect l="l" t="t" r="r" b="b"/>
            <a:pathLst>
              <a:path w="3297" h="275137">
                <a:moveTo>
                  <a:pt x="3293" y="168"/>
                </a:moveTo>
                <a:cubicBezTo>
                  <a:pt x="-961" y="89207"/>
                  <a:pt x="-1079" y="185676"/>
                  <a:pt x="2820" y="275306"/>
                </a:cubicBezTo>
              </a:path>
            </a:pathLst>
          </a:custGeom>
          <a:noFill xmlns:a="http://schemas.openxmlformats.org/drawingml/2006/main"/>
          <a:ln xmlns:a="http://schemas.openxmlformats.org/drawingml/2006/main" w="17698">
            <a:solidFill>
              <a:srgbClr val="000000"/>
            </a:solidFill>
          </a:ln>
        </p:spPr>
        <p:txBody>
          <a:bodyPr xmlns:a="http://schemas.openxmlformats.org/drawingml/2006/main" anchor="ctr"/>
          <a:lstStyle xmlns:a="http://schemas.openxmlformats.org/drawingml/2006/main"/>
          <a:p xmlns:a="http://schemas.openxmlformats.org/drawingml/2006/main">
            <a:endParaRPr/>
          </a:p>
        </p:txBody>
      </p:sp>
      <p:sp>
        <p:nvSpPr>
          <p:cNvPr id="33" name="Free-form: Shape 32">
            <a:extLst xmlns:a="http://schemas.openxmlformats.org/drawingml/2006/main">
              <a:ext uri="{FF2B5EF4-FFF2-40B4-BE49-F238E27FC236}">
                <a16:creationId xmlns:a16="http://schemas.microsoft.com/office/drawing/2014/main" id="{84DA8F60-A58A-E2DB-AE3D-193F4EFD76BE}"/>
              </a:ext>
            </a:extLst>
          </p:cNvPr>
          <p:cNvSpPr>
            <a:spLocks xmlns:a="http://schemas.openxmlformats.org/drawingml/2006/main" noGrp="1"/>
          </p:cNvSpPr>
          <p:nvPr/>
        </p:nvSpPr>
        <p:spPr>
          <a:xfrm xmlns:a="http://schemas.openxmlformats.org/drawingml/2006/main" rot="0" flipH="0" flipV="0">
            <a:off x="8360659" y="3485038"/>
            <a:ext cx="82462" cy="120645"/>
          </a:xfrm>
          <a:custGeom xmlns:a="http://schemas.openxmlformats.org/drawingml/2006/main">
            <a:gdLst>
              <a:gd name="connsiteX0" fmla="*/ 82458 w 82462"/>
              <a:gd name="connsiteY0" fmla="*/ 164 h 120645"/>
              <a:gd name="connsiteX1" fmla="*/ 49851 w 82462"/>
              <a:gd name="connsiteY1" fmla="*/ 120809 h 120645"/>
              <a:gd name="connsiteX2" fmla="*/ -5 w 82462"/>
              <a:gd name="connsiteY2" fmla="*/ 6178 h 120645"/>
              <a:gd name="connsiteX3" fmla="*/ 82458 w 82462"/>
              <a:gd name="connsiteY3" fmla="*/ 164 h 120645"/>
            </a:gdLst>
            <a:rect l="l" t="t" r="r" b="b"/>
            <a:pathLst>
              <a:path w="82462" h="120645">
                <a:moveTo>
                  <a:pt x="82458" y="164"/>
                </a:moveTo>
                <a:lnTo>
                  <a:pt x="49851" y="120809"/>
                </a:lnTo>
                <a:lnTo>
                  <a:pt x="-5" y="6178"/>
                </a:lnTo>
                <a:lnTo>
                  <a:pt x="82458" y="164"/>
                </a:lnTo>
                <a:close/>
              </a:path>
            </a:pathLst>
          </a:custGeom>
          <a:solidFill xmlns:a="http://schemas.openxmlformats.org/drawingml/2006/main">
            <a:srgbClr val="000000"/>
          </a:solidFill>
          <a:ln xmlns:a="http://schemas.openxmlformats.org/drawingml/2006/main" w="17698">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5" name="Free-form: Shape 34">
            <a:extLst xmlns:a="http://schemas.openxmlformats.org/drawingml/2006/main">
              <a:ext uri="{FF2B5EF4-FFF2-40B4-BE49-F238E27FC236}">
                <a16:creationId xmlns:a16="http://schemas.microsoft.com/office/drawing/2014/main" id="{0EC080C3-EA88-6D88-E359-38BC8B837F14}"/>
              </a:ext>
            </a:extLst>
          </p:cNvPr>
          <p:cNvSpPr>
            <a:spLocks xmlns:a="http://schemas.openxmlformats.org/drawingml/2006/main" noGrp="1"/>
          </p:cNvSpPr>
          <p:nvPr/>
        </p:nvSpPr>
        <p:spPr>
          <a:xfrm xmlns:a="http://schemas.openxmlformats.org/drawingml/2006/main" rot="0" flipH="0" flipV="0">
            <a:off x="9463034" y="3637407"/>
            <a:ext cx="2024938" cy="414416"/>
          </a:xfrm>
          <a:custGeom xmlns:a="http://schemas.openxmlformats.org/drawingml/2006/main">
            <a:gdLst>
              <a:gd name="connsiteX0" fmla="*/ 2024892 w 2024938"/>
              <a:gd name="connsiteY0" fmla="*/ 207366 h 414416"/>
              <a:gd name="connsiteX1" fmla="*/ 1012422 w 2024938"/>
              <a:gd name="connsiteY1" fmla="*/ 414574 h 414416"/>
              <a:gd name="connsiteX2" fmla="*/ -48 w 2024938"/>
              <a:gd name="connsiteY2" fmla="*/ 207366 h 414416"/>
              <a:gd name="connsiteX3" fmla="*/ 1012422 w 2024938"/>
              <a:gd name="connsiteY3" fmla="*/ 158 h 414416"/>
              <a:gd name="connsiteX4" fmla="*/ 2024892 w 2024938"/>
              <a:gd name="connsiteY4" fmla="*/ 207366 h 414416"/>
            </a:gdLst>
            <a:rect l="l" t="t" r="r" b="b"/>
            <a:pathLst>
              <a:path w="2024938" h="414416">
                <a:moveTo>
                  <a:pt x="2024892" y="207366"/>
                </a:moveTo>
                <a:cubicBezTo>
                  <a:pt x="2024892" y="321804"/>
                  <a:pt x="1571593" y="414574"/>
                  <a:pt x="1012422" y="414574"/>
                </a:cubicBezTo>
                <a:cubicBezTo>
                  <a:pt x="453250" y="414574"/>
                  <a:pt x="-48" y="321804"/>
                  <a:pt x="-48" y="207366"/>
                </a:cubicBezTo>
                <a:cubicBezTo>
                  <a:pt x="-48" y="92928"/>
                  <a:pt x="453250" y="158"/>
                  <a:pt x="1012422" y="158"/>
                </a:cubicBezTo>
                <a:cubicBezTo>
                  <a:pt x="1571593" y="158"/>
                  <a:pt x="2024892" y="92928"/>
                  <a:pt x="2024892" y="207366"/>
                </a:cubicBezTo>
                <a:close/>
              </a:path>
            </a:pathLst>
          </a:custGeom>
          <a:solidFill xmlns:a="http://schemas.openxmlformats.org/drawingml/2006/main">
            <a:srgbClr val="90EE90"/>
          </a:solidFill>
          <a:ln xmlns:a="http://schemas.openxmlformats.org/drawingml/2006/main" w="1179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6" name="TextBox 35">
            <a:extLst xmlns:a="http://schemas.openxmlformats.org/drawingml/2006/main">
              <a:ext uri="{FF2B5EF4-FFF2-40B4-BE49-F238E27FC236}">
                <a16:creationId xmlns:a16="http://schemas.microsoft.com/office/drawing/2014/main" id="{E3C5930A-2A8E-B708-373F-378902409CD6}"/>
              </a:ext>
            </a:extLst>
          </p:cNvPr>
          <p:cNvSpPr>
            <a:spLocks xmlns:a="http://schemas.openxmlformats.org/drawingml/2006/main" noGrp="1"/>
          </p:cNvSpPr>
          <p:nvPr/>
        </p:nvSpPr>
        <p:spPr>
          <a:xfrm xmlns:a="http://schemas.openxmlformats.org/drawingml/2006/main" rot="0" flipH="0" flipV="0">
            <a:off x="9752009" y="3695115"/>
            <a:ext cx="1446990" cy="2801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0" spc="0">
                <a:solidFill>
                  <a:srgbClr val="000000"/>
                </a:solidFill>
                <a:latin typeface="Arial"/>
                <a:ea typeface="Arial"/>
                <a:cs typeface="Arial"/>
              </a:rPr>
              <a:t>get_current_time</a:t>
            </a:r>
          </a:p>
        </p:txBody>
      </p:sp>
      <p:sp>
        <p:nvSpPr>
          <p:cNvPr id="38" name="Free-form: Shape 37">
            <a:extLst xmlns:a="http://schemas.openxmlformats.org/drawingml/2006/main">
              <a:ext uri="{FF2B5EF4-FFF2-40B4-BE49-F238E27FC236}">
                <a16:creationId xmlns:a16="http://schemas.microsoft.com/office/drawing/2014/main" id="{84519E3B-4137-5B40-34AA-429794A46549}"/>
              </a:ext>
            </a:extLst>
          </p:cNvPr>
          <p:cNvSpPr>
            <a:spLocks xmlns:a="http://schemas.openxmlformats.org/drawingml/2006/main" noGrp="1"/>
          </p:cNvSpPr>
          <p:nvPr/>
        </p:nvSpPr>
        <p:spPr>
          <a:xfrm xmlns:a="http://schemas.openxmlformats.org/drawingml/2006/main" rot="0" flipH="0" flipV="0">
            <a:off x="9106248" y="3217920"/>
            <a:ext cx="799342" cy="377149"/>
          </a:xfrm>
          <a:custGeom xmlns:a="http://schemas.openxmlformats.org/drawingml/2006/main">
            <a:gdLst>
              <a:gd name="connsiteX0" fmla="*/ -27 w 799342"/>
              <a:gd name="connsiteY0" fmla="*/ 167 h 377149"/>
              <a:gd name="connsiteX1" fmla="*/ 799315 w 799342"/>
              <a:gd name="connsiteY1" fmla="*/ 377317 h 377149"/>
            </a:gdLst>
            <a:rect l="l" t="t" r="r" b="b"/>
            <a:pathLst>
              <a:path w="799342" h="377149">
                <a:moveTo>
                  <a:pt x="-27" y="167"/>
                </a:moveTo>
                <a:cubicBezTo>
                  <a:pt x="255984" y="124704"/>
                  <a:pt x="549447" y="263275"/>
                  <a:pt x="799315" y="377317"/>
                </a:cubicBezTo>
              </a:path>
            </a:pathLst>
          </a:custGeom>
          <a:noFill xmlns:a="http://schemas.openxmlformats.org/drawingml/2006/main"/>
          <a:ln xmlns:a="http://schemas.openxmlformats.org/drawingml/2006/main" w="17698">
            <a:solidFill>
              <a:srgbClr val="000000"/>
            </a:solidFill>
          </a:ln>
        </p:spPr>
        <p:txBody>
          <a:bodyPr xmlns:a="http://schemas.openxmlformats.org/drawingml/2006/main" anchor="ctr"/>
          <a:lstStyle xmlns:a="http://schemas.openxmlformats.org/drawingml/2006/main"/>
          <a:p xmlns:a="http://schemas.openxmlformats.org/drawingml/2006/main">
            <a:endParaRPr/>
          </a:p>
        </p:txBody>
      </p:sp>
      <p:sp>
        <p:nvSpPr>
          <p:cNvPr id="39" name="Free-form: Shape 38">
            <a:extLst xmlns:a="http://schemas.openxmlformats.org/drawingml/2006/main">
              <a:ext uri="{FF2B5EF4-FFF2-40B4-BE49-F238E27FC236}">
                <a16:creationId xmlns:a16="http://schemas.microsoft.com/office/drawing/2014/main" id="{E3E620FE-5A7F-AE41-1FB2-2968C3436466}"/>
              </a:ext>
            </a:extLst>
          </p:cNvPr>
          <p:cNvSpPr>
            <a:spLocks xmlns:a="http://schemas.openxmlformats.org/drawingml/2006/main" noGrp="1"/>
          </p:cNvSpPr>
          <p:nvPr/>
        </p:nvSpPr>
        <p:spPr>
          <a:xfrm xmlns:a="http://schemas.openxmlformats.org/drawingml/2006/main" rot="0" flipH="0" flipV="0">
            <a:off x="9886452" y="3556623"/>
            <a:ext cx="124639" cy="86326"/>
          </a:xfrm>
          <a:custGeom xmlns:a="http://schemas.openxmlformats.org/drawingml/2006/main">
            <a:gdLst>
              <a:gd name="connsiteX0" fmla="*/ 34107 w 124639"/>
              <a:gd name="connsiteY0" fmla="*/ 163 h 86326"/>
              <a:gd name="connsiteX1" fmla="*/ 124603 w 124639"/>
              <a:gd name="connsiteY1" fmla="*/ 86490 h 86326"/>
              <a:gd name="connsiteX2" fmla="*/ -36 w 124639"/>
              <a:gd name="connsiteY2" fmla="*/ 75286 h 86326"/>
              <a:gd name="connsiteX3" fmla="*/ 34107 w 124639"/>
              <a:gd name="connsiteY3" fmla="*/ 163 h 86326"/>
            </a:gdLst>
            <a:rect l="l" t="t" r="r" b="b"/>
            <a:pathLst>
              <a:path w="124639" h="86326">
                <a:moveTo>
                  <a:pt x="34107" y="163"/>
                </a:moveTo>
                <a:lnTo>
                  <a:pt x="124603" y="86490"/>
                </a:lnTo>
                <a:lnTo>
                  <a:pt x="-36" y="75286"/>
                </a:lnTo>
                <a:lnTo>
                  <a:pt x="34107" y="163"/>
                </a:lnTo>
                <a:close/>
              </a:path>
            </a:pathLst>
          </a:custGeom>
          <a:solidFill xmlns:a="http://schemas.openxmlformats.org/drawingml/2006/main">
            <a:srgbClr val="000000"/>
          </a:solidFill>
          <a:ln xmlns:a="http://schemas.openxmlformats.org/drawingml/2006/main" w="17698">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41" name="Free-form: Shape 40">
            <a:extLst xmlns:a="http://schemas.openxmlformats.org/drawingml/2006/main">
              <a:ext uri="{FF2B5EF4-FFF2-40B4-BE49-F238E27FC236}">
                <a16:creationId xmlns:a16="http://schemas.microsoft.com/office/drawing/2014/main" id="{9A0563D5-1E17-81A9-45BC-5A4FCAB11F22}"/>
              </a:ext>
            </a:extLst>
          </p:cNvPr>
          <p:cNvSpPr>
            <a:spLocks xmlns:a="http://schemas.openxmlformats.org/drawingml/2006/main" noGrp="1"/>
          </p:cNvSpPr>
          <p:nvPr/>
        </p:nvSpPr>
        <p:spPr>
          <a:xfrm xmlns:a="http://schemas.openxmlformats.org/drawingml/2006/main" rot="0" flipH="0" flipV="0">
            <a:off x="8545432" y="3359439"/>
            <a:ext cx="13231" cy="272896"/>
          </a:xfrm>
          <a:custGeom xmlns:a="http://schemas.openxmlformats.org/drawingml/2006/main">
            <a:gdLst>
              <a:gd name="connsiteX0" fmla="*/ -8 w 13231"/>
              <a:gd name="connsiteY0" fmla="*/ 273062 h 272896"/>
              <a:gd name="connsiteX1" fmla="*/ 13224 w 13231"/>
              <a:gd name="connsiteY1" fmla="*/ 165 h 272896"/>
            </a:gdLst>
            <a:rect l="l" t="t" r="r" b="b"/>
            <a:pathLst>
              <a:path w="13231" h="272896">
                <a:moveTo>
                  <a:pt x="-8" y="273062"/>
                </a:moveTo>
                <a:cubicBezTo>
                  <a:pt x="8735" y="192750"/>
                  <a:pt x="13224" y="96516"/>
                  <a:pt x="13224" y="165"/>
                </a:cubicBezTo>
              </a:path>
            </a:pathLst>
          </a:custGeom>
          <a:noFill xmlns:a="http://schemas.openxmlformats.org/drawingml/2006/main"/>
          <a:ln xmlns:a="http://schemas.openxmlformats.org/drawingml/2006/main" w="17698">
            <a:solidFill>
              <a:srgbClr val="000000"/>
            </a:solidFill>
          </a:ln>
        </p:spPr>
        <p:txBody>
          <a:bodyPr xmlns:a="http://schemas.openxmlformats.org/drawingml/2006/main" anchor="ctr"/>
          <a:lstStyle xmlns:a="http://schemas.openxmlformats.org/drawingml/2006/main"/>
          <a:p xmlns:a="http://schemas.openxmlformats.org/drawingml/2006/main">
            <a:endParaRPr/>
          </a:p>
        </p:txBody>
      </p:sp>
      <p:sp>
        <p:nvSpPr>
          <p:cNvPr id="42" name="Free-form: Shape 41">
            <a:extLst xmlns:a="http://schemas.openxmlformats.org/drawingml/2006/main">
              <a:ext uri="{FF2B5EF4-FFF2-40B4-BE49-F238E27FC236}">
                <a16:creationId xmlns:a16="http://schemas.microsoft.com/office/drawing/2014/main" id="{0EE0FA4A-D5BA-B5C7-90B1-0B4A7EA25E74}"/>
              </a:ext>
            </a:extLst>
          </p:cNvPr>
          <p:cNvSpPr>
            <a:spLocks xmlns:a="http://schemas.openxmlformats.org/drawingml/2006/main" noGrp="1"/>
          </p:cNvSpPr>
          <p:nvPr/>
        </p:nvSpPr>
        <p:spPr>
          <a:xfrm xmlns:a="http://schemas.openxmlformats.org/drawingml/2006/main" rot="0" flipH="0" flipV="0">
            <a:off x="8517314" y="3241978"/>
            <a:ext cx="82698" cy="118876"/>
          </a:xfrm>
          <a:custGeom xmlns:a="http://schemas.openxmlformats.org/drawingml/2006/main">
            <a:gdLst>
              <a:gd name="connsiteX0" fmla="*/ -8 w 82698"/>
              <a:gd name="connsiteY0" fmla="*/ 119045 h 118876"/>
              <a:gd name="connsiteX1" fmla="*/ 38742 w 82698"/>
              <a:gd name="connsiteY1" fmla="*/ 169 h 118876"/>
              <a:gd name="connsiteX2" fmla="*/ 82691 w 82698"/>
              <a:gd name="connsiteY2" fmla="*/ 117158 h 118876"/>
              <a:gd name="connsiteX3" fmla="*/ -8 w 82698"/>
              <a:gd name="connsiteY3" fmla="*/ 119045 h 118876"/>
            </a:gdLst>
            <a:rect l="l" t="t" r="r" b="b"/>
            <a:pathLst>
              <a:path w="82698" h="118876">
                <a:moveTo>
                  <a:pt x="-8" y="119045"/>
                </a:moveTo>
                <a:lnTo>
                  <a:pt x="38742" y="169"/>
                </a:lnTo>
                <a:lnTo>
                  <a:pt x="82691" y="117158"/>
                </a:lnTo>
                <a:lnTo>
                  <a:pt x="-8" y="119045"/>
                </a:lnTo>
                <a:close/>
              </a:path>
            </a:pathLst>
          </a:custGeom>
          <a:solidFill xmlns:a="http://schemas.openxmlformats.org/drawingml/2006/main">
            <a:srgbClr val="000000"/>
          </a:solidFill>
          <a:ln xmlns:a="http://schemas.openxmlformats.org/drawingml/2006/main" w="17698">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C90802AA-6105-F305-1E83-5817C4A96859}"/>
              </a:ext>
            </a:extLst>
          </p:cNvPr>
          <p:cNvSpPr>
            <a:spLocks xmlns:a="http://schemas.openxmlformats.org/drawingml/2006/main" noGrp="1"/>
          </p:cNvSpPr>
          <p:nvPr/>
        </p:nvSpPr>
        <p:spPr>
          <a:xfrm xmlns:a="http://schemas.openxmlformats.org/drawingml/2006/main" rot="0" flipH="0" flipV="0">
            <a:off x="9249080" y="3213084"/>
            <a:ext cx="894564" cy="430927"/>
          </a:xfrm>
          <a:custGeom xmlns:a="http://schemas.openxmlformats.org/drawingml/2006/main">
            <a:gdLst>
              <a:gd name="connsiteX0" fmla="*/ 894534 w 894564"/>
              <a:gd name="connsiteY0" fmla="*/ 431093 h 430927"/>
              <a:gd name="connsiteX1" fmla="*/ -31 w 894564"/>
              <a:gd name="connsiteY1" fmla="*/ 166 h 430927"/>
            </a:gdLst>
            <a:rect l="l" t="t" r="r" b="b"/>
            <a:pathLst>
              <a:path w="894564" h="430927">
                <a:moveTo>
                  <a:pt x="894534" y="431093"/>
                </a:moveTo>
                <a:cubicBezTo>
                  <a:pt x="650336" y="308089"/>
                  <a:pt x="309853" y="144280"/>
                  <a:pt x="-31" y="166"/>
                </a:cubicBezTo>
              </a:path>
            </a:pathLst>
          </a:custGeom>
          <a:noFill xmlns:a="http://schemas.openxmlformats.org/drawingml/2006/main"/>
          <a:ln xmlns:a="http://schemas.openxmlformats.org/drawingml/2006/main" w="17698">
            <a:solidFill>
              <a:srgbClr val="000000"/>
            </a:solidFill>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9798C45-62C0-24B2-A5E1-0459045B2A4B}"/>
              </a:ext>
            </a:extLst>
          </p:cNvPr>
          <p:cNvSpPr>
            <a:spLocks xmlns:a="http://schemas.openxmlformats.org/drawingml/2006/main" noGrp="1"/>
          </p:cNvSpPr>
          <p:nvPr/>
        </p:nvSpPr>
        <p:spPr>
          <a:xfrm xmlns:a="http://schemas.openxmlformats.org/drawingml/2006/main" rot="0" flipH="0" flipV="0">
            <a:off x="9142753" y="3163906"/>
            <a:ext cx="124638" cy="87034"/>
          </a:xfrm>
          <a:custGeom xmlns:a="http://schemas.openxmlformats.org/drawingml/2006/main">
            <a:gdLst>
              <a:gd name="connsiteX0" fmla="*/ 89884 w 124638"/>
              <a:gd name="connsiteY0" fmla="*/ 87205 h 87034"/>
              <a:gd name="connsiteX1" fmla="*/ -21 w 124638"/>
              <a:gd name="connsiteY1" fmla="*/ 171 h 87034"/>
              <a:gd name="connsiteX2" fmla="*/ 124618 w 124638"/>
              <a:gd name="connsiteY2" fmla="*/ 12318 h 87034"/>
              <a:gd name="connsiteX3" fmla="*/ 89884 w 124638"/>
              <a:gd name="connsiteY3" fmla="*/ 87205 h 87034"/>
            </a:gdLst>
            <a:rect l="l" t="t" r="r" b="b"/>
            <a:pathLst>
              <a:path w="124638" h="87034">
                <a:moveTo>
                  <a:pt x="89884" y="87205"/>
                </a:moveTo>
                <a:lnTo>
                  <a:pt x="-21" y="171"/>
                </a:lnTo>
                <a:lnTo>
                  <a:pt x="124618" y="12318"/>
                </a:lnTo>
                <a:lnTo>
                  <a:pt x="89884" y="87205"/>
                </a:lnTo>
                <a:close/>
              </a:path>
            </a:pathLst>
          </a:custGeom>
          <a:solidFill xmlns:a="http://schemas.openxmlformats.org/drawingml/2006/main">
            <a:srgbClr val="000000"/>
          </a:solidFill>
          <a:ln xmlns:a="http://schemas.openxmlformats.org/drawingml/2006/main" w="17698">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9001" name="TopStrip">
            <a:extLst xmlns:a="http://schemas.openxmlformats.org/drawingml/2006/main">
              <a:ext uri="{FF2B5EF4-FFF2-40B4-BE49-F238E27FC236}">
                <a16:creationId xmlns:a16="http://schemas.microsoft.com/office/drawing/2014/main" id="{07C42956-955C-49FA-894B-A39AF6601081}"/>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749C75D0-F74E-496F-8840-EF00C87687E5}"/>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45581778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C59863-E07B-4210-B322-7A577DC079D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Structured Output in the Agents SDK</a:t>
            </a:r>
          </a:p>
        </p:txBody>
      </p:sp>
      <p:sp>
        <p:nvSpPr>
          <p:cNvPr id="3" name="Content Placeholder 2">
            <a:extLst xmlns:a="http://schemas.openxmlformats.org/drawingml/2006/main">
              <a:ext uri="{FF2B5EF4-FFF2-40B4-BE49-F238E27FC236}">
                <a16:creationId xmlns:a16="http://schemas.microsoft.com/office/drawing/2014/main" id="{EAFDADFB-BDA3-4459-B87A-C6EDD4AF65D2}"/>
              </a:ext>
            </a:extLst>
          </p:cNvPr>
          <p:cNvSpPr>
            <a:spLocks xmlns:a="http://schemas.openxmlformats.org/drawingml/2006/main" noGrp="1"/>
          </p:cNvSpPr>
          <p:nvPr>
            <p:ph idx="1"/>
          </p:nvPr>
        </p:nvSpPr>
        <p:spPr/>
        <p:txBody>
          <a:bodyPr xmlns:a="http://schemas.openxmlformats.org/drawingml/2006/main">
            <a:normAutofit fontScale="62500" lnSpcReduction="20000"/>
          </a:bodyPr>
          <a:lstStyle xmlns:a="http://schemas.openxmlformats.org/drawingml/2006/main"/>
          <a:p xmlns:a="http://schemas.openxmlformats.org/drawingml/2006/main">
            <a:r>
              <a:t>output_type</a:t>
            </a:r>
            <a:r>
              <a:t>: tell the agent to return a </a:t>
            </a:r>
            <a:r>
              <a:t>Pydantic</a:t>
            </a:r>
            <a:r>
              <a:t> model instead of free text</a:t>
            </a:r>
          </a:p>
          <a:p xmlns:a="http://schemas.openxmlformats.org/drawingml/2006/main">
            <a:endParaRPr/>
          </a:p>
          <a:p xmlns:a="http://schemas.openxmlformats.org/drawingml/2006/main">
            <a:r>
              <a:t>The LLM always sees JSON Schema — </a:t>
            </a:r>
            <a:r>
              <a:t>Pydantic</a:t>
            </a:r>
            <a:r>
              <a:t> objects are Python-layer</a:t>
            </a:r>
          </a:p>
          <a:p xmlns:a="http://schemas.openxmlformats.org/drawingml/2006/main">
            <a:endParaRPr/>
          </a:p>
          <a:p xmlns:a="http://schemas.openxmlformats.org/drawingml/2006/main">
            <a:r>
              <a:t>Two places structured output appears:</a:t>
            </a:r>
          </a:p>
          <a:p xmlns:a="http://schemas.openxmlformats.org/drawingml/2006/main">
            <a:pPr lvl="1">
              <a:buNone/>
            </a:pPr>
            <a:r>
              <a:t>Tool return types — </a:t>
            </a:r>
            <a:r>
              <a:t>function_tool</a:t>
            </a:r>
            <a:r>
              <a:t> with type-hinted return</a:t>
            </a:r>
          </a:p>
          <a:p xmlns:a="http://schemas.openxmlformats.org/drawingml/2006/main">
            <a:pPr lvl="1">
              <a:buNone/>
            </a:pPr>
            <a:r>
              <a:t>Agent </a:t>
            </a:r>
            <a:r>
              <a:t>output_type</a:t>
            </a:r>
            <a:r>
              <a:t> — agent returns a typed object</a:t>
            </a:r>
          </a:p>
          <a:p xmlns:a="http://schemas.openxmlformats.org/drawingml/2006/main">
            <a:endParaRPr/>
          </a:p>
          <a:p xmlns:a="http://schemas.openxmlformats.org/drawingml/2006/main">
            <a:pPr marL="0" indent="0">
              <a:buNone/>
            </a:pPr>
            <a:r>
              <a:t>class </a:t>
            </a:r>
            <a:r>
              <a:t>ResearchSummary</a:t>
            </a:r>
            <a:r>
              <a:t>(</a:t>
            </a:r>
            <a:r>
              <a:t>BaseModel</a:t>
            </a:r>
            <a:r>
              <a:t>):</a:t>
            </a:r>
          </a:p>
          <a:p xmlns:a="http://schemas.openxmlformats.org/drawingml/2006/main">
            <a:pPr marL="0" indent="0">
              <a:buNone/>
            </a:pPr>
            <a:r>
              <a:t>    topic: str</a:t>
            </a:r>
          </a:p>
          <a:p xmlns:a="http://schemas.openxmlformats.org/drawingml/2006/main">
            <a:pPr marL="0" indent="0">
              <a:buNone/>
            </a:pPr>
            <a:r>
              <a:t>    </a:t>
            </a:r>
            <a:r>
              <a:t>key_findings</a:t>
            </a:r>
            <a:r>
              <a:t>: list[str]</a:t>
            </a:r>
          </a:p>
          <a:p xmlns:a="http://schemas.openxmlformats.org/drawingml/2006/main">
            <a:pPr marL="0" indent="0">
              <a:buNone/>
            </a:pPr>
            <a:endParaRPr/>
          </a:p>
          <a:p xmlns:a="http://schemas.openxmlformats.org/drawingml/2006/main">
            <a:pPr marL="0" indent="0">
              <a:buNone/>
            </a:pPr>
            <a:r>
              <a:t>researcher = Agent(</a:t>
            </a:r>
            <a:r>
              <a:t>output_type</a:t>
            </a:r>
            <a:r>
              <a:t>=</a:t>
            </a:r>
            <a:r>
              <a:t>ResearchSummary</a:t>
            </a:r>
            <a:r>
              <a:t>, ...)</a:t>
            </a:r>
          </a:p>
          <a:p xmlns:a="http://schemas.openxmlformats.org/drawingml/2006/main">
            <a:pPr marL="0" indent="0">
              <a:buNone/>
            </a:pPr>
            <a:r>
              <a:t>result.final_output</a:t>
            </a:r>
            <a:r>
              <a:t>  # → </a:t>
            </a:r>
            <a:r>
              <a:t>ResearchSummary</a:t>
            </a:r>
            <a:r>
              <a:t> instance, not a string</a:t>
            </a:r>
          </a:p>
        </p:txBody>
      </p:sp>
      <p:sp>
        <p:nvSpPr>
          <p:cNvPr id="4" name="TextBox 3">
            <a:extLst xmlns:a="http://schemas.openxmlformats.org/drawingml/2006/main">
              <a:ext uri="{FF2B5EF4-FFF2-40B4-BE49-F238E27FC236}">
                <a16:creationId xmlns:a16="http://schemas.microsoft.com/office/drawing/2014/main" id="{19BB82FD-1445-4B79-96E2-F78CD3E6EC48}"/>
              </a:ext>
            </a:extLst>
          </p:cNvPr>
          <p:cNvSpPr>
            <a:spLocks xmlns:a="http://schemas.openxmlformats.org/drawingml/2006/main" noGrp="1"/>
          </p:cNvSpPr>
          <p:nvPr/>
        </p:nvSpPr>
        <p:spPr>
          <a:xfrm xmlns:a="http://schemas.openxmlformats.org/drawingml/2006/main">
            <a:off x="457200" y="6217920"/>
            <a:ext cx="82296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000" i="1"/>
            </a:pPr>
            <a:r>
              <a:t>Hands-on: 02_agent_with_tools.ipynb, Sections 3 and 5</a:t>
            </a:r>
          </a:p>
        </p:txBody>
      </p:sp>
      <p:sp>
        <p:nvSpPr>
          <p:cNvPr id="9001" name="TopStrip">
            <a:extLst xmlns:a="http://schemas.openxmlformats.org/drawingml/2006/main">
              <a:ext uri="{FF2B5EF4-FFF2-40B4-BE49-F238E27FC236}">
                <a16:creationId xmlns:a16="http://schemas.microsoft.com/office/drawing/2014/main" id="{DC6682E9-2DA5-4978-8FF8-7B7717BE06C5}"/>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A1C1C3D8-B78A-4463-8CBA-1BCCC8BB75AA}"/>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78506316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8BB718-2E4A-324D-3E53-D170E5CB8B85}"/>
              </a:ext>
            </a:extLst>
          </p:cNvPr>
          <p:cNvSpPr>
            <a:spLocks xmlns:a="http://schemas.openxmlformats.org/drawingml/2006/main" noGrp="1"/>
          </p:cNvSpPr>
          <p:nvPr>
            <p:ph type="ctrTitle" idx="0"/>
          </p:nvPr>
        </p:nvSpPr>
        <p:spPr>
          <a:xfrm xmlns:a="http://schemas.openxmlformats.org/drawingml/2006/main">
            <a:off x="1374588" y="1889920"/>
            <a:ext cx="9646024" cy="2387600"/>
          </a:xfrm>
        </p:spPr>
        <p:txBody>
          <a:bodyPr xmlns:a="http://schemas.openxmlformats.org/drawingml/2006/main"/>
          <a:lstStyle xmlns:a="http://schemas.openxmlformats.org/drawingml/2006/main"/>
          <a:p xmlns:a="http://schemas.openxmlformats.org/drawingml/2006/main">
            <a:pPr>
              <a:buNone/>
              <a:tabLst>
                <a:tab pos="621491" algn="l"/>
                <a:tab pos="1865265" algn="l"/>
              </a:tabLst>
            </a:pPr>
            <a:r>
              <a:t>Tracing &amp; Observability</a:t>
            </a:r>
            <a:endParaRPr/>
          </a:p>
        </p:txBody>
      </p:sp>
      <p:sp>
        <p:nvSpPr>
          <p:cNvPr id="9001" name="TopStrip">
            <a:extLst xmlns:a="http://schemas.openxmlformats.org/drawingml/2006/main">
              <a:ext uri="{FF2B5EF4-FFF2-40B4-BE49-F238E27FC236}">
                <a16:creationId xmlns:a16="http://schemas.microsoft.com/office/drawing/2014/main" id="{78BF46A3-0DAF-43B5-8898-8A091CC0E2E6}"/>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2048D45F-054A-4C80-94B6-257C5D31B8F7}"/>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2018301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BF93C2-B5E4-E097-9FB0-BF4FB2DB998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Observability: Tracing Agent Execution</a:t>
            </a:r>
          </a:p>
        </p:txBody>
      </p:sp>
      <p:pic>
        <p:nvPicPr>
          <p:cNvPr id="9005" name="Picture 46"/>
          <p:cNvPicPr>
            <a:picLocks xmlns:a="http://schemas.openxmlformats.org/drawingml/2006/main" noChangeAspect="1"/>
          </p:cNvPicPr>
          <p:nvPr/>
        </p:nvPicPr>
        <p:blipFill>
          <a:blip xmlns:r="http://schemas.openxmlformats.org/officeDocument/2006/relationships" xmlns:a="http://schemas.openxmlformats.org/drawingml/2006/main" r:embed="R73b8e34090214ec9"/>
          <a:stretch xmlns:a="http://schemas.openxmlformats.org/drawingml/2006/main">
            <a:fillRect l="0" t="0" r="0" b="0"/>
          </a:stretch>
        </p:blipFill>
        <p:spPr>
          <a:xfrm xmlns:a="http://schemas.openxmlformats.org/drawingml/2006/main">
            <a:off x="6821181" y="1890826"/>
            <a:ext cx="5306886" cy="3429320"/>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AD58241-7D49-2DA6-964D-CE6FD14B4E1B}"/>
              </a:ext>
            </a:extLst>
          </p:cNvPr>
          <p:cNvSpPr>
            <a:spLocks xmlns:a="http://schemas.openxmlformats.org/drawingml/2006/main" noGrp="1"/>
          </p:cNvSpPr>
          <p:nvPr/>
        </p:nvSpPr>
        <p:spPr>
          <a:xfrm xmlns:a="http://schemas.openxmlformats.org/drawingml/2006/main">
            <a:off x="442449" y="1691561"/>
            <a:ext cx="6094206" cy="397031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Tracing provides several important benefits for AI agent development and operation:</a:t>
            </a:r>
          </a:p>
          <a:p xmlns:a="http://schemas.openxmlformats.org/drawingml/2006/main">
            <a:endParaRPr/>
          </a:p>
          <a:p xmlns:a="http://schemas.openxmlformats.org/drawingml/2006/main">
            <a:pPr marL="285750" indent="-285750">
              <a:buFont typeface="Arial"/>
              <a:buChar char="•"/>
            </a:pPr>
            <a:r>
              <a:t>Debugging and Troubleshooting: Trace the execution path of agents to identify issues in complex workflows</a:t>
            </a:r>
          </a:p>
          <a:p xmlns:a="http://schemas.openxmlformats.org/drawingml/2006/main">
            <a:pPr marL="285750" indent="-285750">
              <a:buFont typeface="Arial"/>
              <a:buChar char="•"/>
            </a:pPr>
            <a:r>
              <a:t>Performance Monitoring: Track latency, token usage, and other metrics to optimize agent performance</a:t>
            </a:r>
          </a:p>
          <a:p xmlns:a="http://schemas.openxmlformats.org/drawingml/2006/main">
            <a:pPr marL="285750" indent="-285750">
              <a:buFont typeface="Arial"/>
              <a:buChar char="•"/>
            </a:pPr>
            <a:r>
              <a:t>Transparency: Gain visibility into how agents make decisions and use tools</a:t>
            </a:r>
          </a:p>
          <a:p xmlns:a="http://schemas.openxmlformats.org/drawingml/2006/main">
            <a:pPr marL="285750" indent="-285750">
              <a:buFont typeface="Arial"/>
              <a:buChar char="•"/>
            </a:pPr>
            <a:r>
              <a:t>Auditability: Create records of agent activities for compliance and governance purposes</a:t>
            </a:r>
          </a:p>
          <a:p xmlns:a="http://schemas.openxmlformats.org/drawingml/2006/main">
            <a:pPr marL="285750" indent="-285750">
              <a:buFont typeface="Arial"/>
              <a:buChar char="•"/>
            </a:pPr>
            <a:r>
              <a:t>User Experience Improvement: Analyse patterns in agent behaviour to improve prompts and tool designs</a:t>
            </a:r>
          </a:p>
          <a:p xmlns:a="http://schemas.openxmlformats.org/drawingml/2006/main">
            <a:endParaRPr/>
          </a:p>
        </p:txBody>
      </p:sp>
      <p:sp>
        <p:nvSpPr>
          <p:cNvPr id="9001" name="TopStrip">
            <a:extLst xmlns:a="http://schemas.openxmlformats.org/drawingml/2006/main">
              <a:ext uri="{FF2B5EF4-FFF2-40B4-BE49-F238E27FC236}">
                <a16:creationId xmlns:a16="http://schemas.microsoft.com/office/drawing/2014/main" id="{C39755D8-57BC-443E-B155-E07E253B0358}"/>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4FA98C2A-7D1D-4E3F-99C7-620EC84AAEC4}"/>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52858301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76F481-227D-4B21-9E55-6D5D806E5BF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Production Tracing Patterns</a:t>
            </a:r>
          </a:p>
        </p:txBody>
      </p:sp>
      <p:sp>
        <p:nvSpPr>
          <p:cNvPr id="3" name="Content Placeholder 2">
            <a:extLst xmlns:a="http://schemas.openxmlformats.org/drawingml/2006/main">
              <a:ext uri="{FF2B5EF4-FFF2-40B4-BE49-F238E27FC236}">
                <a16:creationId xmlns:a16="http://schemas.microsoft.com/office/drawing/2014/main" id="{3A62CBD5-4976-4786-A45B-031BB16618A2}"/>
              </a:ext>
            </a:extLst>
          </p:cNvPr>
          <p:cNvSpPr>
            <a:spLocks xmlns:a="http://schemas.openxmlformats.org/drawingml/2006/main" noGrp="1"/>
          </p:cNvSpPr>
          <p:nvPr>
            <p:ph idx="1"/>
          </p:nvPr>
        </p:nvSpPr>
        <p:spPr/>
        <p:txBody>
          <a:bodyPr xmlns:a="http://schemas.openxmlformats.org/drawingml/2006/main">
            <a:normAutofit fontScale="85000" lnSpcReduction="20000"/>
          </a:bodyPr>
          <a:lstStyle xmlns:a="http://schemas.openxmlformats.org/drawingml/2006/main"/>
          <a:p xmlns:a="http://schemas.openxmlformats.org/drawingml/2006/main">
            <a:r>
              <a:t>Trace continuity: reuse </a:t>
            </a:r>
            <a:r>
              <a:t>trace_id</a:t>
            </a:r>
            <a:r>
              <a:t> across multiple </a:t>
            </a:r>
            <a:r>
              <a:t>Runner.run</a:t>
            </a:r>
            <a:r>
              <a:t>() calls</a:t>
            </a:r>
          </a:p>
          <a:p xmlns:a="http://schemas.openxmlformats.org/drawingml/2006/main">
            <a:pPr lvl="1">
              <a:buNone/>
            </a:pPr>
            <a:r>
              <a:t> All runs in a session appear as one workflow in the dashboard</a:t>
            </a:r>
          </a:p>
          <a:p xmlns:a="http://schemas.openxmlformats.org/drawingml/2006/main">
            <a:endParaRPr/>
          </a:p>
          <a:p xmlns:a="http://schemas.openxmlformats.org/drawingml/2006/main">
            <a:r>
              <a:t>Correlation IDs: human-readable identifier for support</a:t>
            </a:r>
          </a:p>
          <a:p xmlns:a="http://schemas.openxmlformats.org/drawingml/2006/main">
            <a:pPr lvl="1">
              <a:buNone/>
            </a:pPr>
            <a:r>
              <a:t> Generated per session (e.g., "A3F7B2C1")</a:t>
            </a:r>
          </a:p>
          <a:p xmlns:a="http://schemas.openxmlformats.org/drawingml/2006/main">
            <a:pPr lvl="1">
              <a:buNone/>
            </a:pPr>
            <a:r>
              <a:t> Embedded in </a:t>
            </a:r>
            <a:r>
              <a:t>workflow_name</a:t>
            </a:r>
            <a:r>
              <a:t> and </a:t>
            </a:r>
            <a:r>
              <a:t>trace_metadata</a:t>
            </a:r>
            <a:endParaRPr/>
          </a:p>
          <a:p xmlns:a="http://schemas.openxmlformats.org/drawingml/2006/main">
            <a:pPr lvl="1">
              <a:buNone/>
            </a:pPr>
            <a:r>
              <a:t> Shown in the UI so users can quote it when contacting support</a:t>
            </a:r>
          </a:p>
          <a:p xmlns:a="http://schemas.openxmlformats.org/drawingml/2006/main">
            <a:endParaRPr/>
          </a:p>
          <a:p xmlns:a="http://schemas.openxmlformats.org/drawingml/2006/main">
            <a:r>
              <a:t>Pattern: </a:t>
            </a:r>
            <a:r>
              <a:t>gen_trace_id</a:t>
            </a:r>
            <a:r>
              <a:t>() from </a:t>
            </a:r>
            <a:r>
              <a:t>agents.tracing</a:t>
            </a:r>
            <a:endParaRPr/>
          </a:p>
          <a:p xmlns:a="http://schemas.openxmlformats.org/drawingml/2006/main">
            <a:pPr marL="0" indent="0">
              <a:buNone/>
            </a:pPr>
            <a:r>
              <a:t>  </a:t>
            </a:r>
            <a:r>
              <a:t>run_cfg</a:t>
            </a:r>
            <a:r>
              <a:t> = </a:t>
            </a:r>
            <a:r>
              <a:t>RunConfig</a:t>
            </a:r>
            <a:r>
              <a:t>(</a:t>
            </a:r>
            <a:r>
              <a:t>trace_id</a:t>
            </a:r>
            <a:r>
              <a:t>=</a:t>
            </a:r>
            <a:r>
              <a:t>trace_id</a:t>
            </a:r>
            <a:r>
              <a:t>,</a:t>
            </a:r>
          </a:p>
          <a:p xmlns:a="http://schemas.openxmlformats.org/drawingml/2006/main">
            <a:pPr marL="0" indent="0">
              <a:buNone/>
            </a:pPr>
            <a:r>
              <a:t>      </a:t>
            </a:r>
            <a:r>
              <a:t>workflow_name</a:t>
            </a:r>
            <a:r>
              <a:t>=</a:t>
            </a:r>
            <a:r>
              <a:t>f"session</a:t>
            </a:r>
            <a:r>
              <a:t>_{</a:t>
            </a:r>
            <a:r>
              <a:t>correlation_id</a:t>
            </a:r>
            <a:r>
              <a:t>}",</a:t>
            </a:r>
          </a:p>
          <a:p xmlns:a="http://schemas.openxmlformats.org/drawingml/2006/main">
            <a:pPr marL="0" indent="0">
              <a:buNone/>
            </a:pPr>
            <a:r>
              <a:t>      </a:t>
            </a:r>
            <a:r>
              <a:t>trace_metadata</a:t>
            </a:r>
            <a:r>
              <a:t>={"</a:t>
            </a:r>
            <a:r>
              <a:t>correlation_id</a:t>
            </a:r>
            <a:r>
              <a:t>": </a:t>
            </a:r>
            <a:r>
              <a:t>correlation_id</a:t>
            </a:r>
            <a:r>
              <a:t>})</a:t>
            </a:r>
          </a:p>
        </p:txBody>
      </p:sp>
      <p:sp>
        <p:nvSpPr>
          <p:cNvPr id="4" name="TextBox 3">
            <a:extLst xmlns:a="http://schemas.openxmlformats.org/drawingml/2006/main">
              <a:ext uri="{FF2B5EF4-FFF2-40B4-BE49-F238E27FC236}">
                <a16:creationId xmlns:a16="http://schemas.microsoft.com/office/drawing/2014/main" id="{D4B0F988-FC49-477E-9914-498CCC0261EF}"/>
              </a:ext>
            </a:extLst>
          </p:cNvPr>
          <p:cNvSpPr>
            <a:spLocks xmlns:a="http://schemas.openxmlformats.org/drawingml/2006/main" noGrp="1"/>
          </p:cNvSpPr>
          <p:nvPr/>
        </p:nvSpPr>
        <p:spPr>
          <a:xfrm xmlns:a="http://schemas.openxmlformats.org/drawingml/2006/main">
            <a:off x="457200" y="6217920"/>
            <a:ext cx="82296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000" i="1"/>
            </a:pPr>
            <a:r>
              <a:t>Hands-on: 04_agent_gradio_app.ipynb</a:t>
            </a:r>
          </a:p>
        </p:txBody>
      </p:sp>
      <p:sp>
        <p:nvSpPr>
          <p:cNvPr id="9001" name="TopStrip">
            <a:extLst xmlns:a="http://schemas.openxmlformats.org/drawingml/2006/main">
              <a:ext uri="{FF2B5EF4-FFF2-40B4-BE49-F238E27FC236}">
                <a16:creationId xmlns:a16="http://schemas.microsoft.com/office/drawing/2014/main" id="{489B315A-70BD-4C76-B5CE-5334958F3CE7}"/>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D002628E-FA00-4296-BE52-3289805F63E6}"/>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77701898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3A102F-6B7F-35AB-232D-F53102228FE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Core lab: Agent foundations</a:t>
            </a:r>
          </a:p>
        </p:txBody>
      </p:sp>
      <p:graphicFrame>
        <p:nvGraphicFramePr>
          <p:cNvPr id="9005" name="Content Placeholder 3"/>
          <p:cNvGraphicFramePr/>
          <p:nvPr/>
        </p:nvGraphicFramePr>
        <p:xfrm>
          <a:off xmlns:a="http://schemas.openxmlformats.org/drawingml/2006/main" x="838200" y="1784372"/>
          <a:ext xmlns:a="http://schemas.openxmlformats.org/drawingml/2006/main" cx="10320230" cy="3470915"/>
        </p:xfrm>
        <a:graphic xmlns:a="http://schemas.openxmlformats.org/drawingml/2006/main">
          <a:graphicData uri="http://schemas.openxmlformats.org/drawingml/2006/table">
            <a:tbl>
              <a:tblPr firstRow="1" bandRow="1">
                <a:tableStyleId>{5C22544A-7EE6-4342-B048-85BDC9FD1C3A}</a:tableStyleId>
              </a:tblPr>
              <a:tblGrid>
                <a:gridCol w="2864760"/>
                <a:gridCol w="7455470"/>
              </a:tblGrid>
              <a:tr h="906813">
                <a:tc>
                  <a:txBody>
                    <a:bodyPr/>
                    <a:lstStyle/>
                    <a:p>
                      <a:r>
                        <a:rPr sz="4000"/>
                        <a:t>Notebook</a:t>
                      </a:r>
                    </a:p>
                  </a:txBody>
                  <a:tcPr marL="91440" marR="91440" marT="45720" marB="45720"/>
                </a:tc>
                <a:tc>
                  <a:txBody>
                    <a:bodyPr/>
                    <a:lstStyle/>
                    <a:p>
                      <a:r>
                        <a:rPr sz="4000"/>
                        <a:t>Objective</a:t>
                      </a:r>
                    </a:p>
                  </a:txBody>
                  <a:tcPr marL="91440" marR="91440" marT="45720" marB="45720"/>
                </a:tc>
              </a:tr>
              <a:tr h="872795">
                <a:tc>
                  <a:txBody>
                    <a:bodyPr/>
                    <a:lstStyle/>
                    <a:p>
                      <a:r>
                        <a:rPr sz="1600" b="0"/>
                        <a:t>01_agents_concepts</a:t>
                      </a:r>
                    </a:p>
                  </a:txBody>
                  <a:tcPr marL="91440" marR="91440" marT="45720" marB="45720"/>
                </a:tc>
                <a:tc>
                  <a:txBody>
                    <a:bodyPr/>
                    <a:lstStyle/>
                    <a:p>
                      <a:r>
                        <a:rPr sz="1600" b="0"/>
                        <a:t>Sections 1-2: Agentic RAG concepts, LLM vs Agent comparison</a:t>
                      </a:r>
                    </a:p>
                  </a:txBody>
                  <a:tcPr marL="91440" marR="91440" marT="45720" marB="45720"/>
                </a:tc>
              </a:tr>
              <a:tr h="818512">
                <a:tc>
                  <a:txBody>
                    <a:bodyPr/>
                    <a:lstStyle/>
                    <a:p>
                      <a:r>
                        <a:rPr sz="1600" b="0"/>
                        <a:t>02_agent_with_tools</a:t>
                      </a:r>
                    </a:p>
                  </a:txBody>
                  <a:tcPr marL="91440" marR="91440" marT="45720" marB="45720"/>
                </a:tc>
                <a:tc>
                  <a:txBody>
                    <a:bodyPr/>
                    <a:lstStyle/>
                    <a:p>
                      <a:r>
                        <a:rPr sz="1600" b="0"/>
                        <a:t>Sections 1-2: Hello Agent (simplest case), tracing and observability</a:t>
                      </a:r>
                    </a:p>
                  </a:txBody>
                  <a:tcPr marL="91440" marR="91440" marT="45720" marB="45720"/>
                </a:tc>
              </a:tr>
              <a:tr h="872795">
                <a:tc>
                  <a:txBody>
                    <a:bodyPr/>
                    <a:lstStyle/>
                    <a:p>
                      <a:r>
                        <a:rPr sz="1600" b="0"/>
                        <a:t>02_agent_with_tools</a:t>
                      </a:r>
                    </a:p>
                  </a:txBody>
                  <a:tcPr marL="91440" marR="91440" marT="45720" marB="45720"/>
                </a:tc>
                <a:tc>
                  <a:txBody>
                    <a:bodyPr/>
                    <a:lstStyle/>
                    <a:p>
                      <a:r>
                        <a:rPr sz="1600" b="0"/>
                        <a:t>Section 2 continued: Platform tracing, trace continuity, correlation IDs</a:t>
                      </a:r>
                    </a:p>
                  </a:txBody>
                  <a:tcPr marL="91440" marR="91440" marT="45720" marB="45720"/>
                </a:tc>
              </a:tr>
            </a:tbl>
          </a:graphicData>
        </a:graphic>
      </p:graphicFrame>
      <p:sp>
        <p:nvSpPr>
          <p:cNvPr id="9001" name="TopStrip">
            <a:extLst xmlns:a="http://schemas.openxmlformats.org/drawingml/2006/main">
              <a:ext uri="{FF2B5EF4-FFF2-40B4-BE49-F238E27FC236}">
                <a16:creationId xmlns:a16="http://schemas.microsoft.com/office/drawing/2014/main" id="{9D9A67C7-D5E4-4B99-8E56-7DC74B52FDA6}"/>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DF8942B2-5D5D-42F4-A2A2-FC90422E14B8}"/>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1174160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FF94AF-3714-DC87-AA0A-D714906E2F2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Orchestrating Agents</a:t>
            </a:r>
          </a:p>
        </p:txBody>
      </p:sp>
      <p:sp>
        <p:nvSpPr>
          <p:cNvPr id="3" name="Content Placeholder 2">
            <a:extLst xmlns:a="http://schemas.openxmlformats.org/drawingml/2006/main">
              <a:ext uri="{FF2B5EF4-FFF2-40B4-BE49-F238E27FC236}">
                <a16:creationId xmlns:a16="http://schemas.microsoft.com/office/drawing/2014/main" id="{B6268CB1-F7C3-5E83-209A-E84568B8D24D}"/>
              </a:ext>
            </a:extLst>
          </p:cNvPr>
          <p:cNvSpPr>
            <a:spLocks xmlns:a="http://schemas.openxmlformats.org/drawingml/2006/main" noGrp="1"/>
          </p:cNvSpPr>
          <p:nvPr>
            <p:ph idx="1"/>
          </p:nvPr>
        </p:nvSpPr>
        <p:spPr/>
        <p:txBody>
          <a:bodyPr xmlns:a="http://schemas.openxmlformats.org/drawingml/2006/main">
            <a:normAutofit lnSpcReduction="10000"/>
          </a:bodyPr>
          <a:lstStyle xmlns:a="http://schemas.openxmlformats.org/drawingml/2006/main"/>
          <a:p xmlns:a="http://schemas.openxmlformats.org/drawingml/2006/main">
            <a:r>
              <a:t>Orchestration</a:t>
            </a:r>
          </a:p>
          <a:p xmlns:a="http://schemas.openxmlformats.org/drawingml/2006/main">
            <a:pPr lvl="1">
              <a:buNone/>
            </a:pPr>
            <a:r>
              <a:t>Agents as tools</a:t>
            </a:r>
          </a:p>
          <a:p xmlns:a="http://schemas.openxmlformats.org/drawingml/2006/main">
            <a:pPr lvl="1">
              <a:buNone/>
            </a:pPr>
            <a:r>
              <a:t>Handoffs</a:t>
            </a:r>
          </a:p>
          <a:p xmlns:a="http://schemas.openxmlformats.org/drawingml/2006/main">
            <a:pPr lvl="1">
              <a:buNone/>
            </a:pPr>
            <a:endParaRPr/>
          </a:p>
          <a:p xmlns:a="http://schemas.openxmlformats.org/drawingml/2006/main">
            <a:r>
              <a:t>Recommendations and best practices:</a:t>
            </a:r>
          </a:p>
          <a:p xmlns:a="http://schemas.openxmlformats.org/drawingml/2006/main">
            <a:pPr lvl="1">
              <a:buNone/>
            </a:pPr>
            <a:r>
              <a:t>Good prompts</a:t>
            </a:r>
          </a:p>
          <a:p xmlns:a="http://schemas.openxmlformats.org/drawingml/2006/main">
            <a:pPr lvl="1">
              <a:buNone/>
            </a:pPr>
            <a:r>
              <a:t>Structured Output</a:t>
            </a:r>
          </a:p>
          <a:p xmlns:a="http://schemas.openxmlformats.org/drawingml/2006/main">
            <a:pPr lvl="1">
              <a:buNone/>
            </a:pPr>
            <a:r>
              <a:t>Context size and max tokens</a:t>
            </a:r>
          </a:p>
          <a:p xmlns:a="http://schemas.openxmlformats.org/drawingml/2006/main">
            <a:pPr lvl="1">
              <a:buNone/>
            </a:pPr>
            <a:r>
              <a:t>Specialised Agents</a:t>
            </a:r>
          </a:p>
          <a:p xmlns:a="http://schemas.openxmlformats.org/drawingml/2006/main">
            <a:pPr lvl="1">
              <a:buNone/>
            </a:pPr>
            <a:r>
              <a:t>Monitor the app </a:t>
            </a:r>
          </a:p>
          <a:p xmlns:a="http://schemas.openxmlformats.org/drawingml/2006/main">
            <a:pPr lvl="1">
              <a:buNone/>
            </a:pPr>
            <a:r>
              <a:t>Invest in evals </a:t>
            </a:r>
          </a:p>
        </p:txBody>
      </p:sp>
      <p:sp>
        <p:nvSpPr>
          <p:cNvPr id="9001" name="TopStrip">
            <a:extLst xmlns:a="http://schemas.openxmlformats.org/drawingml/2006/main">
              <a:ext uri="{FF2B5EF4-FFF2-40B4-BE49-F238E27FC236}">
                <a16:creationId xmlns:a16="http://schemas.microsoft.com/office/drawing/2014/main" id="{D5F0559A-8BBA-42B2-A9E3-C39D916DD354}"/>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CE01070B-0A1B-40F6-B92D-F8A78390FB5A}"/>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14732583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D3B6D25-D7BA-9973-42E3-D833CADB166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Agent as a tool</a:t>
            </a:r>
          </a:p>
        </p:txBody>
      </p:sp>
      <p:sp>
        <p:nvSpPr>
          <p:cNvPr id="4" name="TextBox 3">
            <a:extLst xmlns:a="http://schemas.openxmlformats.org/drawingml/2006/main">
              <a:ext uri="{FF2B5EF4-FFF2-40B4-BE49-F238E27FC236}">
                <a16:creationId xmlns:a16="http://schemas.microsoft.com/office/drawing/2014/main" id="{274EF150-D17A-7A0E-A5B5-0243608741B8}"/>
              </a:ext>
            </a:extLst>
          </p:cNvPr>
          <p:cNvSpPr>
            <a:spLocks xmlns:a="http://schemas.openxmlformats.org/drawingml/2006/main" noGrp="1"/>
          </p:cNvSpPr>
          <p:nvPr/>
        </p:nvSpPr>
        <p:spPr>
          <a:xfrm xmlns:a="http://schemas.openxmlformats.org/drawingml/2006/main">
            <a:off x="838200" y="4461550"/>
            <a:ext cx="10419080"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The tool agent goes off and runs on its own and then returns the result to the original agent.</a:t>
            </a:r>
          </a:p>
          <a:p xmlns:a="http://schemas.openxmlformats.org/drawingml/2006/main">
            <a:endParaRPr/>
          </a:p>
          <a:p xmlns:a="http://schemas.openxmlformats.org/drawingml/2006/main">
            <a:r>
              <a:t>When agents are used as tools, only the needed input data is passed on to the tool agent, not the entire context and message history. That’s a useful approach when agents do not require to take control of the workflow context.</a:t>
            </a:r>
          </a:p>
        </p:txBody>
      </p:sp>
      <p:sp>
        <p:nvSpPr>
          <p:cNvPr id="11" name="Free-form: Shape 10">
            <a:extLst xmlns:a="http://schemas.openxmlformats.org/drawingml/2006/main">
              <a:ext uri="{FF2B5EF4-FFF2-40B4-BE49-F238E27FC236}">
                <a16:creationId xmlns:a16="http://schemas.microsoft.com/office/drawing/2014/main" id="{D640CC4E-706F-CFA0-F90D-8A44E5EFB302}"/>
              </a:ext>
            </a:extLst>
          </p:cNvPr>
          <p:cNvSpPr>
            <a:spLocks xmlns:a="http://schemas.openxmlformats.org/drawingml/2006/main" noGrp="1"/>
          </p:cNvSpPr>
          <p:nvPr/>
        </p:nvSpPr>
        <p:spPr>
          <a:xfrm xmlns:a="http://schemas.openxmlformats.org/drawingml/2006/main" rot="0" flipH="0" flipV="0">
            <a:off x="4972101" y="1591290"/>
            <a:ext cx="1338689" cy="445741"/>
          </a:xfrm>
          <a:custGeom xmlns:a="http://schemas.openxmlformats.org/drawingml/2006/main">
            <a:gdLst>
              <a:gd name="connsiteX0" fmla="*/ 1338693 w 1338689"/>
              <a:gd name="connsiteY0" fmla="*/ 223075 h 445741"/>
              <a:gd name="connsiteX1" fmla="*/ 669349 w 1338689"/>
              <a:gd name="connsiteY1" fmla="*/ 445946 h 445741"/>
              <a:gd name="connsiteX2" fmla="*/ 4 w 1338689"/>
              <a:gd name="connsiteY2" fmla="*/ 223075 h 445741"/>
              <a:gd name="connsiteX3" fmla="*/ 669349 w 1338689"/>
              <a:gd name="connsiteY3" fmla="*/ 204 h 445741"/>
              <a:gd name="connsiteX4" fmla="*/ 1338693 w 1338689"/>
              <a:gd name="connsiteY4" fmla="*/ 223075 h 445741"/>
            </a:gdLst>
            <a:rect l="l" t="t" r="r" b="b"/>
            <a:pathLst>
              <a:path w="1338689" h="445741">
                <a:moveTo>
                  <a:pt x="1338693" y="223075"/>
                </a:moveTo>
                <a:cubicBezTo>
                  <a:pt x="1338693" y="346163"/>
                  <a:pt x="1039018" y="445946"/>
                  <a:pt x="669349" y="445946"/>
                </a:cubicBezTo>
                <a:cubicBezTo>
                  <a:pt x="299680" y="445946"/>
                  <a:pt x="4" y="346163"/>
                  <a:pt x="4" y="223075"/>
                </a:cubicBezTo>
                <a:cubicBezTo>
                  <a:pt x="4" y="99987"/>
                  <a:pt x="299680" y="204"/>
                  <a:pt x="669349" y="204"/>
                </a:cubicBezTo>
                <a:cubicBezTo>
                  <a:pt x="1039018" y="204"/>
                  <a:pt x="1338693" y="99987"/>
                  <a:pt x="1338693" y="223075"/>
                </a:cubicBezTo>
                <a:close/>
              </a:path>
            </a:pathLst>
          </a:custGeom>
          <a:solidFill xmlns:a="http://schemas.openxmlformats.org/drawingml/2006/main">
            <a:srgbClr val="ADD8E6"/>
          </a:solidFill>
          <a:ln xmlns:a="http://schemas.openxmlformats.org/drawingml/2006/main" w="12706">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TextBox 11">
            <a:extLst xmlns:a="http://schemas.openxmlformats.org/drawingml/2006/main">
              <a:ext uri="{FF2B5EF4-FFF2-40B4-BE49-F238E27FC236}">
                <a16:creationId xmlns:a16="http://schemas.microsoft.com/office/drawing/2014/main" id="{50038462-9B6F-16F8-67D7-FBD1CD58A628}"/>
              </a:ext>
            </a:extLst>
          </p:cNvPr>
          <p:cNvSpPr>
            <a:spLocks xmlns:a="http://schemas.openxmlformats.org/drawingml/2006/main" noGrp="1"/>
          </p:cNvSpPr>
          <p:nvPr/>
        </p:nvSpPr>
        <p:spPr>
          <a:xfrm xmlns:a="http://schemas.openxmlformats.org/drawingml/2006/main" rot="0" flipH="0" flipV="0">
            <a:off x="5168830" y="1656815"/>
            <a:ext cx="945231" cy="29439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0" spc="0">
                <a:solidFill>
                  <a:srgbClr val="000000"/>
                </a:solidFill>
                <a:latin typeface="Arial"/>
                <a:ea typeface="Arial"/>
                <a:cs typeface="Arial"/>
              </a:rPr>
              <a:t>__start__</a:t>
            </a:r>
          </a:p>
        </p:txBody>
      </p:sp>
      <p:sp>
        <p:nvSpPr>
          <p:cNvPr id="14" name="Free-form: Shape 13">
            <a:extLst xmlns:a="http://schemas.openxmlformats.org/drawingml/2006/main">
              <a:ext uri="{FF2B5EF4-FFF2-40B4-BE49-F238E27FC236}">
                <a16:creationId xmlns:a16="http://schemas.microsoft.com/office/drawing/2014/main" id="{71C5711B-E168-C615-928F-C50CE922CA5D}"/>
              </a:ext>
            </a:extLst>
          </p:cNvPr>
          <p:cNvSpPr>
            <a:spLocks xmlns:a="http://schemas.openxmlformats.org/drawingml/2006/main" noGrp="1"/>
          </p:cNvSpPr>
          <p:nvPr/>
        </p:nvSpPr>
        <p:spPr>
          <a:xfrm xmlns:a="http://schemas.openxmlformats.org/drawingml/2006/main" rot="0" flipH="0" flipV="0">
            <a:off x="4796379" y="2493302"/>
            <a:ext cx="1690260" cy="735714"/>
          </a:xfrm>
          <a:custGeom xmlns:a="http://schemas.openxmlformats.org/drawingml/2006/main">
            <a:gdLst>
              <a:gd name="connsiteX0" fmla="*/ 1690264 w 1690260"/>
              <a:gd name="connsiteY0" fmla="*/ 204 h 735714"/>
              <a:gd name="connsiteX1" fmla="*/ 4 w 1690260"/>
              <a:gd name="connsiteY1" fmla="*/ 204 h 735714"/>
              <a:gd name="connsiteX2" fmla="*/ 4 w 1690260"/>
              <a:gd name="connsiteY2" fmla="*/ 735919 h 735714"/>
              <a:gd name="connsiteX3" fmla="*/ 1690264 w 1690260"/>
              <a:gd name="connsiteY3" fmla="*/ 735919 h 735714"/>
              <a:gd name="connsiteX4" fmla="*/ 1690264 w 1690260"/>
              <a:gd name="connsiteY4" fmla="*/ 204 h 735714"/>
            </a:gdLst>
            <a:rect l="l" t="t" r="r" b="b"/>
            <a:pathLst>
              <a:path w="1690260" h="735714">
                <a:moveTo>
                  <a:pt x="1690264" y="204"/>
                </a:moveTo>
                <a:lnTo>
                  <a:pt x="4" y="204"/>
                </a:lnTo>
                <a:lnTo>
                  <a:pt x="4" y="735919"/>
                </a:lnTo>
                <a:lnTo>
                  <a:pt x="1690264" y="735919"/>
                </a:lnTo>
                <a:lnTo>
                  <a:pt x="1690264" y="204"/>
                </a:lnTo>
                <a:close/>
              </a:path>
            </a:pathLst>
          </a:custGeom>
          <a:solidFill xmlns:a="http://schemas.openxmlformats.org/drawingml/2006/main">
            <a:srgbClr val="FFFFE0"/>
          </a:solidFill>
          <a:ln xmlns:a="http://schemas.openxmlformats.org/drawingml/2006/main" w="12706">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TextBox 14">
            <a:extLst xmlns:a="http://schemas.openxmlformats.org/drawingml/2006/main">
              <a:ext uri="{FF2B5EF4-FFF2-40B4-BE49-F238E27FC236}">
                <a16:creationId xmlns:a16="http://schemas.microsoft.com/office/drawing/2014/main" id="{B3C7A31F-10FF-798B-9D5E-90DA03F2A32C}"/>
              </a:ext>
            </a:extLst>
          </p:cNvPr>
          <p:cNvSpPr>
            <a:spLocks xmlns:a="http://schemas.openxmlformats.org/drawingml/2006/main" noGrp="1"/>
          </p:cNvSpPr>
          <p:nvPr/>
        </p:nvSpPr>
        <p:spPr>
          <a:xfrm xmlns:a="http://schemas.openxmlformats.org/drawingml/2006/main" rot="0" flipH="0" flipV="0">
            <a:off x="4781301" y="2703813"/>
            <a:ext cx="1720288" cy="29439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0" spc="0">
                <a:solidFill>
                  <a:srgbClr val="000000"/>
                </a:solidFill>
                <a:latin typeface="Arial"/>
                <a:ea typeface="Arial"/>
                <a:cs typeface="Arial"/>
              </a:rPr>
              <a:t>orchestrator_agent</a:t>
            </a:r>
          </a:p>
        </p:txBody>
      </p:sp>
      <p:sp>
        <p:nvSpPr>
          <p:cNvPr id="17" name="Free-form: Shape 16">
            <a:extLst xmlns:a="http://schemas.openxmlformats.org/drawingml/2006/main">
              <a:ext uri="{FF2B5EF4-FFF2-40B4-BE49-F238E27FC236}">
                <a16:creationId xmlns:a16="http://schemas.microsoft.com/office/drawing/2014/main" id="{1B11896A-3FAE-5F91-2B97-076DFA5111CE}"/>
              </a:ext>
            </a:extLst>
          </p:cNvPr>
          <p:cNvSpPr>
            <a:spLocks xmlns:a="http://schemas.openxmlformats.org/drawingml/2006/main" noGrp="1"/>
          </p:cNvSpPr>
          <p:nvPr/>
        </p:nvSpPr>
        <p:spPr>
          <a:xfrm xmlns:a="http://schemas.openxmlformats.org/drawingml/2006/main" rot="0" flipH="0" flipV="0">
            <a:off x="5641446" y="2038554"/>
            <a:ext cx="12705" cy="297457"/>
          </a:xfrm>
          <a:custGeom xmlns:a="http://schemas.openxmlformats.org/drawingml/2006/main">
            <a:gdLst>
              <a:gd name="connsiteX0" fmla="*/ 4 w 12705"/>
              <a:gd name="connsiteY0" fmla="*/ 204 h 297457"/>
              <a:gd name="connsiteX1" fmla="*/ 4 w 12705"/>
              <a:gd name="connsiteY1" fmla="*/ 297661 h 297457"/>
            </a:gdLst>
            <a:rect l="l" t="t" r="r" b="b"/>
            <a:pathLst>
              <a:path w="12705" h="297457">
                <a:moveTo>
                  <a:pt x="4" y="204"/>
                </a:moveTo>
                <a:cubicBezTo>
                  <a:pt x="4" y="87348"/>
                  <a:pt x="4" y="192505"/>
                  <a:pt x="4" y="297661"/>
                </a:cubicBezTo>
              </a:path>
            </a:pathLst>
          </a:custGeom>
          <a:noFill xmlns:a="http://schemas.openxmlformats.org/drawingml/2006/main"/>
          <a:ln xmlns:a="http://schemas.openxmlformats.org/drawingml/2006/main" w="1905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ree-form: Shape 17">
            <a:extLst xmlns:a="http://schemas.openxmlformats.org/drawingml/2006/main">
              <a:ext uri="{FF2B5EF4-FFF2-40B4-BE49-F238E27FC236}">
                <a16:creationId xmlns:a16="http://schemas.microsoft.com/office/drawing/2014/main" id="{249FC47B-31C2-1B62-2057-92F2A3AC3ED6}"/>
              </a:ext>
            </a:extLst>
          </p:cNvPr>
          <p:cNvSpPr>
            <a:spLocks xmlns:a="http://schemas.openxmlformats.org/drawingml/2006/main" noGrp="1"/>
          </p:cNvSpPr>
          <p:nvPr/>
        </p:nvSpPr>
        <p:spPr>
          <a:xfrm xmlns:a="http://schemas.openxmlformats.org/drawingml/2006/main" rot="0" flipH="0" flipV="0">
            <a:off x="5596975" y="2332459"/>
            <a:ext cx="88941" cy="126847"/>
          </a:xfrm>
          <a:custGeom xmlns:a="http://schemas.openxmlformats.org/drawingml/2006/main">
            <a:gdLst>
              <a:gd name="connsiteX0" fmla="*/ 88945 w 88941"/>
              <a:gd name="connsiteY0" fmla="*/ 204 h 126847"/>
              <a:gd name="connsiteX1" fmla="*/ 44475 w 88941"/>
              <a:gd name="connsiteY1" fmla="*/ 127051 h 126847"/>
              <a:gd name="connsiteX2" fmla="*/ 4 w 88941"/>
              <a:gd name="connsiteY2" fmla="*/ 204 h 126847"/>
              <a:gd name="connsiteX3" fmla="*/ 88945 w 88941"/>
              <a:gd name="connsiteY3" fmla="*/ 204 h 126847"/>
            </a:gdLst>
            <a:rect l="l" t="t" r="r" b="b"/>
            <a:pathLst>
              <a:path w="88941" h="126847">
                <a:moveTo>
                  <a:pt x="88945" y="204"/>
                </a:moveTo>
                <a:lnTo>
                  <a:pt x="44475" y="127051"/>
                </a:lnTo>
                <a:lnTo>
                  <a:pt x="4" y="204"/>
                </a:lnTo>
                <a:lnTo>
                  <a:pt x="88945" y="204"/>
                </a:lnTo>
                <a:close/>
              </a:path>
            </a:pathLst>
          </a:custGeom>
          <a:solidFill xmlns:a="http://schemas.openxmlformats.org/drawingml/2006/main">
            <a:srgbClr val="000000"/>
          </a:solidFill>
          <a:ln xmlns:a="http://schemas.openxmlformats.org/drawingml/2006/main" w="1905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0" name="Free-form: Shape 19">
            <a:extLst xmlns:a="http://schemas.openxmlformats.org/drawingml/2006/main">
              <a:ext uri="{FF2B5EF4-FFF2-40B4-BE49-F238E27FC236}">
                <a16:creationId xmlns:a16="http://schemas.microsoft.com/office/drawing/2014/main" id="{BDB50689-E0B3-D0A1-0448-E9C6A33087BE}"/>
              </a:ext>
            </a:extLst>
          </p:cNvPr>
          <p:cNvSpPr>
            <a:spLocks xmlns:a="http://schemas.openxmlformats.org/drawingml/2006/main" noGrp="1"/>
          </p:cNvSpPr>
          <p:nvPr/>
        </p:nvSpPr>
        <p:spPr>
          <a:xfrm xmlns:a="http://schemas.openxmlformats.org/drawingml/2006/main" rot="0" flipH="0" flipV="0">
            <a:off x="2837136" y="3685159"/>
            <a:ext cx="1263216" cy="445741"/>
          </a:xfrm>
          <a:custGeom xmlns:a="http://schemas.openxmlformats.org/drawingml/2006/main">
            <a:gdLst>
              <a:gd name="connsiteX0" fmla="*/ 1263220 w 1263216"/>
              <a:gd name="connsiteY0" fmla="*/ 223075 h 445741"/>
              <a:gd name="connsiteX1" fmla="*/ 631612 w 1263216"/>
              <a:gd name="connsiteY1" fmla="*/ 445946 h 445741"/>
              <a:gd name="connsiteX2" fmla="*/ 4 w 1263216"/>
              <a:gd name="connsiteY2" fmla="*/ 223075 h 445741"/>
              <a:gd name="connsiteX3" fmla="*/ 631612 w 1263216"/>
              <a:gd name="connsiteY3" fmla="*/ 204 h 445741"/>
              <a:gd name="connsiteX4" fmla="*/ 1263220 w 1263216"/>
              <a:gd name="connsiteY4" fmla="*/ 223075 h 445741"/>
            </a:gdLst>
            <a:rect l="l" t="t" r="r" b="b"/>
            <a:pathLst>
              <a:path w="1263216" h="445741">
                <a:moveTo>
                  <a:pt x="1263220" y="223075"/>
                </a:moveTo>
                <a:cubicBezTo>
                  <a:pt x="1263220" y="346163"/>
                  <a:pt x="980440" y="445946"/>
                  <a:pt x="631612" y="445946"/>
                </a:cubicBezTo>
                <a:cubicBezTo>
                  <a:pt x="282785" y="445946"/>
                  <a:pt x="4" y="346163"/>
                  <a:pt x="4" y="223075"/>
                </a:cubicBezTo>
                <a:cubicBezTo>
                  <a:pt x="4" y="99987"/>
                  <a:pt x="282785" y="204"/>
                  <a:pt x="631612" y="204"/>
                </a:cubicBezTo>
                <a:cubicBezTo>
                  <a:pt x="980440" y="204"/>
                  <a:pt x="1263220" y="99987"/>
                  <a:pt x="1263220" y="223075"/>
                </a:cubicBezTo>
                <a:close/>
              </a:path>
            </a:pathLst>
          </a:custGeom>
          <a:solidFill xmlns:a="http://schemas.openxmlformats.org/drawingml/2006/main">
            <a:srgbClr val="ADD8E6"/>
          </a:solidFill>
          <a:ln xmlns:a="http://schemas.openxmlformats.org/drawingml/2006/main" w="12706">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TextBox 20">
            <a:extLst xmlns:a="http://schemas.openxmlformats.org/drawingml/2006/main">
              <a:ext uri="{FF2B5EF4-FFF2-40B4-BE49-F238E27FC236}">
                <a16:creationId xmlns:a16="http://schemas.microsoft.com/office/drawing/2014/main" id="{4D1751D7-B7C6-023A-C7C4-4301357257D1}"/>
              </a:ext>
            </a:extLst>
          </p:cNvPr>
          <p:cNvSpPr>
            <a:spLocks xmlns:a="http://schemas.openxmlformats.org/drawingml/2006/main" noGrp="1"/>
          </p:cNvSpPr>
          <p:nvPr/>
        </p:nvSpPr>
        <p:spPr>
          <a:xfrm xmlns:a="http://schemas.openxmlformats.org/drawingml/2006/main" rot="0" flipH="0" flipV="0">
            <a:off x="3021540" y="3750684"/>
            <a:ext cx="894408" cy="29439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0" spc="0">
                <a:solidFill>
                  <a:srgbClr val="000000"/>
                </a:solidFill>
                <a:latin typeface="Arial"/>
                <a:ea typeface="Arial"/>
                <a:cs typeface="Arial"/>
              </a:rPr>
              <a:t>__end__</a:t>
            </a:r>
          </a:p>
        </p:txBody>
      </p:sp>
      <p:sp>
        <p:nvSpPr>
          <p:cNvPr id="23" name="Free-form: Shape 22">
            <a:extLst xmlns:a="http://schemas.openxmlformats.org/drawingml/2006/main">
              <a:ext uri="{FF2B5EF4-FFF2-40B4-BE49-F238E27FC236}">
                <a16:creationId xmlns:a16="http://schemas.microsoft.com/office/drawing/2014/main" id="{219D097E-E7B1-7247-E96D-90B33B768D3C}"/>
              </a:ext>
            </a:extLst>
          </p:cNvPr>
          <p:cNvSpPr>
            <a:spLocks xmlns:a="http://schemas.openxmlformats.org/drawingml/2006/main" noGrp="1"/>
          </p:cNvSpPr>
          <p:nvPr/>
        </p:nvSpPr>
        <p:spPr>
          <a:xfrm xmlns:a="http://schemas.openxmlformats.org/drawingml/2006/main" rot="0" flipH="0" flipV="0">
            <a:off x="3979774" y="3233963"/>
            <a:ext cx="895635" cy="421133"/>
          </a:xfrm>
          <a:custGeom xmlns:a="http://schemas.openxmlformats.org/drawingml/2006/main">
            <a:gdLst>
              <a:gd name="connsiteX0" fmla="*/ 895640 w 895635"/>
              <a:gd name="connsiteY0" fmla="*/ 204 h 421133"/>
              <a:gd name="connsiteX1" fmla="*/ 4 w 895635"/>
              <a:gd name="connsiteY1" fmla="*/ 421337 h 421133"/>
            </a:gdLst>
            <a:rect l="l" t="t" r="r" b="b"/>
            <a:pathLst>
              <a:path w="895635" h="421133">
                <a:moveTo>
                  <a:pt x="895640" y="204"/>
                </a:moveTo>
                <a:cubicBezTo>
                  <a:pt x="598831" y="139863"/>
                  <a:pt x="266827" y="295885"/>
                  <a:pt x="4" y="421337"/>
                </a:cubicBezTo>
              </a:path>
            </a:pathLst>
          </a:custGeom>
          <a:noFill xmlns:a="http://schemas.openxmlformats.org/drawingml/2006/main"/>
          <a:ln xmlns:a="http://schemas.openxmlformats.org/drawingml/2006/main" w="1905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4" name="Free-form: Shape 23">
            <a:extLst xmlns:a="http://schemas.openxmlformats.org/drawingml/2006/main">
              <a:ext uri="{FF2B5EF4-FFF2-40B4-BE49-F238E27FC236}">
                <a16:creationId xmlns:a16="http://schemas.microsoft.com/office/drawing/2014/main" id="{39FF95EA-C43D-5F6F-3667-1172C38ABD02}"/>
              </a:ext>
            </a:extLst>
          </p:cNvPr>
          <p:cNvSpPr>
            <a:spLocks xmlns:a="http://schemas.openxmlformats.org/drawingml/2006/main" noGrp="1"/>
          </p:cNvSpPr>
          <p:nvPr/>
        </p:nvSpPr>
        <p:spPr>
          <a:xfrm xmlns:a="http://schemas.openxmlformats.org/drawingml/2006/main" rot="0" flipH="0" flipV="0">
            <a:off x="3865040" y="3614886"/>
            <a:ext cx="133792" cy="94247"/>
          </a:xfrm>
          <a:custGeom xmlns:a="http://schemas.openxmlformats.org/drawingml/2006/main">
            <a:gdLst>
              <a:gd name="connsiteX0" fmla="*/ 133797 w 133792"/>
              <a:gd name="connsiteY0" fmla="*/ 80499 h 94247"/>
              <a:gd name="connsiteX1" fmla="*/ 4 w 133792"/>
              <a:gd name="connsiteY1" fmla="*/ 94452 h 94247"/>
              <a:gd name="connsiteX2" fmla="*/ 95933 w 133792"/>
              <a:gd name="connsiteY2" fmla="*/ 204 h 94247"/>
              <a:gd name="connsiteX3" fmla="*/ 133797 w 133792"/>
              <a:gd name="connsiteY3" fmla="*/ 80499 h 94247"/>
            </a:gdLst>
            <a:rect l="l" t="t" r="r" b="b"/>
            <a:pathLst>
              <a:path w="133792" h="94247">
                <a:moveTo>
                  <a:pt x="133797" y="80499"/>
                </a:moveTo>
                <a:lnTo>
                  <a:pt x="4" y="94452"/>
                </a:lnTo>
                <a:lnTo>
                  <a:pt x="95933" y="204"/>
                </a:lnTo>
                <a:lnTo>
                  <a:pt x="133797" y="80499"/>
                </a:lnTo>
                <a:close/>
              </a:path>
            </a:pathLst>
          </a:custGeom>
          <a:solidFill xmlns:a="http://schemas.openxmlformats.org/drawingml/2006/main">
            <a:srgbClr val="000000"/>
          </a:solidFill>
          <a:ln xmlns:a="http://schemas.openxmlformats.org/drawingml/2006/main" w="1905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6" name="Free-form: Shape 25">
            <a:extLst xmlns:a="http://schemas.openxmlformats.org/drawingml/2006/main">
              <a:ext uri="{FF2B5EF4-FFF2-40B4-BE49-F238E27FC236}">
                <a16:creationId xmlns:a16="http://schemas.microsoft.com/office/drawing/2014/main" id="{6B3E4FED-4F1D-BF3A-B6DA-986A37B4AAD9}"/>
              </a:ext>
            </a:extLst>
          </p:cNvPr>
          <p:cNvSpPr>
            <a:spLocks xmlns:a="http://schemas.openxmlformats.org/drawingml/2006/main" noGrp="1"/>
          </p:cNvSpPr>
          <p:nvPr/>
        </p:nvSpPr>
        <p:spPr>
          <a:xfrm xmlns:a="http://schemas.openxmlformats.org/drawingml/2006/main" rot="0" flipH="0" flipV="0">
            <a:off x="4334775" y="3685159"/>
            <a:ext cx="2613340" cy="445741"/>
          </a:xfrm>
          <a:custGeom xmlns:a="http://schemas.openxmlformats.org/drawingml/2006/main">
            <a:gdLst>
              <a:gd name="connsiteX0" fmla="*/ 2613345 w 2613340"/>
              <a:gd name="connsiteY0" fmla="*/ 223075 h 445741"/>
              <a:gd name="connsiteX1" fmla="*/ 1306675 w 2613340"/>
              <a:gd name="connsiteY1" fmla="*/ 445946 h 445741"/>
              <a:gd name="connsiteX2" fmla="*/ 4 w 2613340"/>
              <a:gd name="connsiteY2" fmla="*/ 223075 h 445741"/>
              <a:gd name="connsiteX3" fmla="*/ 1306675 w 2613340"/>
              <a:gd name="connsiteY3" fmla="*/ 204 h 445741"/>
              <a:gd name="connsiteX4" fmla="*/ 2613345 w 2613340"/>
              <a:gd name="connsiteY4" fmla="*/ 223075 h 445741"/>
            </a:gdLst>
            <a:rect l="l" t="t" r="r" b="b"/>
            <a:pathLst>
              <a:path w="2613340" h="445741">
                <a:moveTo>
                  <a:pt x="2613345" y="223075"/>
                </a:moveTo>
                <a:cubicBezTo>
                  <a:pt x="2613345" y="346163"/>
                  <a:pt x="2028329" y="445946"/>
                  <a:pt x="1306675" y="445946"/>
                </a:cubicBezTo>
                <a:cubicBezTo>
                  <a:pt x="585020" y="445946"/>
                  <a:pt x="4" y="346163"/>
                  <a:pt x="4" y="223075"/>
                </a:cubicBezTo>
                <a:cubicBezTo>
                  <a:pt x="4" y="99987"/>
                  <a:pt x="585020" y="204"/>
                  <a:pt x="1306675" y="204"/>
                </a:cubicBezTo>
                <a:cubicBezTo>
                  <a:pt x="2028329" y="204"/>
                  <a:pt x="2613345" y="99987"/>
                  <a:pt x="2613345" y="223075"/>
                </a:cubicBezTo>
                <a:close/>
              </a:path>
            </a:pathLst>
          </a:custGeom>
          <a:solidFill xmlns:a="http://schemas.openxmlformats.org/drawingml/2006/main">
            <a:srgbClr val="90EE90"/>
          </a:solidFill>
          <a:ln xmlns:a="http://schemas.openxmlformats.org/drawingml/2006/main" w="12706">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7" name="TextBox 26">
            <a:extLst xmlns:a="http://schemas.openxmlformats.org/drawingml/2006/main">
              <a:ext uri="{FF2B5EF4-FFF2-40B4-BE49-F238E27FC236}">
                <a16:creationId xmlns:a16="http://schemas.microsoft.com/office/drawing/2014/main" id="{B05C59DF-F3F1-6BB9-C5E7-0424F96D1532}"/>
              </a:ext>
            </a:extLst>
          </p:cNvPr>
          <p:cNvSpPr>
            <a:spLocks xmlns:a="http://schemas.openxmlformats.org/drawingml/2006/main" noGrp="1"/>
          </p:cNvSpPr>
          <p:nvPr/>
        </p:nvSpPr>
        <p:spPr>
          <a:xfrm xmlns:a="http://schemas.openxmlformats.org/drawingml/2006/main" rot="0" flipH="0" flipV="0">
            <a:off x="4711419" y="3750684"/>
            <a:ext cx="1860053" cy="29439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0" spc="0">
                <a:solidFill>
                  <a:srgbClr val="000000"/>
                </a:solidFill>
                <a:latin typeface="Arial"/>
                <a:ea typeface="Arial"/>
                <a:cs typeface="Arial"/>
              </a:rPr>
              <a:t>translate_to_spanish</a:t>
            </a:r>
          </a:p>
        </p:txBody>
      </p:sp>
      <p:sp>
        <p:nvSpPr>
          <p:cNvPr id="29" name="Free-form: Shape 28">
            <a:extLst xmlns:a="http://schemas.openxmlformats.org/drawingml/2006/main">
              <a:ext uri="{FF2B5EF4-FFF2-40B4-BE49-F238E27FC236}">
                <a16:creationId xmlns:a16="http://schemas.microsoft.com/office/drawing/2014/main" id="{31C1335F-AD2A-0496-3B8B-5E4E9606AF1E}"/>
              </a:ext>
            </a:extLst>
          </p:cNvPr>
          <p:cNvSpPr>
            <a:spLocks xmlns:a="http://schemas.openxmlformats.org/drawingml/2006/main" noGrp="1"/>
          </p:cNvSpPr>
          <p:nvPr/>
        </p:nvSpPr>
        <p:spPr>
          <a:xfrm xmlns:a="http://schemas.openxmlformats.org/drawingml/2006/main" rot="0" flipH="0" flipV="0">
            <a:off x="5555693" y="3231173"/>
            <a:ext cx="3546" cy="295934"/>
          </a:xfrm>
          <a:custGeom xmlns:a="http://schemas.openxmlformats.org/drawingml/2006/main">
            <a:gdLst>
              <a:gd name="connsiteX0" fmla="*/ 3550 w 3546"/>
              <a:gd name="connsiteY0" fmla="*/ 204 h 295934"/>
              <a:gd name="connsiteX1" fmla="*/ 3042 w 3546"/>
              <a:gd name="connsiteY1" fmla="*/ 296139 h 295934"/>
            </a:gdLst>
            <a:rect l="l" t="t" r="r" b="b"/>
            <a:pathLst>
              <a:path w="3546" h="295934">
                <a:moveTo>
                  <a:pt x="3550" y="204"/>
                </a:moveTo>
                <a:cubicBezTo>
                  <a:pt x="-1024" y="95974"/>
                  <a:pt x="-1151" y="199735"/>
                  <a:pt x="3042" y="296139"/>
                </a:cubicBezTo>
              </a:path>
            </a:pathLst>
          </a:custGeom>
          <a:noFill xmlns:a="http://schemas.openxmlformats.org/drawingml/2006/main"/>
          <a:ln xmlns:a="http://schemas.openxmlformats.org/drawingml/2006/main" w="19059">
            <a:solidFill>
              <a:srgbClr val="000000"/>
            </a:solidFill>
          </a:ln>
        </p:spPr>
        <p:txBody>
          <a:bodyPr xmlns:a="http://schemas.openxmlformats.org/drawingml/2006/main" anchor="ctr"/>
          <a:lstStyle xmlns:a="http://schemas.openxmlformats.org/drawingml/2006/main"/>
          <a:p xmlns:a="http://schemas.openxmlformats.org/drawingml/2006/main">
            <a:endParaRPr/>
          </a:p>
        </p:txBody>
      </p:sp>
      <p:sp>
        <p:nvSpPr>
          <p:cNvPr id="30" name="Free-form: Shape 29">
            <a:extLst xmlns:a="http://schemas.openxmlformats.org/drawingml/2006/main">
              <a:ext uri="{FF2B5EF4-FFF2-40B4-BE49-F238E27FC236}">
                <a16:creationId xmlns:a16="http://schemas.microsoft.com/office/drawing/2014/main" id="{803968EA-9103-8F4C-B1ED-790CDD4148D1}"/>
              </a:ext>
            </a:extLst>
          </p:cNvPr>
          <p:cNvSpPr>
            <a:spLocks xmlns:a="http://schemas.openxmlformats.org/drawingml/2006/main" noGrp="1"/>
          </p:cNvSpPr>
          <p:nvPr/>
        </p:nvSpPr>
        <p:spPr>
          <a:xfrm xmlns:a="http://schemas.openxmlformats.org/drawingml/2006/main" rot="0" flipH="0" flipV="0">
            <a:off x="5514260" y="3521273"/>
            <a:ext cx="88687" cy="129764"/>
          </a:xfrm>
          <a:custGeom xmlns:a="http://schemas.openxmlformats.org/drawingml/2006/main">
            <a:gdLst>
              <a:gd name="connsiteX0" fmla="*/ 88691 w 88687"/>
              <a:gd name="connsiteY0" fmla="*/ 204 h 129764"/>
              <a:gd name="connsiteX1" fmla="*/ 53623 w 88687"/>
              <a:gd name="connsiteY1" fmla="*/ 129969 h 129764"/>
              <a:gd name="connsiteX2" fmla="*/ 4 w 88687"/>
              <a:gd name="connsiteY2" fmla="*/ 6673 h 129764"/>
              <a:gd name="connsiteX3" fmla="*/ 88691 w 88687"/>
              <a:gd name="connsiteY3" fmla="*/ 204 h 129764"/>
            </a:gdLst>
            <a:rect l="l" t="t" r="r" b="b"/>
            <a:pathLst>
              <a:path w="88687" h="129764">
                <a:moveTo>
                  <a:pt x="88691" y="204"/>
                </a:moveTo>
                <a:lnTo>
                  <a:pt x="53623" y="129969"/>
                </a:lnTo>
                <a:lnTo>
                  <a:pt x="4" y="6673"/>
                </a:lnTo>
                <a:lnTo>
                  <a:pt x="88691" y="204"/>
                </a:lnTo>
                <a:close/>
              </a:path>
            </a:pathLst>
          </a:custGeom>
          <a:solidFill xmlns:a="http://schemas.openxmlformats.org/drawingml/2006/main">
            <a:srgbClr val="000000"/>
          </a:solidFill>
          <a:ln xmlns:a="http://schemas.openxmlformats.org/drawingml/2006/main" w="1905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2" name="Free-form: Shape 31">
            <a:extLst xmlns:a="http://schemas.openxmlformats.org/drawingml/2006/main">
              <a:ext uri="{FF2B5EF4-FFF2-40B4-BE49-F238E27FC236}">
                <a16:creationId xmlns:a16="http://schemas.microsoft.com/office/drawing/2014/main" id="{E75C7240-AEDB-2480-C70F-1E310C8DCE4B}"/>
              </a:ext>
            </a:extLst>
          </p:cNvPr>
          <p:cNvSpPr>
            <a:spLocks xmlns:a="http://schemas.openxmlformats.org/drawingml/2006/main" noGrp="1"/>
          </p:cNvSpPr>
          <p:nvPr/>
        </p:nvSpPr>
        <p:spPr>
          <a:xfrm xmlns:a="http://schemas.openxmlformats.org/drawingml/2006/main" rot="0" flipH="0" flipV="0">
            <a:off x="7177203" y="3685159"/>
            <a:ext cx="2442828" cy="445741"/>
          </a:xfrm>
          <a:custGeom xmlns:a="http://schemas.openxmlformats.org/drawingml/2006/main">
            <a:gdLst>
              <a:gd name="connsiteX0" fmla="*/ 2442832 w 2442828"/>
              <a:gd name="connsiteY0" fmla="*/ 223075 h 445741"/>
              <a:gd name="connsiteX1" fmla="*/ 1221418 w 2442828"/>
              <a:gd name="connsiteY1" fmla="*/ 445946 h 445741"/>
              <a:gd name="connsiteX2" fmla="*/ 4 w 2442828"/>
              <a:gd name="connsiteY2" fmla="*/ 223075 h 445741"/>
              <a:gd name="connsiteX3" fmla="*/ 1221418 w 2442828"/>
              <a:gd name="connsiteY3" fmla="*/ 204 h 445741"/>
              <a:gd name="connsiteX4" fmla="*/ 2442832 w 2442828"/>
              <a:gd name="connsiteY4" fmla="*/ 223075 h 445741"/>
            </a:gdLst>
            <a:rect l="l" t="t" r="r" b="b"/>
            <a:pathLst>
              <a:path w="2442828" h="445741">
                <a:moveTo>
                  <a:pt x="2442832" y="223075"/>
                </a:moveTo>
                <a:cubicBezTo>
                  <a:pt x="2442832" y="346163"/>
                  <a:pt x="1895986" y="445946"/>
                  <a:pt x="1221418" y="445946"/>
                </a:cubicBezTo>
                <a:cubicBezTo>
                  <a:pt x="546850" y="445946"/>
                  <a:pt x="4" y="346163"/>
                  <a:pt x="4" y="223075"/>
                </a:cubicBezTo>
                <a:cubicBezTo>
                  <a:pt x="4" y="99987"/>
                  <a:pt x="546850" y="204"/>
                  <a:pt x="1221418" y="204"/>
                </a:cubicBezTo>
                <a:cubicBezTo>
                  <a:pt x="1895986" y="204"/>
                  <a:pt x="2442832" y="99987"/>
                  <a:pt x="2442832" y="223075"/>
                </a:cubicBezTo>
                <a:close/>
              </a:path>
            </a:pathLst>
          </a:custGeom>
          <a:solidFill xmlns:a="http://schemas.openxmlformats.org/drawingml/2006/main">
            <a:srgbClr val="90EE90"/>
          </a:solidFill>
          <a:ln xmlns:a="http://schemas.openxmlformats.org/drawingml/2006/main" w="12706">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3" name="TextBox 32">
            <a:extLst xmlns:a="http://schemas.openxmlformats.org/drawingml/2006/main">
              <a:ext uri="{FF2B5EF4-FFF2-40B4-BE49-F238E27FC236}">
                <a16:creationId xmlns:a16="http://schemas.microsoft.com/office/drawing/2014/main" id="{934996CD-507F-D938-B0A5-862FDAF3BA38}"/>
              </a:ext>
            </a:extLst>
          </p:cNvPr>
          <p:cNvSpPr>
            <a:spLocks xmlns:a="http://schemas.openxmlformats.org/drawingml/2006/main" noGrp="1"/>
          </p:cNvSpPr>
          <p:nvPr/>
        </p:nvSpPr>
        <p:spPr>
          <a:xfrm xmlns:a="http://schemas.openxmlformats.org/drawingml/2006/main" rot="0" flipH="0" flipV="0">
            <a:off x="7525767" y="3750684"/>
            <a:ext cx="1745700" cy="29439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0" spc="0">
                <a:solidFill>
                  <a:srgbClr val="000000"/>
                </a:solidFill>
                <a:latin typeface="Arial"/>
                <a:ea typeface="Arial"/>
                <a:cs typeface="Arial"/>
              </a:rPr>
              <a:t>translate_to_french</a:t>
            </a:r>
          </a:p>
        </p:txBody>
      </p:sp>
      <p:sp>
        <p:nvSpPr>
          <p:cNvPr id="35" name="Free-form: Shape 34">
            <a:extLst xmlns:a="http://schemas.openxmlformats.org/drawingml/2006/main">
              <a:ext uri="{FF2B5EF4-FFF2-40B4-BE49-F238E27FC236}">
                <a16:creationId xmlns:a16="http://schemas.microsoft.com/office/drawing/2014/main" id="{C741D08E-1138-A507-90C0-21314E5B9CBD}"/>
              </a:ext>
            </a:extLst>
          </p:cNvPr>
          <p:cNvSpPr>
            <a:spLocks xmlns:a="http://schemas.openxmlformats.org/drawingml/2006/main" noGrp="1"/>
          </p:cNvSpPr>
          <p:nvPr/>
        </p:nvSpPr>
        <p:spPr>
          <a:xfrm xmlns:a="http://schemas.openxmlformats.org/drawingml/2006/main" rot="0" flipH="0" flipV="0">
            <a:off x="6489562" y="3218234"/>
            <a:ext cx="1187108" cy="437115"/>
          </a:xfrm>
          <a:custGeom xmlns:a="http://schemas.openxmlformats.org/drawingml/2006/main">
            <a:gdLst>
              <a:gd name="connsiteX0" fmla="*/ 4 w 1187108"/>
              <a:gd name="connsiteY0" fmla="*/ 204 h 437115"/>
              <a:gd name="connsiteX1" fmla="*/ 1187112 w 1187108"/>
              <a:gd name="connsiteY1" fmla="*/ 437320 h 437115"/>
            </a:gdLst>
            <a:rect l="l" t="t" r="r" b="b"/>
            <a:pathLst>
              <a:path w="1187108" h="437115">
                <a:moveTo>
                  <a:pt x="4" y="204"/>
                </a:moveTo>
                <a:cubicBezTo>
                  <a:pt x="379909" y="143795"/>
                  <a:pt x="823089" y="307048"/>
                  <a:pt x="1187112" y="437320"/>
                </a:cubicBezTo>
              </a:path>
            </a:pathLst>
          </a:custGeom>
          <a:noFill xmlns:a="http://schemas.openxmlformats.org/drawingml/2006/main"/>
          <a:ln xmlns:a="http://schemas.openxmlformats.org/drawingml/2006/main" w="19059">
            <a:solidFill>
              <a:srgbClr val="000000"/>
            </a:solidFill>
          </a:ln>
        </p:spPr>
        <p:txBody>
          <a:bodyPr xmlns:a="http://schemas.openxmlformats.org/drawingml/2006/main" anchor="ctr"/>
          <a:lstStyle xmlns:a="http://schemas.openxmlformats.org/drawingml/2006/main"/>
          <a:p xmlns:a="http://schemas.openxmlformats.org/drawingml/2006/main">
            <a:endParaRPr/>
          </a:p>
        </p:txBody>
      </p:sp>
      <p:sp>
        <p:nvSpPr>
          <p:cNvPr id="36" name="Free-form: Shape 35">
            <a:extLst xmlns:a="http://schemas.openxmlformats.org/drawingml/2006/main">
              <a:ext uri="{FF2B5EF4-FFF2-40B4-BE49-F238E27FC236}">
                <a16:creationId xmlns:a16="http://schemas.microsoft.com/office/drawing/2014/main" id="{1D98CDE4-72C8-B7F6-2148-C6DF4BC648EF}"/>
              </a:ext>
            </a:extLst>
          </p:cNvPr>
          <p:cNvSpPr>
            <a:spLocks xmlns:a="http://schemas.openxmlformats.org/drawingml/2006/main" noGrp="1"/>
          </p:cNvSpPr>
          <p:nvPr/>
        </p:nvSpPr>
        <p:spPr>
          <a:xfrm xmlns:a="http://schemas.openxmlformats.org/drawingml/2006/main" rot="0" flipH="0" flipV="0">
            <a:off x="7660406" y="3612983"/>
            <a:ext cx="134682" cy="84480"/>
          </a:xfrm>
          <a:custGeom xmlns:a="http://schemas.openxmlformats.org/drawingml/2006/main">
            <a:gdLst>
              <a:gd name="connsiteX0" fmla="*/ 29863 w 134682"/>
              <a:gd name="connsiteY0" fmla="*/ 204 h 84480"/>
              <a:gd name="connsiteX1" fmla="*/ 134686 w 134682"/>
              <a:gd name="connsiteY1" fmla="*/ 84684 h 84480"/>
              <a:gd name="connsiteX2" fmla="*/ 4 w 134682"/>
              <a:gd name="connsiteY2" fmla="*/ 83923 h 84480"/>
              <a:gd name="connsiteX3" fmla="*/ 29863 w 134682"/>
              <a:gd name="connsiteY3" fmla="*/ 204 h 84480"/>
            </a:gdLst>
            <a:rect l="l" t="t" r="r" b="b"/>
            <a:pathLst>
              <a:path w="134682" h="84480">
                <a:moveTo>
                  <a:pt x="29863" y="204"/>
                </a:moveTo>
                <a:lnTo>
                  <a:pt x="134686" y="84684"/>
                </a:lnTo>
                <a:lnTo>
                  <a:pt x="4" y="83923"/>
                </a:lnTo>
                <a:lnTo>
                  <a:pt x="29863" y="204"/>
                </a:lnTo>
                <a:close/>
              </a:path>
            </a:pathLst>
          </a:custGeom>
          <a:solidFill xmlns:a="http://schemas.openxmlformats.org/drawingml/2006/main">
            <a:srgbClr val="000000"/>
          </a:solidFill>
          <a:ln xmlns:a="http://schemas.openxmlformats.org/drawingml/2006/main" w="1905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8" name="Free-form: Shape 37">
            <a:extLst xmlns:a="http://schemas.openxmlformats.org/drawingml/2006/main">
              <a:ext uri="{FF2B5EF4-FFF2-40B4-BE49-F238E27FC236}">
                <a16:creationId xmlns:a16="http://schemas.microsoft.com/office/drawing/2014/main" id="{099A7A82-99B5-B0C8-EA4A-FDAE5D8BBD1F}"/>
              </a:ext>
            </a:extLst>
          </p:cNvPr>
          <p:cNvSpPr>
            <a:spLocks xmlns:a="http://schemas.openxmlformats.org/drawingml/2006/main" noGrp="1"/>
          </p:cNvSpPr>
          <p:nvPr/>
        </p:nvSpPr>
        <p:spPr>
          <a:xfrm xmlns:a="http://schemas.openxmlformats.org/drawingml/2006/main" rot="0" flipH="0" flipV="0">
            <a:off x="5712980" y="3386180"/>
            <a:ext cx="14230" cy="293524"/>
          </a:xfrm>
          <a:custGeom xmlns:a="http://schemas.openxmlformats.org/drawingml/2006/main">
            <a:gdLst>
              <a:gd name="connsiteX0" fmla="*/ 4 w 14230"/>
              <a:gd name="connsiteY0" fmla="*/ 293729 h 293524"/>
              <a:gd name="connsiteX1" fmla="*/ 14235 w 14230"/>
              <a:gd name="connsiteY1" fmla="*/ 204 h 293524"/>
            </a:gdLst>
            <a:rect l="l" t="t" r="r" b="b"/>
            <a:pathLst>
              <a:path w="14230" h="293524">
                <a:moveTo>
                  <a:pt x="4" y="293729"/>
                </a:moveTo>
                <a:cubicBezTo>
                  <a:pt x="9406" y="207346"/>
                  <a:pt x="14235" y="103838"/>
                  <a:pt x="14235" y="204"/>
                </a:cubicBezTo>
              </a:path>
            </a:pathLst>
          </a:custGeom>
          <a:noFill xmlns:a="http://schemas.openxmlformats.org/drawingml/2006/main"/>
          <a:ln xmlns:a="http://schemas.openxmlformats.org/drawingml/2006/main" w="19059">
            <a:solidFill>
              <a:srgbClr val="000000"/>
            </a:solidFill>
          </a:ln>
        </p:spPr>
        <p:txBody>
          <a:bodyPr xmlns:a="http://schemas.openxmlformats.org/drawingml/2006/main" anchor="ctr"/>
          <a:lstStyle xmlns:a="http://schemas.openxmlformats.org/drawingml/2006/main"/>
          <a:p xmlns:a="http://schemas.openxmlformats.org/drawingml/2006/main">
            <a:endParaRPr/>
          </a:p>
        </p:txBody>
      </p:sp>
      <p:sp>
        <p:nvSpPr>
          <p:cNvPr id="39" name="Free-form: Shape 38">
            <a:extLst xmlns:a="http://schemas.openxmlformats.org/drawingml/2006/main">
              <a:ext uri="{FF2B5EF4-FFF2-40B4-BE49-F238E27FC236}">
                <a16:creationId xmlns:a16="http://schemas.microsoft.com/office/drawing/2014/main" id="{557BB565-62A0-45E6-36B6-5963674E340B}"/>
              </a:ext>
            </a:extLst>
          </p:cNvPr>
          <p:cNvSpPr>
            <a:spLocks xmlns:a="http://schemas.openxmlformats.org/drawingml/2006/main" noGrp="1"/>
          </p:cNvSpPr>
          <p:nvPr/>
        </p:nvSpPr>
        <p:spPr>
          <a:xfrm xmlns:a="http://schemas.openxmlformats.org/drawingml/2006/main" rot="0" flipH="0" flipV="0">
            <a:off x="5682740" y="3259840"/>
            <a:ext cx="88941" cy="127862"/>
          </a:xfrm>
          <a:custGeom xmlns:a="http://schemas.openxmlformats.org/drawingml/2006/main">
            <a:gdLst>
              <a:gd name="connsiteX0" fmla="*/ 4 w 88941"/>
              <a:gd name="connsiteY0" fmla="*/ 128066 h 127862"/>
              <a:gd name="connsiteX1" fmla="*/ 41679 w 88941"/>
              <a:gd name="connsiteY1" fmla="*/ 204 h 127862"/>
              <a:gd name="connsiteX2" fmla="*/ 88945 w 88941"/>
              <a:gd name="connsiteY2" fmla="*/ 126037 h 127862"/>
              <a:gd name="connsiteX3" fmla="*/ 4 w 88941"/>
              <a:gd name="connsiteY3" fmla="*/ 128066 h 127862"/>
            </a:gdLst>
            <a:rect l="l" t="t" r="r" b="b"/>
            <a:pathLst>
              <a:path w="88941" h="127862">
                <a:moveTo>
                  <a:pt x="4" y="128066"/>
                </a:moveTo>
                <a:lnTo>
                  <a:pt x="41679" y="204"/>
                </a:lnTo>
                <a:lnTo>
                  <a:pt x="88945" y="126037"/>
                </a:lnTo>
                <a:lnTo>
                  <a:pt x="4" y="128066"/>
                </a:lnTo>
                <a:close/>
              </a:path>
            </a:pathLst>
          </a:custGeom>
          <a:solidFill xmlns:a="http://schemas.openxmlformats.org/drawingml/2006/main">
            <a:srgbClr val="000000"/>
          </a:solidFill>
          <a:ln xmlns:a="http://schemas.openxmlformats.org/drawingml/2006/main" w="1905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41" name="Free-form: Shape 40">
            <a:extLst xmlns:a="http://schemas.openxmlformats.org/drawingml/2006/main">
              <a:ext uri="{FF2B5EF4-FFF2-40B4-BE49-F238E27FC236}">
                <a16:creationId xmlns:a16="http://schemas.microsoft.com/office/drawing/2014/main" id="{CBCE8801-C6FB-00D4-2E31-791BFA64B87A}"/>
              </a:ext>
            </a:extLst>
          </p:cNvPr>
          <p:cNvSpPr>
            <a:spLocks xmlns:a="http://schemas.openxmlformats.org/drawingml/2006/main" noGrp="1"/>
          </p:cNvSpPr>
          <p:nvPr/>
        </p:nvSpPr>
        <p:spPr>
          <a:xfrm xmlns:a="http://schemas.openxmlformats.org/drawingml/2006/main" rot="0" flipH="0" flipV="0">
            <a:off x="6632757" y="3211004"/>
            <a:ext cx="1299809" cy="485952"/>
          </a:xfrm>
          <a:custGeom xmlns:a="http://schemas.openxmlformats.org/drawingml/2006/main">
            <a:gdLst>
              <a:gd name="connsiteX0" fmla="*/ 1299814 w 1299809"/>
              <a:gd name="connsiteY0" fmla="*/ 486156 h 485952"/>
              <a:gd name="connsiteX1" fmla="*/ 4 w 1299809"/>
              <a:gd name="connsiteY1" fmla="*/ 204 h 485952"/>
            </a:gdLst>
            <a:rect l="l" t="t" r="r" b="b"/>
            <a:pathLst>
              <a:path w="1299809" h="485952">
                <a:moveTo>
                  <a:pt x="1299814" y="486156"/>
                </a:moveTo>
                <a:cubicBezTo>
                  <a:pt x="944431" y="348273"/>
                  <a:pt x="443312" y="161173"/>
                  <a:pt x="4" y="204"/>
                </a:cubicBezTo>
              </a:path>
            </a:pathLst>
          </a:custGeom>
          <a:noFill xmlns:a="http://schemas.openxmlformats.org/drawingml/2006/main"/>
          <a:ln xmlns:a="http://schemas.openxmlformats.org/drawingml/2006/main" w="19059">
            <a:solidFill>
              <a:srgbClr val="000000"/>
            </a:solidFill>
          </a:ln>
        </p:spPr>
        <p:txBody>
          <a:bodyPr xmlns:a="http://schemas.openxmlformats.org/drawingml/2006/main" anchor="ctr"/>
          <a:lstStyle xmlns:a="http://schemas.openxmlformats.org/drawingml/2006/main"/>
          <a:p xmlns:a="http://schemas.openxmlformats.org/drawingml/2006/main">
            <a:endParaRPr/>
          </a:p>
        </p:txBody>
      </p:sp>
      <p:sp>
        <p:nvSpPr>
          <p:cNvPr id="42" name="Free-form: Shape 41">
            <a:extLst xmlns:a="http://schemas.openxmlformats.org/drawingml/2006/main">
              <a:ext uri="{FF2B5EF4-FFF2-40B4-BE49-F238E27FC236}">
                <a16:creationId xmlns:a16="http://schemas.microsoft.com/office/drawing/2014/main" id="{49B79EC2-952E-EF48-2B3D-9F998E14F10E}"/>
              </a:ext>
            </a:extLst>
          </p:cNvPr>
          <p:cNvSpPr>
            <a:spLocks xmlns:a="http://schemas.openxmlformats.org/drawingml/2006/main" noGrp="1"/>
          </p:cNvSpPr>
          <p:nvPr/>
        </p:nvSpPr>
        <p:spPr>
          <a:xfrm xmlns:a="http://schemas.openxmlformats.org/drawingml/2006/main" rot="0" flipH="0" flipV="0">
            <a:off x="6518150" y="3169525"/>
            <a:ext cx="134682" cy="84987"/>
          </a:xfrm>
          <a:custGeom xmlns:a="http://schemas.openxmlformats.org/drawingml/2006/main">
            <a:gdLst>
              <a:gd name="connsiteX0" fmla="*/ 104319 w 134682"/>
              <a:gd name="connsiteY0" fmla="*/ 85192 h 84987"/>
              <a:gd name="connsiteX1" fmla="*/ 4 w 134682"/>
              <a:gd name="connsiteY1" fmla="*/ 204 h 84987"/>
              <a:gd name="connsiteX2" fmla="*/ 134686 w 134682"/>
              <a:gd name="connsiteY2" fmla="*/ 1726 h 84987"/>
              <a:gd name="connsiteX3" fmla="*/ 104319 w 134682"/>
              <a:gd name="connsiteY3" fmla="*/ 85192 h 84987"/>
            </a:gdLst>
            <a:rect l="l" t="t" r="r" b="b"/>
            <a:pathLst>
              <a:path w="134682" h="84987">
                <a:moveTo>
                  <a:pt x="104319" y="85192"/>
                </a:moveTo>
                <a:lnTo>
                  <a:pt x="4" y="204"/>
                </a:lnTo>
                <a:lnTo>
                  <a:pt x="134686" y="1726"/>
                </a:lnTo>
                <a:lnTo>
                  <a:pt x="104319" y="85192"/>
                </a:lnTo>
                <a:close/>
              </a:path>
            </a:pathLst>
          </a:custGeom>
          <a:solidFill xmlns:a="http://schemas.openxmlformats.org/drawingml/2006/main">
            <a:srgbClr val="000000"/>
          </a:solidFill>
          <a:ln xmlns:a="http://schemas.openxmlformats.org/drawingml/2006/main" w="19059">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9001" name="TopStrip">
            <a:extLst xmlns:a="http://schemas.openxmlformats.org/drawingml/2006/main">
              <a:ext uri="{FF2B5EF4-FFF2-40B4-BE49-F238E27FC236}">
                <a16:creationId xmlns:a16="http://schemas.microsoft.com/office/drawing/2014/main" id="{8BA959FA-C2B8-4116-BCD7-267AF75D77A0}"/>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3F27FD89-4974-425B-B97C-43CAB39DE434}"/>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426892943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9A95861-FE6B-BF75-1AB7-71696BF9293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Handoffs</a:t>
            </a:r>
          </a:p>
        </p:txBody>
      </p:sp>
      <p:pic>
        <p:nvPicPr>
          <p:cNvPr id="9005" name="Graphic 3"/>
          <p:cNvPicPr>
            <a:picLocks xmlns:a="http://schemas.openxmlformats.org/drawingml/2006/main" noChangeAspect="1"/>
          </p:cNvPicPr>
          <p:nvPr/>
        </p:nvPicPr>
        <p:blipFill>
          <a:blip xmlns:r="http://schemas.openxmlformats.org/officeDocument/2006/relationships" xmlns:a="http://schemas.openxmlformats.org/drawingml/2006/main" r:embed="Rccf082be20294f46">
            <a:extLst>
              <a:ext uri="{96DAC541-7B7A-43D3-8B79-37D633B846F1}">
                <asvg:svgBlip xmlns:asvg="http://schemas.microsoft.com/office/drawing/2016/SVG/main" r:embed="R8fce83339fd94258"/>
              </a:ext>
            </a:extLst>
          </a:blip>
          <a:stretch xmlns:a="http://schemas.openxmlformats.org/drawingml/2006/main">
            <a:fillRect l="0" t="0" r="0" b="0"/>
          </a:stretch>
        </p:blipFill>
        <p:spPr>
          <a:xfrm xmlns:a="http://schemas.openxmlformats.org/drawingml/2006/main">
            <a:off x="6213136" y="1509712"/>
            <a:ext cx="4676775" cy="3838575"/>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92ADC16B-5A35-D5F9-50F2-ACCFCD937E35}"/>
              </a:ext>
            </a:extLst>
          </p:cNvPr>
          <p:cNvSpPr>
            <a:spLocks xmlns:a="http://schemas.openxmlformats.org/drawingml/2006/main" noGrp="1"/>
          </p:cNvSpPr>
          <p:nvPr/>
        </p:nvSpPr>
        <p:spPr>
          <a:xfrm xmlns:a="http://schemas.openxmlformats.org/drawingml/2006/main">
            <a:off x="921327" y="2032387"/>
            <a:ext cx="4177145" cy="2031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Handoff delegates the task to another agent. </a:t>
            </a:r>
          </a:p>
          <a:p xmlns:a="http://schemas.openxmlformats.org/drawingml/2006/main">
            <a:endParaRPr/>
          </a:p>
          <a:p xmlns:a="http://schemas.openxmlformats.org/drawingml/2006/main">
            <a:r>
              <a:t>The full context and control is passed on to the new agent. </a:t>
            </a:r>
          </a:p>
          <a:p xmlns:a="http://schemas.openxmlformats.org/drawingml/2006/main">
            <a:endParaRPr/>
          </a:p>
          <a:p xmlns:a="http://schemas.openxmlformats.org/drawingml/2006/main">
            <a:endParaRPr/>
          </a:p>
        </p:txBody>
      </p:sp>
      <p:sp>
        <p:nvSpPr>
          <p:cNvPr id="9001" name="TopStrip">
            <a:extLst xmlns:a="http://schemas.openxmlformats.org/drawingml/2006/main">
              <a:ext uri="{FF2B5EF4-FFF2-40B4-BE49-F238E27FC236}">
                <a16:creationId xmlns:a16="http://schemas.microsoft.com/office/drawing/2014/main" id="{1A2127E2-1EA2-4395-8347-2786F102251D}"/>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78F0725C-4862-4F20-97D9-E9B10E65DE7A}"/>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404199833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359C52-27A6-886F-E906-5482CF4A1C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Agent as Tools vs Handoffs</a:t>
            </a:r>
          </a:p>
        </p:txBody>
      </p:sp>
      <p:sp>
        <p:nvSpPr>
          <p:cNvPr id="6" name="TextBox 5">
            <a:extLst xmlns:a="http://schemas.openxmlformats.org/drawingml/2006/main">
              <a:ext uri="{FF2B5EF4-FFF2-40B4-BE49-F238E27FC236}">
                <a16:creationId xmlns:a16="http://schemas.microsoft.com/office/drawing/2014/main" id="{C3E112B5-52BF-4967-0F40-F857E2785419}"/>
              </a:ext>
            </a:extLst>
          </p:cNvPr>
          <p:cNvSpPr>
            <a:spLocks xmlns:a="http://schemas.openxmlformats.org/drawingml/2006/main" noGrp="1"/>
          </p:cNvSpPr>
          <p:nvPr/>
        </p:nvSpPr>
        <p:spPr>
          <a:xfrm xmlns:a="http://schemas.openxmlformats.org/drawingml/2006/main">
            <a:off x="838200" y="1819721"/>
            <a:ext cx="5080294" cy="424731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lgn="l">
              <a:buFont typeface="Arial"/>
              <a:buChar char="•"/>
            </a:pPr>
            <a:r>
              <a:rPr b="1" i="0">
                <a:solidFill>
                  <a:srgbClr val="212529"/>
                </a:solidFill>
                <a:latin typeface="Lato"/>
                <a:ea typeface="Lato"/>
                <a:cs typeface="Lato"/>
              </a:rPr>
              <a:t>Handoffs</a:t>
            </a:r>
            <a:r>
              <a:rPr b="0" i="0">
                <a:solidFill>
                  <a:srgbClr val="212529"/>
                </a:solidFill>
                <a:latin typeface="Lato"/>
                <a:ea typeface="Lato"/>
                <a:cs typeface="Lato"/>
              </a:rPr>
              <a:t>:</a:t>
            </a:r>
          </a:p>
          <a:p xmlns:a="http://schemas.openxmlformats.org/drawingml/2006/main">
            <a:pPr marL="742950" lvl="1" indent="-285750" algn="l">
              <a:buFont typeface="Arial"/>
              <a:buChar char="•"/>
            </a:pPr>
            <a:r>
              <a:rPr b="0" i="0">
                <a:solidFill>
                  <a:srgbClr val="212529"/>
                </a:solidFill>
                <a:latin typeface="Lato"/>
                <a:ea typeface="Lato"/>
                <a:cs typeface="Lato"/>
              </a:rPr>
              <a:t>Great for sequential tasks and workflows.</a:t>
            </a:r>
          </a:p>
          <a:p xmlns:a="http://schemas.openxmlformats.org/drawingml/2006/main">
            <a:pPr marL="742950" lvl="1" indent="-285750" algn="l">
              <a:buFont typeface="Arial"/>
              <a:buChar char="•"/>
            </a:pPr>
            <a:r>
              <a:rPr b="0" i="0">
                <a:solidFill>
                  <a:srgbClr val="212529"/>
                </a:solidFill>
                <a:latin typeface="Lato"/>
                <a:ea typeface="Lato"/>
                <a:cs typeface="Lato"/>
              </a:rPr>
              <a:t>Pass entire context between agents.</a:t>
            </a:r>
          </a:p>
          <a:p xmlns:a="http://schemas.openxmlformats.org/drawingml/2006/main">
            <a:pPr marL="742950" lvl="1" indent="-285750" algn="l">
              <a:buFont typeface="Arial"/>
              <a:buChar char="•"/>
            </a:pPr>
            <a:r>
              <a:rPr b="0" i="0">
                <a:solidFill>
                  <a:srgbClr val="212529"/>
                </a:solidFill>
                <a:latin typeface="Lato"/>
                <a:ea typeface="Lato"/>
                <a:cs typeface="Lato"/>
              </a:rPr>
              <a:t>Easy to conceptualize linear agent flows.</a:t>
            </a:r>
          </a:p>
          <a:p xmlns:a="http://schemas.openxmlformats.org/drawingml/2006/main">
            <a:pPr marL="285750" indent="-285750" algn="l">
              <a:buFont typeface="Arial"/>
              <a:buChar char="•"/>
            </a:pPr>
            <a:r>
              <a:rPr b="1" i="0">
                <a:solidFill>
                  <a:srgbClr val="212529"/>
                </a:solidFill>
                <a:latin typeface="Lato"/>
                <a:ea typeface="Lato"/>
                <a:cs typeface="Lato"/>
              </a:rPr>
              <a:t>Agents as Tools</a:t>
            </a:r>
            <a:r>
              <a:rPr b="0" i="0">
                <a:solidFill>
                  <a:srgbClr val="212529"/>
                </a:solidFill>
                <a:latin typeface="Lato"/>
                <a:ea typeface="Lato"/>
                <a:cs typeface="Lato"/>
              </a:rPr>
              <a:t>:</a:t>
            </a:r>
          </a:p>
          <a:p xmlns:a="http://schemas.openxmlformats.org/drawingml/2006/main">
            <a:pPr marL="742950" lvl="1" indent="-285750" algn="l">
              <a:buFont typeface="Arial"/>
              <a:buChar char="•"/>
            </a:pPr>
            <a:r>
              <a:rPr b="0" i="0">
                <a:solidFill>
                  <a:srgbClr val="212529"/>
                </a:solidFill>
                <a:latin typeface="Lato"/>
                <a:ea typeface="Lato"/>
                <a:cs typeface="Lato"/>
              </a:rPr>
              <a:t>Offer dynamic, conditional orchestration.</a:t>
            </a:r>
          </a:p>
          <a:p xmlns:a="http://schemas.openxmlformats.org/drawingml/2006/main">
            <a:pPr marL="742950" lvl="1" indent="-285750" algn="l">
              <a:buFont typeface="Arial"/>
              <a:buChar char="•"/>
            </a:pPr>
            <a:r>
              <a:rPr b="0" i="0">
                <a:solidFill>
                  <a:srgbClr val="212529"/>
                </a:solidFill>
                <a:latin typeface="Lato"/>
                <a:ea typeface="Lato"/>
                <a:cs typeface="Lato"/>
              </a:rPr>
              <a:t>Allow dynamic control of multiple specialized agents.</a:t>
            </a:r>
          </a:p>
          <a:p xmlns:a="http://schemas.openxmlformats.org/drawingml/2006/main">
            <a:pPr marL="742950" lvl="1" indent="-285750" algn="l">
              <a:buFont typeface="Arial"/>
              <a:buChar char="•"/>
            </a:pPr>
            <a:r>
              <a:rPr b="0" i="0">
                <a:solidFill>
                  <a:srgbClr val="212529"/>
                </a:solidFill>
                <a:latin typeface="Lato"/>
                <a:ea typeface="Lato"/>
                <a:cs typeface="Lato"/>
              </a:rPr>
              <a:t>Scalable and extensible.</a:t>
            </a:r>
          </a:p>
          <a:p xmlns:a="http://schemas.openxmlformats.org/drawingml/2006/main">
            <a:pPr marL="742950" lvl="1" indent="-285750" algn="l">
              <a:buFont typeface="Arial"/>
              <a:buChar char="•"/>
            </a:pPr>
            <a:endParaRPr>
              <a:solidFill>
                <a:srgbClr val="212529"/>
              </a:solidFill>
              <a:latin typeface="Lato"/>
              <a:ea typeface="Lato"/>
              <a:cs typeface="Lato"/>
            </a:endParaRPr>
          </a:p>
          <a:p xmlns:a="http://schemas.openxmlformats.org/drawingml/2006/main">
            <a:pPr marL="742950" lvl="1" indent="-285750" algn="l">
              <a:buFont typeface="Arial"/>
              <a:buChar char="•"/>
            </a:pPr>
            <a:endParaRPr>
              <a:solidFill>
                <a:srgbClr val="212529"/>
              </a:solidFill>
              <a:latin typeface="Lato"/>
              <a:ea typeface="Lato"/>
              <a:cs typeface="Lato"/>
            </a:endParaRPr>
          </a:p>
          <a:p xmlns:a="http://schemas.openxmlformats.org/drawingml/2006/main">
            <a:r>
              <a:rPr b="0" i="0">
                <a:solidFill>
                  <a:srgbClr val="212529"/>
                </a:solidFill>
                <a:latin typeface="Lato"/>
                <a:ea typeface="Lato"/>
                <a:cs typeface="Lato"/>
              </a:rPr>
              <a:t>It </a:t>
            </a:r>
            <a:r>
              <a:rPr>
                <a:solidFill>
                  <a:srgbClr val="212529"/>
                </a:solidFill>
                <a:latin typeface="Lato"/>
                <a:ea typeface="Lato"/>
                <a:cs typeface="Lato"/>
              </a:rPr>
              <a:t>is expected to have to use both in creating agentic workflow. </a:t>
            </a:r>
          </a:p>
          <a:p xmlns:a="http://schemas.openxmlformats.org/drawingml/2006/main">
            <a:endParaRPr b="0" i="0">
              <a:solidFill>
                <a:srgbClr val="212529"/>
              </a:solidFill>
              <a:latin typeface="Lato"/>
              <a:ea typeface="Lato"/>
              <a:cs typeface="Lato"/>
            </a:endParaRPr>
          </a:p>
        </p:txBody>
      </p:sp>
      <p:sp>
        <p:nvSpPr>
          <p:cNvPr id="9" name="Free-form: Shape 8">
            <a:extLst xmlns:a="http://schemas.openxmlformats.org/drawingml/2006/main">
              <a:ext uri="{FF2B5EF4-FFF2-40B4-BE49-F238E27FC236}">
                <a16:creationId xmlns:a16="http://schemas.microsoft.com/office/drawing/2014/main" id="{82F9946E-707F-F875-84A1-9311CC697F66}"/>
              </a:ext>
            </a:extLst>
          </p:cNvPr>
          <p:cNvSpPr>
            <a:spLocks xmlns:a="http://schemas.openxmlformats.org/drawingml/2006/main" noGrp="1"/>
          </p:cNvSpPr>
          <p:nvPr/>
        </p:nvSpPr>
        <p:spPr>
          <a:xfrm xmlns:a="http://schemas.openxmlformats.org/drawingml/2006/main" rot="0" flipH="0" flipV="0">
            <a:off x="7343280" y="1690688"/>
            <a:ext cx="986984" cy="405917"/>
          </a:xfrm>
          <a:custGeom xmlns:a="http://schemas.openxmlformats.org/drawingml/2006/main">
            <a:gdLst>
              <a:gd name="connsiteX0" fmla="*/ 1338762 w 1338757"/>
              <a:gd name="connsiteY0" fmla="*/ 223622 h 446647"/>
              <a:gd name="connsiteX1" fmla="*/ 669383 w 1338757"/>
              <a:gd name="connsiteY1" fmla="*/ 446946 h 446647"/>
              <a:gd name="connsiteX2" fmla="*/ 4 w 1338757"/>
              <a:gd name="connsiteY2" fmla="*/ 223622 h 446647"/>
              <a:gd name="connsiteX3" fmla="*/ 669383 w 1338757"/>
              <a:gd name="connsiteY3" fmla="*/ 298 h 446647"/>
              <a:gd name="connsiteX4" fmla="*/ 1338762 w 1338757"/>
              <a:gd name="connsiteY4" fmla="*/ 223622 h 446647"/>
            </a:gdLst>
            <a:rect l="l" t="t" r="r" b="b"/>
            <a:pathLst>
              <a:path w="1338757" h="446647">
                <a:moveTo>
                  <a:pt x="1338762" y="223622"/>
                </a:moveTo>
                <a:cubicBezTo>
                  <a:pt x="1338762" y="346960"/>
                  <a:pt x="1039071" y="446946"/>
                  <a:pt x="669383" y="446946"/>
                </a:cubicBezTo>
                <a:cubicBezTo>
                  <a:pt x="299695" y="446946"/>
                  <a:pt x="4" y="346960"/>
                  <a:pt x="4" y="223622"/>
                </a:cubicBezTo>
                <a:cubicBezTo>
                  <a:pt x="4" y="100284"/>
                  <a:pt x="299695" y="298"/>
                  <a:pt x="669383" y="298"/>
                </a:cubicBezTo>
                <a:cubicBezTo>
                  <a:pt x="1039071" y="298"/>
                  <a:pt x="1338762" y="100284"/>
                  <a:pt x="1338762" y="223622"/>
                </a:cubicBezTo>
                <a:close/>
              </a:path>
            </a:pathLst>
          </a:custGeom>
          <a:solidFill xmlns:a="http://schemas.openxmlformats.org/drawingml/2006/main">
            <a:srgbClr val="ADD8E6"/>
          </a:solidFill>
          <a:ln xmlns:a="http://schemas.openxmlformats.org/drawingml/2006/main" w="12707">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TextBox 9">
            <a:extLst xmlns:a="http://schemas.openxmlformats.org/drawingml/2006/main">
              <a:ext uri="{FF2B5EF4-FFF2-40B4-BE49-F238E27FC236}">
                <a16:creationId xmlns:a16="http://schemas.microsoft.com/office/drawing/2014/main" id="{8EAF528B-9272-A0F4-E330-1FF221428FB4}"/>
              </a:ext>
            </a:extLst>
          </p:cNvPr>
          <p:cNvSpPr>
            <a:spLocks xmlns:a="http://schemas.openxmlformats.org/drawingml/2006/main" noGrp="1"/>
          </p:cNvSpPr>
          <p:nvPr/>
        </p:nvSpPr>
        <p:spPr>
          <a:xfrm xmlns:a="http://schemas.openxmlformats.org/drawingml/2006/main" rot="0" flipH="0" flipV="0">
            <a:off x="7488327" y="1750443"/>
            <a:ext cx="696890" cy="26792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1" spc="0">
                <a:solidFill>
                  <a:srgbClr val="000000"/>
                </a:solidFill>
                <a:latin typeface="Arial"/>
                <a:ea typeface="Arial"/>
                <a:cs typeface="Arial"/>
              </a:rPr>
              <a:t>__start__</a:t>
            </a:r>
          </a:p>
        </p:txBody>
      </p:sp>
      <p:sp>
        <p:nvSpPr>
          <p:cNvPr id="12" name="Free-form: Shape 11">
            <a:extLst xmlns:a="http://schemas.openxmlformats.org/drawingml/2006/main">
              <a:ext uri="{FF2B5EF4-FFF2-40B4-BE49-F238E27FC236}">
                <a16:creationId xmlns:a16="http://schemas.microsoft.com/office/drawing/2014/main" id="{429D976A-D8F7-1112-2CEF-5C51BCE7E1B3}"/>
              </a:ext>
            </a:extLst>
          </p:cNvPr>
          <p:cNvSpPr>
            <a:spLocks xmlns:a="http://schemas.openxmlformats.org/drawingml/2006/main" noGrp="1"/>
          </p:cNvSpPr>
          <p:nvPr/>
        </p:nvSpPr>
        <p:spPr>
          <a:xfrm xmlns:a="http://schemas.openxmlformats.org/drawingml/2006/main" rot="0" flipH="0" flipV="0">
            <a:off x="7329791" y="2512111"/>
            <a:ext cx="1014057" cy="669982"/>
          </a:xfrm>
          <a:custGeom xmlns:a="http://schemas.openxmlformats.org/drawingml/2006/main">
            <a:gdLst>
              <a:gd name="connsiteX0" fmla="*/ 1375483 w 1375479"/>
              <a:gd name="connsiteY0" fmla="*/ 298 h 737209"/>
              <a:gd name="connsiteX1" fmla="*/ 4 w 1375479"/>
              <a:gd name="connsiteY1" fmla="*/ 298 h 737209"/>
              <a:gd name="connsiteX2" fmla="*/ 4 w 1375479"/>
              <a:gd name="connsiteY2" fmla="*/ 737508 h 737209"/>
              <a:gd name="connsiteX3" fmla="*/ 1375483 w 1375479"/>
              <a:gd name="connsiteY3" fmla="*/ 737508 h 737209"/>
              <a:gd name="connsiteX4" fmla="*/ 1375483 w 1375479"/>
              <a:gd name="connsiteY4" fmla="*/ 298 h 737209"/>
            </a:gdLst>
            <a:rect l="l" t="t" r="r" b="b"/>
            <a:pathLst>
              <a:path w="1375479" h="737209">
                <a:moveTo>
                  <a:pt x="1375483" y="298"/>
                </a:moveTo>
                <a:lnTo>
                  <a:pt x="4" y="298"/>
                </a:lnTo>
                <a:lnTo>
                  <a:pt x="4" y="737508"/>
                </a:lnTo>
                <a:lnTo>
                  <a:pt x="1375483" y="737508"/>
                </a:lnTo>
                <a:lnTo>
                  <a:pt x="1375483" y="298"/>
                </a:lnTo>
                <a:close/>
              </a:path>
            </a:pathLst>
          </a:custGeom>
          <a:solidFill xmlns:a="http://schemas.openxmlformats.org/drawingml/2006/main">
            <a:srgbClr val="FFFFE0"/>
          </a:solidFill>
          <a:ln xmlns:a="http://schemas.openxmlformats.org/drawingml/2006/main" w="12707">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TextBox 12">
            <a:extLst xmlns:a="http://schemas.openxmlformats.org/drawingml/2006/main">
              <a:ext uri="{FF2B5EF4-FFF2-40B4-BE49-F238E27FC236}">
                <a16:creationId xmlns:a16="http://schemas.microsoft.com/office/drawing/2014/main" id="{84AE20B9-6F5B-99CA-6916-FC794FDE7CB8}"/>
              </a:ext>
            </a:extLst>
          </p:cNvPr>
          <p:cNvSpPr>
            <a:spLocks xmlns:a="http://schemas.openxmlformats.org/drawingml/2006/main" noGrp="1"/>
          </p:cNvSpPr>
          <p:nvPr/>
        </p:nvSpPr>
        <p:spPr>
          <a:xfrm xmlns:a="http://schemas.openxmlformats.org/drawingml/2006/main" rot="0" flipH="0" flipV="0">
            <a:off x="7329075" y="2703899"/>
            <a:ext cx="1015392" cy="26792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1" spc="0">
                <a:solidFill>
                  <a:srgbClr val="000000"/>
                </a:solidFill>
                <a:latin typeface="Arial"/>
                <a:ea typeface="Arial"/>
                <a:cs typeface="Arial"/>
              </a:rPr>
              <a:t>weather_agent</a:t>
            </a:r>
            <a:endParaRPr sz="1051" spc="0" baseline="0">
              <a:solidFill>
                <a:srgbClr val="000000"/>
              </a:solidFill>
              <a:latin typeface="Arial"/>
              <a:ea typeface="Arial"/>
              <a:cs typeface="Arial"/>
            </a:endParaRPr>
          </a:p>
        </p:txBody>
      </p:sp>
      <p:sp>
        <p:nvSpPr>
          <p:cNvPr id="15" name="Free-form: Shape 14">
            <a:extLst xmlns:a="http://schemas.openxmlformats.org/drawingml/2006/main">
              <a:ext uri="{FF2B5EF4-FFF2-40B4-BE49-F238E27FC236}">
                <a16:creationId xmlns:a16="http://schemas.microsoft.com/office/drawing/2014/main" id="{244EBDF6-7869-50A8-1090-DFF46DBAAE88}"/>
              </a:ext>
            </a:extLst>
          </p:cNvPr>
          <p:cNvSpPr>
            <a:spLocks xmlns:a="http://schemas.openxmlformats.org/drawingml/2006/main" noGrp="1"/>
          </p:cNvSpPr>
          <p:nvPr/>
        </p:nvSpPr>
        <p:spPr>
          <a:xfrm xmlns:a="http://schemas.openxmlformats.org/drawingml/2006/main" rot="0" flipH="0" flipV="0">
            <a:off x="7836772" y="2097992"/>
            <a:ext cx="9367" cy="270880"/>
          </a:xfrm>
          <a:custGeom xmlns:a="http://schemas.openxmlformats.org/drawingml/2006/main">
            <a:gdLst>
              <a:gd name="connsiteX0" fmla="*/ 4 w 12706"/>
              <a:gd name="connsiteY0" fmla="*/ 298 h 298061"/>
              <a:gd name="connsiteX1" fmla="*/ 4 w 12706"/>
              <a:gd name="connsiteY1" fmla="*/ 298360 h 298061"/>
            </a:gdLst>
            <a:rect l="l" t="t" r="r" b="b"/>
            <a:pathLst>
              <a:path w="12706" h="298061">
                <a:moveTo>
                  <a:pt x="4" y="298"/>
                </a:moveTo>
                <a:cubicBezTo>
                  <a:pt x="4" y="87620"/>
                  <a:pt x="4" y="192990"/>
                  <a:pt x="4" y="298360"/>
                </a:cubicBezTo>
              </a:path>
            </a:pathLst>
          </a:custGeom>
          <a:noFill xmlns:a="http://schemas.openxmlformats.org/drawingml/2006/main"/>
          <a:ln xmlns:a="http://schemas.openxmlformats.org/drawingml/2006/main" w="19060">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ree-form: Shape 15">
            <a:extLst xmlns:a="http://schemas.openxmlformats.org/drawingml/2006/main">
              <a:ext uri="{FF2B5EF4-FFF2-40B4-BE49-F238E27FC236}">
                <a16:creationId xmlns:a16="http://schemas.microsoft.com/office/drawing/2014/main" id="{B3450A91-A8AC-7BE1-7368-7054157F035A}"/>
              </a:ext>
            </a:extLst>
          </p:cNvPr>
          <p:cNvSpPr>
            <a:spLocks xmlns:a="http://schemas.openxmlformats.org/drawingml/2006/main" noGrp="1"/>
          </p:cNvSpPr>
          <p:nvPr/>
        </p:nvSpPr>
        <p:spPr>
          <a:xfrm xmlns:a="http://schemas.openxmlformats.org/drawingml/2006/main" rot="0" flipH="0" flipV="0">
            <a:off x="7803985" y="2365638"/>
            <a:ext cx="65573" cy="115514"/>
          </a:xfrm>
          <a:custGeom xmlns:a="http://schemas.openxmlformats.org/drawingml/2006/main">
            <a:gdLst>
              <a:gd name="connsiteX0" fmla="*/ 88950 w 88945"/>
              <a:gd name="connsiteY0" fmla="*/ 298 h 127105"/>
              <a:gd name="connsiteX1" fmla="*/ 44477 w 88945"/>
              <a:gd name="connsiteY1" fmla="*/ 127403 h 127105"/>
              <a:gd name="connsiteX2" fmla="*/ 4 w 88945"/>
              <a:gd name="connsiteY2" fmla="*/ 298 h 127105"/>
              <a:gd name="connsiteX3" fmla="*/ 88950 w 88945"/>
              <a:gd name="connsiteY3" fmla="*/ 298 h 127105"/>
            </a:gdLst>
            <a:rect l="l" t="t" r="r" b="b"/>
            <a:pathLst>
              <a:path w="88945" h="127105">
                <a:moveTo>
                  <a:pt x="88950" y="298"/>
                </a:moveTo>
                <a:lnTo>
                  <a:pt x="44477" y="127403"/>
                </a:lnTo>
                <a:lnTo>
                  <a:pt x="4" y="298"/>
                </a:lnTo>
                <a:lnTo>
                  <a:pt x="88950" y="298"/>
                </a:lnTo>
                <a:close/>
              </a:path>
            </a:pathLst>
          </a:custGeom>
          <a:solidFill xmlns:a="http://schemas.openxmlformats.org/drawingml/2006/main">
            <a:srgbClr val="000000"/>
          </a:solidFill>
          <a:ln xmlns:a="http://schemas.openxmlformats.org/drawingml/2006/main" w="19060">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ree-form: Shape 17">
            <a:extLst xmlns:a="http://schemas.openxmlformats.org/drawingml/2006/main">
              <a:ext uri="{FF2B5EF4-FFF2-40B4-BE49-F238E27FC236}">
                <a16:creationId xmlns:a16="http://schemas.microsoft.com/office/drawing/2014/main" id="{B9194770-12FC-0289-C0E9-27264EE0C992}"/>
              </a:ext>
            </a:extLst>
          </p:cNvPr>
          <p:cNvSpPr>
            <a:spLocks xmlns:a="http://schemas.openxmlformats.org/drawingml/2006/main" noGrp="1"/>
          </p:cNvSpPr>
          <p:nvPr/>
        </p:nvSpPr>
        <p:spPr>
          <a:xfrm xmlns:a="http://schemas.openxmlformats.org/drawingml/2006/main" rot="0" flipH="0" flipV="0">
            <a:off x="9703668" y="4683319"/>
            <a:ext cx="931339" cy="405917"/>
          </a:xfrm>
          <a:custGeom xmlns:a="http://schemas.openxmlformats.org/drawingml/2006/main">
            <a:gdLst>
              <a:gd name="connsiteX0" fmla="*/ 1263285 w 1263280"/>
              <a:gd name="connsiteY0" fmla="*/ 223622 h 446647"/>
              <a:gd name="connsiteX1" fmla="*/ 631645 w 1263280"/>
              <a:gd name="connsiteY1" fmla="*/ 446946 h 446647"/>
              <a:gd name="connsiteX2" fmla="*/ 4 w 1263280"/>
              <a:gd name="connsiteY2" fmla="*/ 223622 h 446647"/>
              <a:gd name="connsiteX3" fmla="*/ 631645 w 1263280"/>
              <a:gd name="connsiteY3" fmla="*/ 298 h 446647"/>
              <a:gd name="connsiteX4" fmla="*/ 1263285 w 1263280"/>
              <a:gd name="connsiteY4" fmla="*/ 223622 h 446647"/>
            </a:gdLst>
            <a:rect l="l" t="t" r="r" b="b"/>
            <a:pathLst>
              <a:path w="1263280" h="446647">
                <a:moveTo>
                  <a:pt x="1263285" y="223622"/>
                </a:moveTo>
                <a:cubicBezTo>
                  <a:pt x="1263285" y="346960"/>
                  <a:pt x="980490" y="446946"/>
                  <a:pt x="631645" y="446946"/>
                </a:cubicBezTo>
                <a:cubicBezTo>
                  <a:pt x="282799" y="446946"/>
                  <a:pt x="4" y="346960"/>
                  <a:pt x="4" y="223622"/>
                </a:cubicBezTo>
                <a:cubicBezTo>
                  <a:pt x="4" y="100284"/>
                  <a:pt x="282799" y="298"/>
                  <a:pt x="631645" y="298"/>
                </a:cubicBezTo>
                <a:cubicBezTo>
                  <a:pt x="980490" y="298"/>
                  <a:pt x="1263285" y="100284"/>
                  <a:pt x="1263285" y="223622"/>
                </a:cubicBezTo>
                <a:close/>
              </a:path>
            </a:pathLst>
          </a:custGeom>
          <a:solidFill xmlns:a="http://schemas.openxmlformats.org/drawingml/2006/main">
            <a:srgbClr val="ADD8E6"/>
          </a:solidFill>
          <a:ln xmlns:a="http://schemas.openxmlformats.org/drawingml/2006/main" w="12707">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19" name="TextBox 18">
            <a:extLst xmlns:a="http://schemas.openxmlformats.org/drawingml/2006/main">
              <a:ext uri="{FF2B5EF4-FFF2-40B4-BE49-F238E27FC236}">
                <a16:creationId xmlns:a16="http://schemas.microsoft.com/office/drawing/2014/main" id="{5E551830-4DAD-16DB-918A-F57C21C28DD7}"/>
              </a:ext>
            </a:extLst>
          </p:cNvPr>
          <p:cNvSpPr>
            <a:spLocks xmlns:a="http://schemas.openxmlformats.org/drawingml/2006/main" noGrp="1"/>
          </p:cNvSpPr>
          <p:nvPr/>
        </p:nvSpPr>
        <p:spPr>
          <a:xfrm xmlns:a="http://schemas.openxmlformats.org/drawingml/2006/main" rot="0" flipH="0" flipV="0">
            <a:off x="9839629" y="4743074"/>
            <a:ext cx="659419" cy="26792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1" spc="0">
                <a:solidFill>
                  <a:srgbClr val="000000"/>
                </a:solidFill>
                <a:latin typeface="Arial"/>
                <a:ea typeface="Arial"/>
                <a:cs typeface="Arial"/>
              </a:rPr>
              <a:t>__end__</a:t>
            </a:r>
          </a:p>
        </p:txBody>
      </p:sp>
      <p:sp>
        <p:nvSpPr>
          <p:cNvPr id="21" name="Free-form: Shape 20">
            <a:extLst xmlns:a="http://schemas.openxmlformats.org/drawingml/2006/main">
              <a:ext uri="{FF2B5EF4-FFF2-40B4-BE49-F238E27FC236}">
                <a16:creationId xmlns:a16="http://schemas.microsoft.com/office/drawing/2014/main" id="{4BFC0F50-C199-4CDA-3D7A-C3A8651B8F80}"/>
              </a:ext>
            </a:extLst>
          </p:cNvPr>
          <p:cNvSpPr>
            <a:spLocks xmlns:a="http://schemas.openxmlformats.org/drawingml/2006/main" noGrp="1"/>
          </p:cNvSpPr>
          <p:nvPr/>
        </p:nvSpPr>
        <p:spPr>
          <a:xfrm xmlns:a="http://schemas.openxmlformats.org/drawingml/2006/main" rot="0" flipH="0" flipV="0">
            <a:off x="6770255" y="3729979"/>
            <a:ext cx="2133032" cy="405917"/>
          </a:xfrm>
          <a:custGeom xmlns:a="http://schemas.openxmlformats.org/drawingml/2006/main">
            <a:gdLst>
              <a:gd name="connsiteX0" fmla="*/ 2893276 w 2893271"/>
              <a:gd name="connsiteY0" fmla="*/ 223622 h 446647"/>
              <a:gd name="connsiteX1" fmla="*/ 1446640 w 2893271"/>
              <a:gd name="connsiteY1" fmla="*/ 446946 h 446647"/>
              <a:gd name="connsiteX2" fmla="*/ 4 w 2893271"/>
              <a:gd name="connsiteY2" fmla="*/ 223622 h 446647"/>
              <a:gd name="connsiteX3" fmla="*/ 1446640 w 2893271"/>
              <a:gd name="connsiteY3" fmla="*/ 298 h 446647"/>
              <a:gd name="connsiteX4" fmla="*/ 2893276 w 2893271"/>
              <a:gd name="connsiteY4" fmla="*/ 223622 h 446647"/>
            </a:gdLst>
            <a:rect l="l" t="t" r="r" b="b"/>
            <a:pathLst>
              <a:path w="2893271" h="446647">
                <a:moveTo>
                  <a:pt x="2893276" y="223622"/>
                </a:moveTo>
                <a:cubicBezTo>
                  <a:pt x="2893276" y="346960"/>
                  <a:pt x="2245595" y="446946"/>
                  <a:pt x="1446640" y="446946"/>
                </a:cubicBezTo>
                <a:cubicBezTo>
                  <a:pt x="647685" y="446946"/>
                  <a:pt x="4" y="346960"/>
                  <a:pt x="4" y="223622"/>
                </a:cubicBezTo>
                <a:cubicBezTo>
                  <a:pt x="4" y="100284"/>
                  <a:pt x="647685" y="298"/>
                  <a:pt x="1446640" y="298"/>
                </a:cubicBezTo>
                <a:cubicBezTo>
                  <a:pt x="2245595" y="298"/>
                  <a:pt x="2893276" y="100284"/>
                  <a:pt x="2893276" y="223622"/>
                </a:cubicBezTo>
                <a:close/>
              </a:path>
            </a:pathLst>
          </a:custGeom>
          <a:solidFill xmlns:a="http://schemas.openxmlformats.org/drawingml/2006/main">
            <a:srgbClr val="90EE90"/>
          </a:solidFill>
          <a:ln xmlns:a="http://schemas.openxmlformats.org/drawingml/2006/main" w="12707">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TextBox 21">
            <a:extLst xmlns:a="http://schemas.openxmlformats.org/drawingml/2006/main">
              <a:ext uri="{FF2B5EF4-FFF2-40B4-BE49-F238E27FC236}">
                <a16:creationId xmlns:a16="http://schemas.microsoft.com/office/drawing/2014/main" id="{887F671B-06D2-E52B-2B2D-0A4F5C429F7E}"/>
              </a:ext>
            </a:extLst>
          </p:cNvPr>
          <p:cNvSpPr>
            <a:spLocks xmlns:a="http://schemas.openxmlformats.org/drawingml/2006/main" noGrp="1"/>
          </p:cNvSpPr>
          <p:nvPr/>
        </p:nvSpPr>
        <p:spPr>
          <a:xfrm xmlns:a="http://schemas.openxmlformats.org/drawingml/2006/main" rot="0" flipH="0" flipV="0">
            <a:off x="7080831" y="3789734"/>
            <a:ext cx="1511883" cy="26792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1" spc="0">
                <a:solidFill>
                  <a:srgbClr val="000000"/>
                </a:solidFill>
                <a:latin typeface="Arial"/>
                <a:ea typeface="Arial"/>
                <a:cs typeface="Arial"/>
              </a:rPr>
              <a:t>weather_data_collector</a:t>
            </a:r>
          </a:p>
        </p:txBody>
      </p:sp>
      <p:sp>
        <p:nvSpPr>
          <p:cNvPr id="24" name="Free-form: Shape 23">
            <a:extLst xmlns:a="http://schemas.openxmlformats.org/drawingml/2006/main">
              <a:ext uri="{FF2B5EF4-FFF2-40B4-BE49-F238E27FC236}">
                <a16:creationId xmlns:a16="http://schemas.microsoft.com/office/drawing/2014/main" id="{552E28C0-4C3F-5052-C7B6-E0943AC36DE0}"/>
              </a:ext>
            </a:extLst>
          </p:cNvPr>
          <p:cNvSpPr>
            <a:spLocks xmlns:a="http://schemas.openxmlformats.org/drawingml/2006/main" noGrp="1"/>
          </p:cNvSpPr>
          <p:nvPr/>
        </p:nvSpPr>
        <p:spPr>
          <a:xfrm xmlns:a="http://schemas.openxmlformats.org/drawingml/2006/main" rot="0" flipH="0" flipV="0">
            <a:off x="7773573" y="3186137"/>
            <a:ext cx="4368" cy="400372"/>
          </a:xfrm>
          <a:custGeom xmlns:a="http://schemas.openxmlformats.org/drawingml/2006/main">
            <a:gdLst>
              <a:gd name="connsiteX0" fmla="*/ 5931 w 5926"/>
              <a:gd name="connsiteY0" fmla="*/ 298 h 440546"/>
              <a:gd name="connsiteX1" fmla="*/ 5423 w 5926"/>
              <a:gd name="connsiteY1" fmla="*/ 440845 h 440546"/>
            </a:gdLst>
            <a:rect l="l" t="t" r="r" b="b"/>
            <a:pathLst>
              <a:path w="5926" h="440546">
                <a:moveTo>
                  <a:pt x="5931" y="298"/>
                </a:moveTo>
                <a:cubicBezTo>
                  <a:pt x="-1820" y="140241"/>
                  <a:pt x="-1947" y="300266"/>
                  <a:pt x="5423" y="440845"/>
                </a:cubicBezTo>
              </a:path>
            </a:pathLst>
          </a:custGeom>
          <a:noFill xmlns:a="http://schemas.openxmlformats.org/drawingml/2006/main"/>
          <a:ln xmlns:a="http://schemas.openxmlformats.org/drawingml/2006/main" w="19060">
            <a:solidFill>
              <a:srgbClr val="000000"/>
            </a:solidFill>
          </a:ln>
        </p:spPr>
        <p:txBody>
          <a:bodyPr xmlns:a="http://schemas.openxmlformats.org/drawingml/2006/main" anchor="ctr"/>
          <a:lstStyle xmlns:a="http://schemas.openxmlformats.org/drawingml/2006/main"/>
          <a:p xmlns:a="http://schemas.openxmlformats.org/drawingml/2006/main">
            <a:endParaRPr/>
          </a:p>
        </p:txBody>
      </p:sp>
      <p:sp>
        <p:nvSpPr>
          <p:cNvPr id="25" name="Free-form: Shape 24">
            <a:extLst xmlns:a="http://schemas.openxmlformats.org/drawingml/2006/main">
              <a:ext uri="{FF2B5EF4-FFF2-40B4-BE49-F238E27FC236}">
                <a16:creationId xmlns:a16="http://schemas.microsoft.com/office/drawing/2014/main" id="{6106532A-DA8A-76D2-85AE-45B337F56FCD}"/>
              </a:ext>
            </a:extLst>
          </p:cNvPr>
          <p:cNvSpPr>
            <a:spLocks xmlns:a="http://schemas.openxmlformats.org/drawingml/2006/main" noGrp="1"/>
          </p:cNvSpPr>
          <p:nvPr/>
        </p:nvSpPr>
        <p:spPr>
          <a:xfrm xmlns:a="http://schemas.openxmlformats.org/drawingml/2006/main" rot="0" flipH="0" flipV="0">
            <a:off x="7744781" y="3581774"/>
            <a:ext cx="65386" cy="118401"/>
          </a:xfrm>
          <a:custGeom xmlns:a="http://schemas.openxmlformats.org/drawingml/2006/main">
            <a:gdLst>
              <a:gd name="connsiteX0" fmla="*/ 88695 w 88691"/>
              <a:gd name="connsiteY0" fmla="*/ 298 h 130282"/>
              <a:gd name="connsiteX1" fmla="*/ 54388 w 88691"/>
              <a:gd name="connsiteY1" fmla="*/ 130581 h 130282"/>
              <a:gd name="connsiteX2" fmla="*/ 4 w 88691"/>
              <a:gd name="connsiteY2" fmla="*/ 7416 h 130282"/>
              <a:gd name="connsiteX3" fmla="*/ 88695 w 88691"/>
              <a:gd name="connsiteY3" fmla="*/ 298 h 130282"/>
            </a:gdLst>
            <a:rect l="l" t="t" r="r" b="b"/>
            <a:pathLst>
              <a:path w="88691" h="130282">
                <a:moveTo>
                  <a:pt x="88695" y="298"/>
                </a:moveTo>
                <a:lnTo>
                  <a:pt x="54388" y="130581"/>
                </a:lnTo>
                <a:lnTo>
                  <a:pt x="4" y="7416"/>
                </a:lnTo>
                <a:lnTo>
                  <a:pt x="88695" y="298"/>
                </a:lnTo>
                <a:close/>
              </a:path>
            </a:pathLst>
          </a:custGeom>
          <a:solidFill xmlns:a="http://schemas.openxmlformats.org/drawingml/2006/main">
            <a:srgbClr val="000000"/>
          </a:solidFill>
          <a:ln xmlns:a="http://schemas.openxmlformats.org/drawingml/2006/main" w="19060">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7" name="Free-form: Shape 26">
            <a:extLst xmlns:a="http://schemas.openxmlformats.org/drawingml/2006/main">
              <a:ext uri="{FF2B5EF4-FFF2-40B4-BE49-F238E27FC236}">
                <a16:creationId xmlns:a16="http://schemas.microsoft.com/office/drawing/2014/main" id="{EA00608B-97E0-2A27-1413-FCF8298C26E1}"/>
              </a:ext>
            </a:extLst>
          </p:cNvPr>
          <p:cNvSpPr>
            <a:spLocks xmlns:a="http://schemas.openxmlformats.org/drawingml/2006/main" noGrp="1"/>
          </p:cNvSpPr>
          <p:nvPr/>
        </p:nvSpPr>
        <p:spPr>
          <a:xfrm xmlns:a="http://schemas.openxmlformats.org/drawingml/2006/main" rot="0" flipH="0" flipV="0">
            <a:off x="9074344" y="3597946"/>
            <a:ext cx="2189988" cy="669982"/>
          </a:xfrm>
          <a:custGeom xmlns:a="http://schemas.openxmlformats.org/drawingml/2006/main">
            <a:gdLst>
              <a:gd name="connsiteX0" fmla="*/ 2970531 w 2970526"/>
              <a:gd name="connsiteY0" fmla="*/ 298 h 737209"/>
              <a:gd name="connsiteX1" fmla="*/ 4 w 2970526"/>
              <a:gd name="connsiteY1" fmla="*/ 298 h 737209"/>
              <a:gd name="connsiteX2" fmla="*/ 4 w 2970526"/>
              <a:gd name="connsiteY2" fmla="*/ 737508 h 737209"/>
              <a:gd name="connsiteX3" fmla="*/ 2970531 w 2970526"/>
              <a:gd name="connsiteY3" fmla="*/ 737508 h 737209"/>
              <a:gd name="connsiteX4" fmla="*/ 2970531 w 2970526"/>
              <a:gd name="connsiteY4" fmla="*/ 298 h 737209"/>
            </a:gdLst>
            <a:rect l="l" t="t" r="r" b="b"/>
            <a:pathLst>
              <a:path w="2970526" h="737209">
                <a:moveTo>
                  <a:pt x="2970531" y="298"/>
                </a:moveTo>
                <a:lnTo>
                  <a:pt x="4" y="298"/>
                </a:lnTo>
                <a:lnTo>
                  <a:pt x="4" y="737508"/>
                </a:lnTo>
                <a:lnTo>
                  <a:pt x="2970531" y="737508"/>
                </a:lnTo>
                <a:lnTo>
                  <a:pt x="2970531" y="298"/>
                </a:lnTo>
                <a:close/>
              </a:path>
            </a:pathLst>
          </a:custGeom>
          <a:solidFill xmlns:a="http://schemas.openxmlformats.org/drawingml/2006/main">
            <a:srgbClr val="FFFFE0"/>
          </a:solidFill>
          <a:ln xmlns:a="http://schemas.openxmlformats.org/drawingml/2006/main" w="12707">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8" name="TextBox 27">
            <a:extLst xmlns:a="http://schemas.openxmlformats.org/drawingml/2006/main">
              <a:ext uri="{FF2B5EF4-FFF2-40B4-BE49-F238E27FC236}">
                <a16:creationId xmlns:a16="http://schemas.microsoft.com/office/drawing/2014/main" id="{8F8FE0B1-98F3-C759-E0BA-3E1369698124}"/>
              </a:ext>
            </a:extLst>
          </p:cNvPr>
          <p:cNvSpPr>
            <a:spLocks xmlns:a="http://schemas.openxmlformats.org/drawingml/2006/main" noGrp="1"/>
          </p:cNvSpPr>
          <p:nvPr/>
        </p:nvSpPr>
        <p:spPr>
          <a:xfrm xmlns:a="http://schemas.openxmlformats.org/drawingml/2006/main" rot="0" flipH="0" flipV="0">
            <a:off x="9066790" y="3789734"/>
            <a:ext cx="2205095" cy="26792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051" spc="0">
                <a:solidFill>
                  <a:srgbClr val="000000"/>
                </a:solidFill>
                <a:latin typeface="Arial"/>
                <a:ea typeface="Arial"/>
                <a:cs typeface="Arial"/>
              </a:rPr>
              <a:t>whether_report_summariser_agent</a:t>
            </a:r>
          </a:p>
        </p:txBody>
      </p:sp>
      <p:sp>
        <p:nvSpPr>
          <p:cNvPr id="30" name="Free-form: Shape 29">
            <a:extLst xmlns:a="http://schemas.openxmlformats.org/drawingml/2006/main">
              <a:ext uri="{FF2B5EF4-FFF2-40B4-BE49-F238E27FC236}">
                <a16:creationId xmlns:a16="http://schemas.microsoft.com/office/drawing/2014/main" id="{AC3E325E-1410-8834-4EBE-38553A7F2E37}"/>
              </a:ext>
            </a:extLst>
          </p:cNvPr>
          <p:cNvSpPr>
            <a:spLocks xmlns:a="http://schemas.openxmlformats.org/drawingml/2006/main" noGrp="1"/>
          </p:cNvSpPr>
          <p:nvPr/>
        </p:nvSpPr>
        <p:spPr>
          <a:xfrm xmlns:a="http://schemas.openxmlformats.org/drawingml/2006/main" rot="0" flipH="0" flipV="0">
            <a:off x="8345815" y="3090491"/>
            <a:ext cx="996820" cy="454202"/>
          </a:xfrm>
          <a:custGeom xmlns:a="http://schemas.openxmlformats.org/drawingml/2006/main">
            <a:gdLst>
              <a:gd name="connsiteX0" fmla="*/ 4 w 1352099"/>
              <a:gd name="connsiteY0" fmla="*/ 298 h 499777"/>
              <a:gd name="connsiteX1" fmla="*/ 1352104 w 1352099"/>
              <a:gd name="connsiteY1" fmla="*/ 500076 h 499777"/>
            </a:gdLst>
            <a:rect l="l" t="t" r="r" b="b"/>
            <a:pathLst>
              <a:path w="1352099" h="499777">
                <a:moveTo>
                  <a:pt x="4" y="298"/>
                </a:moveTo>
                <a:cubicBezTo>
                  <a:pt x="395431" y="146469"/>
                  <a:pt x="901149" y="333441"/>
                  <a:pt x="1352104" y="500076"/>
                </a:cubicBezTo>
              </a:path>
            </a:pathLst>
          </a:custGeom>
          <a:noFill xmlns:a="http://schemas.openxmlformats.org/drawingml/2006/main"/>
          <a:ln xmlns:a="http://schemas.openxmlformats.org/drawingml/2006/main" w="19060">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1" name="Free-form: Shape 30">
            <a:extLst xmlns:a="http://schemas.openxmlformats.org/drawingml/2006/main">
              <a:ext uri="{FF2B5EF4-FFF2-40B4-BE49-F238E27FC236}">
                <a16:creationId xmlns:a16="http://schemas.microsoft.com/office/drawing/2014/main" id="{72115193-18B4-1234-B401-9F0042866BEF}"/>
              </a:ext>
            </a:extLst>
          </p:cNvPr>
          <p:cNvSpPr>
            <a:spLocks xmlns:a="http://schemas.openxmlformats.org/drawingml/2006/main" noGrp="1"/>
          </p:cNvSpPr>
          <p:nvPr/>
        </p:nvSpPr>
        <p:spPr>
          <a:xfrm xmlns:a="http://schemas.openxmlformats.org/drawingml/2006/main" rot="0" flipH="0" flipV="0">
            <a:off x="9329896" y="3506112"/>
            <a:ext cx="99203" cy="77971"/>
          </a:xfrm>
          <a:custGeom xmlns:a="http://schemas.openxmlformats.org/drawingml/2006/main">
            <a:gdLst>
              <a:gd name="connsiteX0" fmla="*/ 30754 w 134561"/>
              <a:gd name="connsiteY0" fmla="*/ 298 h 85795"/>
              <a:gd name="connsiteX1" fmla="*/ 134566 w 134561"/>
              <a:gd name="connsiteY1" fmla="*/ 86094 h 85795"/>
              <a:gd name="connsiteX2" fmla="*/ 4 w 134561"/>
              <a:gd name="connsiteY2" fmla="*/ 83806 h 85795"/>
              <a:gd name="connsiteX3" fmla="*/ 30754 w 134561"/>
              <a:gd name="connsiteY3" fmla="*/ 298 h 85795"/>
            </a:gdLst>
            <a:rect l="l" t="t" r="r" b="b"/>
            <a:pathLst>
              <a:path w="134561" h="85795">
                <a:moveTo>
                  <a:pt x="30754" y="298"/>
                </a:moveTo>
                <a:lnTo>
                  <a:pt x="134566" y="86094"/>
                </a:lnTo>
                <a:lnTo>
                  <a:pt x="4" y="83806"/>
                </a:lnTo>
                <a:lnTo>
                  <a:pt x="30754" y="298"/>
                </a:lnTo>
                <a:close/>
              </a:path>
            </a:pathLst>
          </a:custGeom>
          <a:solidFill xmlns:a="http://schemas.openxmlformats.org/drawingml/2006/main">
            <a:srgbClr val="000000"/>
          </a:solidFill>
          <a:ln xmlns:a="http://schemas.openxmlformats.org/drawingml/2006/main" w="19060">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3" name="Free-form: Shape 32">
            <a:extLst xmlns:a="http://schemas.openxmlformats.org/drawingml/2006/main">
              <a:ext uri="{FF2B5EF4-FFF2-40B4-BE49-F238E27FC236}">
                <a16:creationId xmlns:a16="http://schemas.microsoft.com/office/drawing/2014/main" id="{71B12BB1-FBAE-7A1D-F08A-4B9654FA9F2B}"/>
              </a:ext>
            </a:extLst>
          </p:cNvPr>
          <p:cNvSpPr>
            <a:spLocks xmlns:a="http://schemas.openxmlformats.org/drawingml/2006/main" noGrp="1"/>
          </p:cNvSpPr>
          <p:nvPr/>
        </p:nvSpPr>
        <p:spPr>
          <a:xfrm xmlns:a="http://schemas.openxmlformats.org/drawingml/2006/main" rot="0" flipH="0" flipV="0">
            <a:off x="7887077" y="3323946"/>
            <a:ext cx="12984" cy="402336"/>
          </a:xfrm>
          <a:custGeom xmlns:a="http://schemas.openxmlformats.org/drawingml/2006/main">
            <a:gdLst>
              <a:gd name="connsiteX0" fmla="*/ 4 w 17613"/>
              <a:gd name="connsiteY0" fmla="*/ 443005 h 442707"/>
              <a:gd name="connsiteX1" fmla="*/ 17031 w 17613"/>
              <a:gd name="connsiteY1" fmla="*/ 298 h 442707"/>
            </a:gdLst>
            <a:rect l="l" t="t" r="r" b="b"/>
            <a:pathLst>
              <a:path w="17613" h="442707">
                <a:moveTo>
                  <a:pt x="4" y="443005"/>
                </a:moveTo>
                <a:cubicBezTo>
                  <a:pt x="13854" y="318442"/>
                  <a:pt x="19572" y="155875"/>
                  <a:pt x="17031" y="298"/>
                </a:cubicBezTo>
              </a:path>
            </a:pathLst>
          </a:custGeom>
          <a:noFill xmlns:a="http://schemas.openxmlformats.org/drawingml/2006/main"/>
          <a:ln xmlns:a="http://schemas.openxmlformats.org/drawingml/2006/main" w="19060">
            <a:solidFill>
              <a:srgbClr val="000000"/>
            </a:solidFill>
          </a:ln>
        </p:spPr>
        <p:txBody>
          <a:bodyPr xmlns:a="http://schemas.openxmlformats.org/drawingml/2006/main" anchor="ctr"/>
          <a:lstStyle xmlns:a="http://schemas.openxmlformats.org/drawingml/2006/main"/>
          <a:p xmlns:a="http://schemas.openxmlformats.org/drawingml/2006/main">
            <a:endParaRPr/>
          </a:p>
        </p:txBody>
      </p:sp>
      <p:sp>
        <p:nvSpPr>
          <p:cNvPr id="34" name="Free-form: Shape 33">
            <a:extLst xmlns:a="http://schemas.openxmlformats.org/drawingml/2006/main">
              <a:ext uri="{FF2B5EF4-FFF2-40B4-BE49-F238E27FC236}">
                <a16:creationId xmlns:a16="http://schemas.microsoft.com/office/drawing/2014/main" id="{AEC3B1EE-0557-C2BF-A5BE-0707F9C2193C}"/>
              </a:ext>
            </a:extLst>
          </p:cNvPr>
          <p:cNvSpPr>
            <a:spLocks xmlns:a="http://schemas.openxmlformats.org/drawingml/2006/main" noGrp="1"/>
          </p:cNvSpPr>
          <p:nvPr/>
        </p:nvSpPr>
        <p:spPr>
          <a:xfrm xmlns:a="http://schemas.openxmlformats.org/drawingml/2006/main" rot="0" flipH="0" flipV="0">
            <a:off x="7866936" y="3212359"/>
            <a:ext cx="65573" cy="116900"/>
          </a:xfrm>
          <a:custGeom xmlns:a="http://schemas.openxmlformats.org/drawingml/2006/main">
            <a:gdLst>
              <a:gd name="connsiteX0" fmla="*/ 4 w 88945"/>
              <a:gd name="connsiteY0" fmla="*/ 128928 h 128630"/>
              <a:gd name="connsiteX1" fmla="*/ 40030 w 88945"/>
              <a:gd name="connsiteY1" fmla="*/ 298 h 128630"/>
              <a:gd name="connsiteX2" fmla="*/ 88950 w 88945"/>
              <a:gd name="connsiteY2" fmla="*/ 125751 h 128630"/>
              <a:gd name="connsiteX3" fmla="*/ 4 w 88945"/>
              <a:gd name="connsiteY3" fmla="*/ 128928 h 128630"/>
            </a:gdLst>
            <a:rect l="l" t="t" r="r" b="b"/>
            <a:pathLst>
              <a:path w="88945" h="128630">
                <a:moveTo>
                  <a:pt x="4" y="128928"/>
                </a:moveTo>
                <a:lnTo>
                  <a:pt x="40030" y="298"/>
                </a:lnTo>
                <a:lnTo>
                  <a:pt x="88950" y="125751"/>
                </a:lnTo>
                <a:lnTo>
                  <a:pt x="4" y="128928"/>
                </a:lnTo>
                <a:close/>
              </a:path>
            </a:pathLst>
          </a:custGeom>
          <a:solidFill xmlns:a="http://schemas.openxmlformats.org/drawingml/2006/main">
            <a:srgbClr val="000000"/>
          </a:solidFill>
          <a:ln xmlns:a="http://schemas.openxmlformats.org/drawingml/2006/main" w="19060">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6" name="Free-form: Shape 35">
            <a:extLst xmlns:a="http://schemas.openxmlformats.org/drawingml/2006/main">
              <a:ext uri="{FF2B5EF4-FFF2-40B4-BE49-F238E27FC236}">
                <a16:creationId xmlns:a16="http://schemas.microsoft.com/office/drawing/2014/main" id="{039A3C8A-A72C-E7DE-43CC-B9E29E6C81E7}"/>
              </a:ext>
            </a:extLst>
          </p:cNvPr>
          <p:cNvSpPr>
            <a:spLocks xmlns:a="http://schemas.openxmlformats.org/drawingml/2006/main" noGrp="1"/>
          </p:cNvSpPr>
          <p:nvPr/>
        </p:nvSpPr>
        <p:spPr>
          <a:xfrm xmlns:a="http://schemas.openxmlformats.org/drawingml/2006/main" rot="0" flipH="0" flipV="0">
            <a:off x="10169338" y="4269893"/>
            <a:ext cx="9367" cy="269494"/>
          </a:xfrm>
          <a:custGeom xmlns:a="http://schemas.openxmlformats.org/drawingml/2006/main">
            <a:gdLst>
              <a:gd name="connsiteX0" fmla="*/ 4 w 12706"/>
              <a:gd name="connsiteY0" fmla="*/ 298 h 296536"/>
              <a:gd name="connsiteX1" fmla="*/ 4 w 12706"/>
              <a:gd name="connsiteY1" fmla="*/ 296834 h 296536"/>
            </a:gdLst>
            <a:rect l="l" t="t" r="r" b="b"/>
            <a:pathLst>
              <a:path w="12706" h="296536">
                <a:moveTo>
                  <a:pt x="4" y="298"/>
                </a:moveTo>
                <a:cubicBezTo>
                  <a:pt x="4" y="96263"/>
                  <a:pt x="4" y="200235"/>
                  <a:pt x="4" y="296834"/>
                </a:cubicBezTo>
              </a:path>
            </a:pathLst>
          </a:custGeom>
          <a:noFill xmlns:a="http://schemas.openxmlformats.org/drawingml/2006/main"/>
          <a:ln xmlns:a="http://schemas.openxmlformats.org/drawingml/2006/main" w="19060">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7" name="Free-form: Shape 36">
            <a:extLst xmlns:a="http://schemas.openxmlformats.org/drawingml/2006/main">
              <a:ext uri="{FF2B5EF4-FFF2-40B4-BE49-F238E27FC236}">
                <a16:creationId xmlns:a16="http://schemas.microsoft.com/office/drawing/2014/main" id="{CE065298-5A22-16B7-5129-DCF7E2FD290B}"/>
              </a:ext>
            </a:extLst>
          </p:cNvPr>
          <p:cNvSpPr>
            <a:spLocks xmlns:a="http://schemas.openxmlformats.org/drawingml/2006/main" noGrp="1"/>
          </p:cNvSpPr>
          <p:nvPr/>
        </p:nvSpPr>
        <p:spPr>
          <a:xfrm xmlns:a="http://schemas.openxmlformats.org/drawingml/2006/main" rot="0" flipH="0" flipV="0">
            <a:off x="10136552" y="4536615"/>
            <a:ext cx="65573" cy="115514"/>
          </a:xfrm>
          <a:custGeom xmlns:a="http://schemas.openxmlformats.org/drawingml/2006/main">
            <a:gdLst>
              <a:gd name="connsiteX0" fmla="*/ 88950 w 88945"/>
              <a:gd name="connsiteY0" fmla="*/ 298 h 127105"/>
              <a:gd name="connsiteX1" fmla="*/ 44477 w 88945"/>
              <a:gd name="connsiteY1" fmla="*/ 127403 h 127105"/>
              <a:gd name="connsiteX2" fmla="*/ 4 w 88945"/>
              <a:gd name="connsiteY2" fmla="*/ 298 h 127105"/>
              <a:gd name="connsiteX3" fmla="*/ 88950 w 88945"/>
              <a:gd name="connsiteY3" fmla="*/ 298 h 127105"/>
            </a:gdLst>
            <a:rect l="l" t="t" r="r" b="b"/>
            <a:pathLst>
              <a:path w="88945" h="127105">
                <a:moveTo>
                  <a:pt x="88950" y="298"/>
                </a:moveTo>
                <a:lnTo>
                  <a:pt x="44477" y="127403"/>
                </a:lnTo>
                <a:lnTo>
                  <a:pt x="4" y="298"/>
                </a:lnTo>
                <a:lnTo>
                  <a:pt x="88950" y="298"/>
                </a:lnTo>
                <a:close/>
              </a:path>
            </a:pathLst>
          </a:custGeom>
          <a:solidFill xmlns:a="http://schemas.openxmlformats.org/drawingml/2006/main">
            <a:srgbClr val="000000"/>
          </a:solidFill>
          <a:ln xmlns:a="http://schemas.openxmlformats.org/drawingml/2006/main" w="19060">
            <a:solidFill>
              <a:srgbClr val="000000"/>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9" name="TextBox 38">
            <a:extLst xmlns:a="http://schemas.openxmlformats.org/drawingml/2006/main">
              <a:ext uri="{FF2B5EF4-FFF2-40B4-BE49-F238E27FC236}">
                <a16:creationId xmlns:a16="http://schemas.microsoft.com/office/drawing/2014/main" id="{24093AB3-3166-640D-9ABE-9DA2C6C03459}"/>
              </a:ext>
            </a:extLst>
          </p:cNvPr>
          <p:cNvSpPr>
            <a:spLocks xmlns:a="http://schemas.openxmlformats.org/drawingml/2006/main" noGrp="1"/>
          </p:cNvSpPr>
          <p:nvPr/>
        </p:nvSpPr>
        <p:spPr>
          <a:xfrm xmlns:a="http://schemas.openxmlformats.org/drawingml/2006/main">
            <a:off x="3246636" y="6213024"/>
            <a:ext cx="6955489"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rgbClr val="212529"/>
                </a:solidFill>
                <a:latin typeface="Lato"/>
                <a:ea typeface="Lato"/>
                <a:cs typeface="Lato"/>
              </a:rPr>
              <a:t>When would you combine the two patterns? </a:t>
            </a:r>
            <a:endParaRPr sz="2400" b="0" i="0">
              <a:solidFill>
                <a:srgbClr val="212529"/>
              </a:solidFill>
              <a:latin typeface="Lato"/>
              <a:ea typeface="Lato"/>
              <a:cs typeface="Lato"/>
            </a:endParaRPr>
          </a:p>
        </p:txBody>
      </p:sp>
      <p:sp>
        <p:nvSpPr>
          <p:cNvPr id="9001" name="TopStrip">
            <a:extLst xmlns:a="http://schemas.openxmlformats.org/drawingml/2006/main">
              <a:ext uri="{FF2B5EF4-FFF2-40B4-BE49-F238E27FC236}">
                <a16:creationId xmlns:a16="http://schemas.microsoft.com/office/drawing/2014/main" id="{335F6350-23AA-40C7-A583-3EDB90F3A9C3}"/>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A81E3EA0-B88B-4D3C-BE18-EA9F1564A76E}"/>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89473180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548EB3-87E0-CBFE-DF10-284C55DB568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Core lab: Tools and handoffs (Notebook 02)</a:t>
            </a:r>
          </a:p>
        </p:txBody>
      </p:sp>
      <p:graphicFrame>
        <p:nvGraphicFramePr>
          <p:cNvPr id="9005" name="Content Placeholder 3"/>
          <p:cNvGraphicFramePr/>
          <p:nvPr/>
        </p:nvGraphicFramePr>
        <p:xfrm>
          <a:off xmlns:a="http://schemas.openxmlformats.org/drawingml/2006/main" x="838200" y="1784373"/>
          <a:ext xmlns:a="http://schemas.openxmlformats.org/drawingml/2006/main" cx="10320230" cy="2817771"/>
        </p:xfrm>
        <a:graphic xmlns:a="http://schemas.openxmlformats.org/drawingml/2006/main">
          <a:graphicData uri="http://schemas.openxmlformats.org/drawingml/2006/table">
            <a:tbl>
              <a:tblPr firstRow="1" bandRow="1">
                <a:tableStyleId>{5C22544A-7EE6-4342-B048-85BDC9FD1C3A}</a:tableStyleId>
              </a:tblPr>
              <a:tblGrid>
                <a:gridCol w="2864760"/>
                <a:gridCol w="7455470"/>
              </a:tblGrid>
              <a:tr h="939257">
                <a:tc>
                  <a:txBody>
                    <a:bodyPr/>
                    <a:lstStyle/>
                    <a:p>
                      <a:r>
                        <a:rPr sz="4000"/>
                        <a:t>Notebook</a:t>
                      </a:r>
                    </a:p>
                  </a:txBody>
                  <a:tcPr marL="91440" marR="91440" marT="45720" marB="45720"/>
                </a:tc>
                <a:tc>
                  <a:txBody>
                    <a:bodyPr/>
                    <a:lstStyle/>
                    <a:p>
                      <a:r>
                        <a:rPr sz="4000"/>
                        <a:t>Objective</a:t>
                      </a:r>
                    </a:p>
                  </a:txBody>
                  <a:tcPr marL="91440" marR="91440" marT="45720" marB="45720"/>
                </a:tc>
              </a:tr>
              <a:tr h="939257">
                <a:tc>
                  <a:txBody>
                    <a:bodyPr/>
                    <a:lstStyle/>
                    <a:p>
                      <a:r>
                        <a:rPr sz="1600" b="0"/>
                        <a:t>02_agent_with_tools</a:t>
                      </a:r>
                    </a:p>
                  </a:txBody>
                  <a:tcPr marL="91440" marR="91440" marT="45720" marB="45720"/>
                </a:tc>
                <a:tc>
                  <a:txBody>
                    <a:bodyPr/>
                    <a:lstStyle/>
                    <a:p>
                      <a:r>
                        <a:rPr sz="1600" b="0"/>
                        <a:t>Section 5: Orchestrator-Workers pattern using agents as tools</a:t>
                      </a:r>
                    </a:p>
                  </a:txBody>
                  <a:tcPr marL="91440" marR="91440" marT="45720" marB="45720"/>
                </a:tc>
              </a:tr>
              <a:tr h="939257">
                <a:tc>
                  <a:txBody>
                    <a:bodyPr/>
                    <a:lstStyle/>
                    <a:p>
                      <a:r>
                        <a:rPr sz="1600" b="0"/>
                        <a:t>02_agent_with_tools</a:t>
                      </a:r>
                    </a:p>
                  </a:txBody>
                  <a:tcPr marL="91440" marR="91440" marT="45720" marB="45720"/>
                </a:tc>
                <a:tc>
                  <a:txBody>
                    <a:bodyPr/>
                    <a:lstStyle/>
                    <a:p>
                      <a:r>
                        <a:rPr sz="1600" b="0"/>
                        <a:t>Section 6: Handoffs — permanently transferring control between agents</a:t>
                      </a:r>
                    </a:p>
                  </a:txBody>
                  <a:tcPr marL="91440" marR="91440" marT="45720" marB="45720"/>
                </a:tc>
              </a:tr>
            </a:tbl>
          </a:graphicData>
        </a:graphic>
      </p:graphicFrame>
      <p:sp>
        <p:nvSpPr>
          <p:cNvPr id="9001" name="TopStrip">
            <a:extLst xmlns:a="http://schemas.openxmlformats.org/drawingml/2006/main">
              <a:ext uri="{FF2B5EF4-FFF2-40B4-BE49-F238E27FC236}">
                <a16:creationId xmlns:a16="http://schemas.microsoft.com/office/drawing/2014/main" id="{88778AD9-D898-483B-9FC1-C717435B8543}"/>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8B0CF043-65A6-4473-9E6B-2AC44AF61130}"/>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32740421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8BB718-2E4A-324D-3E53-D170E5CB8B85}"/>
              </a:ext>
            </a:extLst>
          </p:cNvPr>
          <p:cNvSpPr>
            <a:spLocks xmlns:a="http://schemas.openxmlformats.org/drawingml/2006/main" noGrp="1"/>
          </p:cNvSpPr>
          <p:nvPr>
            <p:ph type="ctrTitle" idx="0"/>
          </p:nvPr>
        </p:nvSpPr>
        <p:spPr>
          <a:xfrm xmlns:a="http://schemas.openxmlformats.org/drawingml/2006/main">
            <a:off x="1374588" y="1889920"/>
            <a:ext cx="9646024" cy="2387600"/>
          </a:xfrm>
        </p:spPr>
        <p:txBody>
          <a:bodyPr xmlns:a="http://schemas.openxmlformats.org/drawingml/2006/main"/>
          <a:lstStyle xmlns:a="http://schemas.openxmlformats.org/drawingml/2006/main"/>
          <a:p xmlns:a="http://schemas.openxmlformats.org/drawingml/2006/main">
            <a:pPr>
              <a:buNone/>
              <a:tabLst>
                <a:tab pos="621491" algn="l"/>
                <a:tab pos="1865265" algn="l"/>
              </a:tabLst>
            </a:pPr>
            <a:r>
              <a:t>Agentic Workflow Patterns</a:t>
            </a:r>
            <a:endParaRPr/>
          </a:p>
        </p:txBody>
      </p:sp>
      <p:sp>
        <p:nvSpPr>
          <p:cNvPr id="9001" name="TopStrip">
            <a:extLst xmlns:a="http://schemas.openxmlformats.org/drawingml/2006/main">
              <a:ext uri="{FF2B5EF4-FFF2-40B4-BE49-F238E27FC236}">
                <a16:creationId xmlns:a16="http://schemas.microsoft.com/office/drawing/2014/main" id="{4F170BFF-0D56-4B93-B5D0-EF041A1FD3AA}"/>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96964233-D267-495D-8255-1796740A2A59}"/>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1002558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CF35F12-AA28-412D-07AD-91DFC672F70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Common Agentic Patterns</a:t>
            </a:r>
          </a:p>
        </p:txBody>
      </p:sp>
      <p:sp>
        <p:nvSpPr>
          <p:cNvPr id="3" name="Content Placeholder 2">
            <a:extLst xmlns:a="http://schemas.openxmlformats.org/drawingml/2006/main">
              <a:ext uri="{FF2B5EF4-FFF2-40B4-BE49-F238E27FC236}">
                <a16:creationId xmlns:a16="http://schemas.microsoft.com/office/drawing/2014/main" id="{37FF113B-02D5-E511-DF3F-DC459DE3E1D9}"/>
              </a:ext>
            </a:extLst>
          </p:cNvPr>
          <p:cNvSpPr>
            <a:spLocks xmlns:a="http://schemas.openxmlformats.org/drawingml/2006/main" noGrp="1"/>
          </p:cNvSpPr>
          <p:nvPr>
            <p:ph idx="1"/>
          </p:nvPr>
        </p:nvSpPr>
        <p:spPr/>
        <p:txBody>
          <a:bodyPr xmlns:a="http://schemas.openxmlformats.org/drawingml/2006/main">
            <a:normAutofit lnSpcReduction="10000"/>
          </a:bodyPr>
          <a:lstStyle xmlns:a="http://schemas.openxmlformats.org/drawingml/2006/main"/>
          <a:p xmlns:a="http://schemas.openxmlformats.org/drawingml/2006/main">
            <a:r>
              <a:t>Reflection: The LLM examines its own work to come up with ways to improve it. </a:t>
            </a:r>
          </a:p>
          <a:p xmlns:a="http://schemas.openxmlformats.org/drawingml/2006/main">
            <a:r>
              <a:t>Tool Use: The LLM is given tools such as web search, code execution, or any other function to help it gather information, take action, or process data.</a:t>
            </a:r>
          </a:p>
          <a:p xmlns:a="http://schemas.openxmlformats.org/drawingml/2006/main">
            <a:r>
              <a:t>Planning: The LLM comes up with, and executes, a multistep plan to achieve a goal (for example, writing an outline for an essay, then doing online research, then writing a draft, and so on).</a:t>
            </a:r>
          </a:p>
          <a:p xmlns:a="http://schemas.openxmlformats.org/drawingml/2006/main">
            <a:r>
              <a:t>Multi-agent collaboration: More than one AI agent work together, splitting up tasks and discussing and debating ideas, to come up with better solutions than a single agent would.</a:t>
            </a:r>
            <a:endParaRPr/>
          </a:p>
        </p:txBody>
      </p:sp>
      <p:sp>
        <p:nvSpPr>
          <p:cNvPr id="9001" name="TopStrip">
            <a:extLst xmlns:a="http://schemas.openxmlformats.org/drawingml/2006/main">
              <a:ext uri="{FF2B5EF4-FFF2-40B4-BE49-F238E27FC236}">
                <a16:creationId xmlns:a16="http://schemas.microsoft.com/office/drawing/2014/main" id="{3FF46F4D-EDF2-48CF-AA2E-AAB4DD56DDCA}"/>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24FB94B2-9230-41AD-90CA-406E1B888E23}"/>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8929744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47A4C5-BE16-4F7F-8433-77B856E93B9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Workflow Pattern: Prompt Chaining</a:t>
            </a:r>
          </a:p>
        </p:txBody>
      </p:sp>
      <p:sp>
        <p:nvSpPr>
          <p:cNvPr id="3" name="Content Placeholder 2">
            <a:extLst xmlns:a="http://schemas.openxmlformats.org/drawingml/2006/main">
              <a:ext uri="{FF2B5EF4-FFF2-40B4-BE49-F238E27FC236}">
                <a16:creationId xmlns:a16="http://schemas.microsoft.com/office/drawing/2014/main" id="{77FC468D-0265-4CA7-96BF-9FEA2DA63DB5}"/>
              </a:ext>
            </a:extLst>
          </p:cNvPr>
          <p:cNvSpPr>
            <a:spLocks xmlns:a="http://schemas.openxmlformats.org/drawingml/2006/main" noGrp="1"/>
          </p:cNvSpPr>
          <p:nvPr>
            <p:ph idx="1"/>
          </p:nvPr>
        </p:nvSpPr>
        <p:spPr/>
        <p:txBody>
          <a:bodyPr xmlns:a="http://schemas.openxmlformats.org/drawingml/2006/main">
            <a:normAutofit fontScale="92500" lnSpcReduction="20000"/>
          </a:bodyPr>
          <a:lstStyle xmlns:a="http://schemas.openxmlformats.org/drawingml/2006/main"/>
          <a:p xmlns:a="http://schemas.openxmlformats.org/drawingml/2006/main">
            <a:r>
              <a:t>Decompose a task into a sequence of steps</a:t>
            </a:r>
          </a:p>
          <a:p xmlns:a="http://schemas.openxmlformats.org/drawingml/2006/main">
            <a:r>
              <a:t>Each LLM call processes the output of the previous one</a:t>
            </a:r>
          </a:p>
          <a:p xmlns:a="http://schemas.openxmlformats.org/drawingml/2006/main">
            <a:endParaRPr/>
          </a:p>
          <a:p xmlns:a="http://schemas.openxmlformats.org/drawingml/2006/main">
            <a:r>
              <a:t>Gate: each step can include validation before proceeding</a:t>
            </a:r>
          </a:p>
          <a:p xmlns:a="http://schemas.openxmlformats.org/drawingml/2006/main">
            <a:r>
              <a:t>  e.g., check output quality before passing to next step</a:t>
            </a:r>
          </a:p>
          <a:p xmlns:a="http://schemas.openxmlformats.org/drawingml/2006/main">
            <a:endParaRPr/>
          </a:p>
          <a:p xmlns:a="http://schemas.openxmlformats.org/drawingml/2006/main">
            <a:r>
              <a:t>Example: generate outline → expand each section → polish prose</a:t>
            </a:r>
          </a:p>
          <a:p xmlns:a="http://schemas.openxmlformats.org/drawingml/2006/main">
            <a:endParaRPr/>
          </a:p>
          <a:p xmlns:a="http://schemas.openxmlformats.org/drawingml/2006/main">
            <a:r>
              <a:t>Best for: tasks with clear sequential dependencies</a:t>
            </a:r>
          </a:p>
          <a:p xmlns:a="http://schemas.openxmlformats.org/drawingml/2006/main">
            <a:r>
              <a:t>Trade-off: higher latency (sequential), but each step is simpler</a:t>
            </a:r>
          </a:p>
        </p:txBody>
      </p:sp>
      <p:sp>
        <p:nvSpPr>
          <p:cNvPr id="4" name="TextBox 3">
            <a:extLst xmlns:a="http://schemas.openxmlformats.org/drawingml/2006/main">
              <a:ext uri="{FF2B5EF4-FFF2-40B4-BE49-F238E27FC236}">
                <a16:creationId xmlns:a16="http://schemas.microsoft.com/office/drawing/2014/main" id="{00AB98D3-F007-4329-AC58-5F5A8643C537}"/>
              </a:ext>
            </a:extLst>
          </p:cNvPr>
          <p:cNvSpPr>
            <a:spLocks xmlns:a="http://schemas.openxmlformats.org/drawingml/2006/main" noGrp="1"/>
          </p:cNvSpPr>
          <p:nvPr/>
        </p:nvSpPr>
        <p:spPr>
          <a:xfrm xmlns:a="http://schemas.openxmlformats.org/drawingml/2006/main">
            <a:off x="457200" y="6217920"/>
            <a:ext cx="82296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000" i="1"/>
            </a:pPr>
            <a:r>
              <a:t>See: 01_agents_concepts.ipynb, Section 3 — Pattern 1</a:t>
            </a:r>
          </a:p>
        </p:txBody>
      </p:sp>
      <p:sp>
        <p:nvSpPr>
          <p:cNvPr id="9001" name="TopStrip">
            <a:extLst xmlns:a="http://schemas.openxmlformats.org/drawingml/2006/main">
              <a:ext uri="{FF2B5EF4-FFF2-40B4-BE49-F238E27FC236}">
                <a16:creationId xmlns:a16="http://schemas.microsoft.com/office/drawing/2014/main" id="{B9BA6C1E-E766-416F-9DEB-65CBD7C87D13}"/>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39395554-7CC0-47C0-874C-666CF2C8721E}"/>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138225510"/>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287DBD-7715-4F61-AD7D-ABFD9F3685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Workflow Pattern: Routing</a:t>
            </a:r>
          </a:p>
        </p:txBody>
      </p:sp>
      <p:sp>
        <p:nvSpPr>
          <p:cNvPr id="3" name="Content Placeholder 2">
            <a:extLst xmlns:a="http://schemas.openxmlformats.org/drawingml/2006/main">
              <a:ext uri="{FF2B5EF4-FFF2-40B4-BE49-F238E27FC236}">
                <a16:creationId xmlns:a16="http://schemas.microsoft.com/office/drawing/2014/main" id="{F396A12A-2C89-45EC-AF09-3C8C1D6FC9CB}"/>
              </a:ext>
            </a:extLst>
          </p:cNvPr>
          <p:cNvSpPr>
            <a:spLocks xmlns:a="http://schemas.openxmlformats.org/drawingml/2006/main" noGrp="1"/>
          </p:cNvSpPr>
          <p:nvPr>
            <p:ph idx="1"/>
          </p:nvPr>
        </p:nvSpPr>
        <p:spPr/>
        <p:txBody>
          <a:bodyPr xmlns:a="http://schemas.openxmlformats.org/drawingml/2006/main">
            <a:normAutofit fontScale="92500" lnSpcReduction="20000"/>
          </a:bodyPr>
          <a:lstStyle xmlns:a="http://schemas.openxmlformats.org/drawingml/2006/main"/>
          <a:p xmlns:a="http://schemas.openxmlformats.org/drawingml/2006/main">
            <a:r>
              <a:t>Classify input and direct it to a specialised handler</a:t>
            </a:r>
          </a:p>
          <a:p xmlns:a="http://schemas.openxmlformats.org/drawingml/2006/main">
            <a:endParaRPr/>
          </a:p>
          <a:p xmlns:a="http://schemas.openxmlformats.org/drawingml/2006/main">
            <a:r>
              <a:t>The LLM (or a simple classifier) acts as a router</a:t>
            </a:r>
          </a:p>
          <a:p xmlns:a="http://schemas.openxmlformats.org/drawingml/2006/main">
            <a:r>
              <a:t>Each route has its own prompt, tools, or model</a:t>
            </a:r>
          </a:p>
          <a:p xmlns:a="http://schemas.openxmlformats.org/drawingml/2006/main">
            <a:endParaRPr/>
          </a:p>
          <a:p xmlns:a="http://schemas.openxmlformats.org/drawingml/2006/main">
            <a:r>
              <a:t>Example: customer query → billing / technical / general</a:t>
            </a:r>
          </a:p>
          <a:p xmlns:a="http://schemas.openxmlformats.org/drawingml/2006/main">
            <a:r>
              <a:t>  Each handler is optimised for its category</a:t>
            </a:r>
          </a:p>
          <a:p xmlns:a="http://schemas.openxmlformats.org/drawingml/2006/main">
            <a:endParaRPr/>
          </a:p>
          <a:p xmlns:a="http://schemas.openxmlformats.org/drawingml/2006/main">
            <a:r>
              <a:t>Best for: distinct categories requiring different approaches</a:t>
            </a:r>
          </a:p>
          <a:p xmlns:a="http://schemas.openxmlformats.org/drawingml/2006/main">
            <a:r>
              <a:t>Enables: cheaper models for simple routes, powerful models for complex ones</a:t>
            </a:r>
          </a:p>
        </p:txBody>
      </p:sp>
      <p:sp>
        <p:nvSpPr>
          <p:cNvPr id="4" name="TextBox 3">
            <a:extLst xmlns:a="http://schemas.openxmlformats.org/drawingml/2006/main">
              <a:ext uri="{FF2B5EF4-FFF2-40B4-BE49-F238E27FC236}">
                <a16:creationId xmlns:a16="http://schemas.microsoft.com/office/drawing/2014/main" id="{279787D6-04FE-4F39-84BB-3298EDB6EFC3}"/>
              </a:ext>
            </a:extLst>
          </p:cNvPr>
          <p:cNvSpPr>
            <a:spLocks xmlns:a="http://schemas.openxmlformats.org/drawingml/2006/main" noGrp="1"/>
          </p:cNvSpPr>
          <p:nvPr/>
        </p:nvSpPr>
        <p:spPr>
          <a:xfrm xmlns:a="http://schemas.openxmlformats.org/drawingml/2006/main">
            <a:off x="457200" y="6217920"/>
            <a:ext cx="82296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000" i="1"/>
            </a:pPr>
            <a:r>
              <a:t>See: 01_agents_concepts.ipynb, Section 3 — Pattern 2</a:t>
            </a:r>
          </a:p>
        </p:txBody>
      </p:sp>
      <p:sp>
        <p:nvSpPr>
          <p:cNvPr id="9001" name="TopStrip">
            <a:extLst xmlns:a="http://schemas.openxmlformats.org/drawingml/2006/main">
              <a:ext uri="{FF2B5EF4-FFF2-40B4-BE49-F238E27FC236}">
                <a16:creationId xmlns:a16="http://schemas.microsoft.com/office/drawing/2014/main" id="{E52E56DD-5E12-4CC6-AE9C-520122EEF253}"/>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8E5EE7AF-96DE-442C-9726-3A73687BA7F8}"/>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663821131"/>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F33C83-4A3C-453E-8C40-A298EBCF225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Workflow Pattern: Parallelisation</a:t>
            </a:r>
          </a:p>
        </p:txBody>
      </p:sp>
      <p:sp>
        <p:nvSpPr>
          <p:cNvPr id="3" name="Content Placeholder 2">
            <a:extLst xmlns:a="http://schemas.openxmlformats.org/drawingml/2006/main">
              <a:ext uri="{FF2B5EF4-FFF2-40B4-BE49-F238E27FC236}">
                <a16:creationId xmlns:a16="http://schemas.microsoft.com/office/drawing/2014/main" id="{1BE289EE-6865-411E-A2E6-D8F94D298C43}"/>
              </a:ext>
            </a:extLst>
          </p:cNvPr>
          <p:cNvSpPr>
            <a:spLocks xmlns:a="http://schemas.openxmlformats.org/drawingml/2006/main" noGrp="1"/>
          </p:cNvSpPr>
          <p:nvPr>
            <p:ph idx="1"/>
          </p:nvPr>
        </p:nvSpPr>
        <p:spPr/>
        <p:txBody>
          <a:bodyPr xmlns:a="http://schemas.openxmlformats.org/drawingml/2006/main">
            <a:normAutofit fontScale="92500" lnSpcReduction="20000"/>
          </a:bodyPr>
          <a:lstStyle xmlns:a="http://schemas.openxmlformats.org/drawingml/2006/main"/>
          <a:p xmlns:a="http://schemas.openxmlformats.org/drawingml/2006/main">
            <a:r>
              <a:t>Run multiple LLM calls simultaneously, then aggregate results</a:t>
            </a:r>
          </a:p>
          <a:p xmlns:a="http://schemas.openxmlformats.org/drawingml/2006/main">
            <a:endParaRPr/>
          </a:p>
          <a:p xmlns:a="http://schemas.openxmlformats.org/drawingml/2006/main">
            <a:r>
              <a:t>Sectioning: split task into independent subtasks</a:t>
            </a:r>
          </a:p>
          <a:p xmlns:a="http://schemas.openxmlformats.org/drawingml/2006/main">
            <a:r>
              <a:t>  e.g., evaluate essay on grammar, content, and style in parallel</a:t>
            </a:r>
          </a:p>
          <a:p xmlns:a="http://schemas.openxmlformats.org/drawingml/2006/main">
            <a:endParaRPr/>
          </a:p>
          <a:p xmlns:a="http://schemas.openxmlformats.org/drawingml/2006/main">
            <a:r>
              <a:t>Voting: run the same task multiple times, take majority or best</a:t>
            </a:r>
          </a:p>
          <a:p xmlns:a="http://schemas.openxmlformats.org/drawingml/2006/main">
            <a:r>
              <a:t>  e.g., generate 3 translations, pick the best one</a:t>
            </a:r>
          </a:p>
          <a:p xmlns:a="http://schemas.openxmlformats.org/drawingml/2006/main">
            <a:endParaRPr/>
          </a:p>
          <a:p xmlns:a="http://schemas.openxmlformats.org/drawingml/2006/main">
            <a:r>
              <a:t>Best for: tasks decomposable into independent subtasks</a:t>
            </a:r>
          </a:p>
          <a:p xmlns:a="http://schemas.openxmlformats.org/drawingml/2006/main">
            <a:r>
              <a:t>Trade-off: higher cost (multiple calls), but much lower latency</a:t>
            </a:r>
          </a:p>
        </p:txBody>
      </p:sp>
      <p:sp>
        <p:nvSpPr>
          <p:cNvPr id="4" name="TextBox 3">
            <a:extLst xmlns:a="http://schemas.openxmlformats.org/drawingml/2006/main">
              <a:ext uri="{FF2B5EF4-FFF2-40B4-BE49-F238E27FC236}">
                <a16:creationId xmlns:a16="http://schemas.microsoft.com/office/drawing/2014/main" id="{530AEDD7-D687-4087-B4E3-661F129315FB}"/>
              </a:ext>
            </a:extLst>
          </p:cNvPr>
          <p:cNvSpPr>
            <a:spLocks xmlns:a="http://schemas.openxmlformats.org/drawingml/2006/main" noGrp="1"/>
          </p:cNvSpPr>
          <p:nvPr/>
        </p:nvSpPr>
        <p:spPr>
          <a:xfrm xmlns:a="http://schemas.openxmlformats.org/drawingml/2006/main">
            <a:off x="457200" y="6217920"/>
            <a:ext cx="82296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000" i="1"/>
            </a:pPr>
            <a:r>
              <a:t>See: 01_agents_concepts.ipynb, Section 3 — Pattern 3</a:t>
            </a:r>
          </a:p>
        </p:txBody>
      </p:sp>
      <p:sp>
        <p:nvSpPr>
          <p:cNvPr id="9001" name="TopStrip">
            <a:extLst xmlns:a="http://schemas.openxmlformats.org/drawingml/2006/main">
              <a:ext uri="{FF2B5EF4-FFF2-40B4-BE49-F238E27FC236}">
                <a16:creationId xmlns:a16="http://schemas.microsoft.com/office/drawing/2014/main" id="{846B94DA-48AE-4008-9686-C5CEC7F9395C}"/>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8025E0FB-07FF-43F9-818C-7303F56A894D}"/>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8129404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669247-84A1-47D8-BA3B-8103743F60A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Workflow Pattern: Evaluator-Optimiser</a:t>
            </a:r>
          </a:p>
        </p:txBody>
      </p:sp>
      <p:sp>
        <p:nvSpPr>
          <p:cNvPr id="3" name="Content Placeholder 2">
            <a:extLst xmlns:a="http://schemas.openxmlformats.org/drawingml/2006/main">
              <a:ext uri="{FF2B5EF4-FFF2-40B4-BE49-F238E27FC236}">
                <a16:creationId xmlns:a16="http://schemas.microsoft.com/office/drawing/2014/main" id="{EE87B782-EF0B-4906-8C7D-477991203DE8}"/>
              </a:ext>
            </a:extLst>
          </p:cNvPr>
          <p:cNvSpPr>
            <a:spLocks xmlns:a="http://schemas.openxmlformats.org/drawingml/2006/main" noGrp="1"/>
          </p:cNvSpPr>
          <p:nvPr>
            <p:ph idx="1"/>
          </p:nvPr>
        </p:nvSpPr>
        <p:spPr/>
        <p:txBody>
          <a:bodyPr xmlns:a="http://schemas.openxmlformats.org/drawingml/2006/main">
            <a:normAutofit fontScale="92500" lnSpcReduction="10000"/>
          </a:bodyPr>
          <a:lstStyle xmlns:a="http://schemas.openxmlformats.org/drawingml/2006/main"/>
          <a:p xmlns:a="http://schemas.openxmlformats.org/drawingml/2006/main">
            <a:r>
              <a:t>One LLM generates, another evaluates, loop until quality met</a:t>
            </a:r>
          </a:p>
          <a:p xmlns:a="http://schemas.openxmlformats.org/drawingml/2006/main">
            <a:endParaRPr/>
          </a:p>
          <a:p xmlns:a="http://schemas.openxmlformats.org/drawingml/2006/main">
            <a:r>
              <a:t>Similar to reflection, but with separate generator and evaluator</a:t>
            </a:r>
          </a:p>
          <a:p xmlns:a="http://schemas.openxmlformats.org/drawingml/2006/main">
            <a:r>
              <a:t>The evaluator provides specific, actionable feedback</a:t>
            </a:r>
          </a:p>
          <a:p xmlns:a="http://schemas.openxmlformats.org/drawingml/2006/main">
            <a:endParaRPr/>
          </a:p>
          <a:p xmlns:a="http://schemas.openxmlformats.org/drawingml/2006/main">
            <a:r>
              <a:t>Example: code generation → code review → fix issues → re-review</a:t>
            </a:r>
          </a:p>
          <a:p xmlns:a="http://schemas.openxmlformats.org/drawingml/2006/main">
            <a:endParaRPr/>
          </a:p>
          <a:p xmlns:a="http://schemas.openxmlformats.org/drawingml/2006/main">
            <a:r>
              <a:t>Best for: tasks with clear, measurable quality criteria</a:t>
            </a:r>
          </a:p>
          <a:p xmlns:a="http://schemas.openxmlformats.org/drawingml/2006/main">
            <a:r>
              <a:t>Key: evaluator feedback must be specific enough to guide improvement</a:t>
            </a:r>
          </a:p>
        </p:txBody>
      </p:sp>
      <p:sp>
        <p:nvSpPr>
          <p:cNvPr id="4" name="TextBox 3">
            <a:extLst xmlns:a="http://schemas.openxmlformats.org/drawingml/2006/main">
              <a:ext uri="{FF2B5EF4-FFF2-40B4-BE49-F238E27FC236}">
                <a16:creationId xmlns:a16="http://schemas.microsoft.com/office/drawing/2014/main" id="{63ADB362-B517-4426-862E-53258B83D8C1}"/>
              </a:ext>
            </a:extLst>
          </p:cNvPr>
          <p:cNvSpPr>
            <a:spLocks xmlns:a="http://schemas.openxmlformats.org/drawingml/2006/main" noGrp="1"/>
          </p:cNvSpPr>
          <p:nvPr/>
        </p:nvSpPr>
        <p:spPr>
          <a:xfrm xmlns:a="http://schemas.openxmlformats.org/drawingml/2006/main">
            <a:off x="457200" y="6217920"/>
            <a:ext cx="82296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000" i="1"/>
            </a:pPr>
            <a:r>
              <a:t>See: 01_agents_concepts.ipynb, Section 3 — Pattern 4</a:t>
            </a:r>
          </a:p>
        </p:txBody>
      </p:sp>
      <p:sp>
        <p:nvSpPr>
          <p:cNvPr id="9001" name="TopStrip">
            <a:extLst xmlns:a="http://schemas.openxmlformats.org/drawingml/2006/main">
              <a:ext uri="{FF2B5EF4-FFF2-40B4-BE49-F238E27FC236}">
                <a16:creationId xmlns:a16="http://schemas.microsoft.com/office/drawing/2014/main" id="{49C83847-07FE-49C9-AE1E-5C6803BB4FD7}"/>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F7FE29C2-C6D3-4AA2-AB05-7EC4D12B9B7C}"/>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71561178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F0F780-256B-E274-DBD2-05AD7B8F615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Reflection</a:t>
            </a:r>
          </a:p>
        </p:txBody>
      </p:sp>
      <p:pic>
        <p:nvPicPr>
          <p:cNvPr id="9005" name="Picture 4"/>
          <p:cNvPicPr>
            <a:picLocks xmlns:a="http://schemas.openxmlformats.org/drawingml/2006/main" noChangeAspect="1"/>
          </p:cNvPicPr>
          <p:nvPr/>
        </p:nvPicPr>
        <p:blipFill>
          <a:blip xmlns:r="http://schemas.openxmlformats.org/officeDocument/2006/relationships" xmlns:a="http://schemas.openxmlformats.org/drawingml/2006/main" r:embed="R36e84572a19940e7"/>
          <a:stretch xmlns:a="http://schemas.openxmlformats.org/drawingml/2006/main">
            <a:fillRect l="0" t="0" r="0" b="0"/>
          </a:stretch>
        </p:blipFill>
        <p:spPr>
          <a:xfrm xmlns:a="http://schemas.openxmlformats.org/drawingml/2006/main">
            <a:off x="1687509" y="1690688"/>
            <a:ext cx="8647932" cy="3170309"/>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34DE61AE-D174-7E27-F015-48A6718812C1}"/>
              </a:ext>
            </a:extLst>
          </p:cNvPr>
          <p:cNvSpPr>
            <a:spLocks xmlns:a="http://schemas.openxmlformats.org/drawingml/2006/main" noGrp="1"/>
          </p:cNvSpPr>
          <p:nvPr/>
        </p:nvSpPr>
        <p:spPr>
          <a:xfrm xmlns:a="http://schemas.openxmlformats.org/drawingml/2006/main">
            <a:off x="1687510" y="5167312"/>
            <a:ext cx="8647932"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Introduced in May 2023, SELF-REFINE (</a:t>
            </a:r>
            <a:r>
              <a:rPr>
                <a:hlinkClick xmlns:r="http://schemas.openxmlformats.org/officeDocument/2006/relationships" r:id="R79a11724ab1f44db"/>
              </a:rPr>
              <a:t>https://arxiv.org/pdf/2303.17651</a:t>
            </a:r>
            <a:r>
              <a:t>) </a:t>
            </a:r>
            <a:r>
              <a:t>is a method for enhancing initial outputs from large language models (LLMs) through a process of iterative feedback and refinement. The core idea involves generating an initial response using an LLM, then having the same LLM critique its own output and use that feedback to progressively improve the response over multiple iterations.</a:t>
            </a:r>
            <a:endParaRPr/>
          </a:p>
        </p:txBody>
      </p:sp>
      <p:sp>
        <p:nvSpPr>
          <p:cNvPr id="9001" name="TopStrip">
            <a:extLst xmlns:a="http://schemas.openxmlformats.org/drawingml/2006/main">
              <a:ext uri="{FF2B5EF4-FFF2-40B4-BE49-F238E27FC236}">
                <a16:creationId xmlns:a16="http://schemas.microsoft.com/office/drawing/2014/main" id="{CB7760AC-823E-45AB-B6B0-5684D1AC21DC}"/>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158C6481-2179-4278-9208-465751A092B6}"/>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900539006"/>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948E3E-66E9-E53B-F9C4-04AB4266F704}"/>
              </a:ext>
            </a:extLst>
          </p:cNvPr>
          <p:cNvSpPr>
            <a:spLocks xmlns:a="http://schemas.openxmlformats.org/drawingml/2006/main" noGrp="1"/>
          </p:cNvSpPr>
          <p:nvPr>
            <p:ph type="title" idx="0"/>
          </p:nvPr>
        </p:nvSpPr>
        <p:spPr>
          <a:xfrm xmlns:a="http://schemas.openxmlformats.org/drawingml/2006/main">
            <a:off x="924475" y="681274"/>
            <a:ext cx="4711262" cy="1325563"/>
          </a:xfrm>
        </p:spPr>
        <p:txBody>
          <a:bodyPr xmlns:a="http://schemas.openxmlformats.org/drawingml/2006/main"/>
          <a:lstStyle xmlns:a="http://schemas.openxmlformats.org/drawingml/2006/main"/>
          <a:p xmlns:a="http://schemas.openxmlformats.org/drawingml/2006/main">
            <a:r>
              <a:t>Reflection (deterministic)</a:t>
            </a:r>
          </a:p>
        </p:txBody>
      </p:sp>
      <p:sp>
        <p:nvSpPr>
          <p:cNvPr id="3" name="Rectangle 2">
            <a:extLst xmlns:a="http://schemas.openxmlformats.org/drawingml/2006/main">
              <a:ext uri="{FF2B5EF4-FFF2-40B4-BE49-F238E27FC236}">
                <a16:creationId xmlns:a16="http://schemas.microsoft.com/office/drawing/2014/main" id="{6B541B07-1796-C33B-AF18-286B71572D15}"/>
              </a:ext>
            </a:extLst>
          </p:cNvPr>
          <p:cNvSpPr>
            <a:spLocks xmlns:a="http://schemas.openxmlformats.org/drawingml/2006/main" noGrp="1"/>
          </p:cNvSpPr>
          <p:nvPr/>
        </p:nvSpPr>
        <p:spPr>
          <a:xfrm xmlns:a="http://schemas.openxmlformats.org/drawingml/2006/main">
            <a:off x="6831257" y="1423352"/>
            <a:ext cx="3073775" cy="711744"/>
          </a:xfrm>
          <a:prstGeom xmlns:a="http://schemas.openxmlformats.org/drawingml/2006/main" prst="rect">
            <a:avLst/>
          </a:prstGeom>
          <a:solidFill xmlns:a="http://schemas.openxmlformats.org/drawingml/2006/main">
            <a:srgbClr val="FFFFDF"/>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a:solidFill>
                  <a:schemeClr val="tx1"/>
                </a:solidFill>
              </a:rPr>
              <a:t>generator</a:t>
            </a:r>
          </a:p>
        </p:txBody>
      </p:sp>
      <p:sp>
        <p:nvSpPr>
          <p:cNvPr id="5" name="Rectangle 4">
            <a:extLst xmlns:a="http://schemas.openxmlformats.org/drawingml/2006/main">
              <a:ext uri="{FF2B5EF4-FFF2-40B4-BE49-F238E27FC236}">
                <a16:creationId xmlns:a16="http://schemas.microsoft.com/office/drawing/2014/main" id="{D2E3153B-B602-E8C8-26E3-0790877E2038}"/>
              </a:ext>
            </a:extLst>
          </p:cNvPr>
          <p:cNvSpPr>
            <a:spLocks xmlns:a="http://schemas.openxmlformats.org/drawingml/2006/main" noGrp="1"/>
          </p:cNvSpPr>
          <p:nvPr/>
        </p:nvSpPr>
        <p:spPr>
          <a:xfrm xmlns:a="http://schemas.openxmlformats.org/drawingml/2006/main">
            <a:off x="6831257" y="3767578"/>
            <a:ext cx="3073775" cy="711744"/>
          </a:xfrm>
          <a:prstGeom xmlns:a="http://schemas.openxmlformats.org/drawingml/2006/main" prst="rect">
            <a:avLst/>
          </a:prstGeom>
          <a:solidFill xmlns:a="http://schemas.openxmlformats.org/drawingml/2006/main">
            <a:srgbClr val="FFFFDF"/>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a:solidFill>
                  <a:schemeClr val="tx1"/>
                </a:solidFill>
              </a:rPr>
              <a:t>evaluator</a:t>
            </a:r>
          </a:p>
        </p:txBody>
      </p:sp>
      <p:sp>
        <p:nvSpPr>
          <p:cNvPr id="6" name="Oval 5">
            <a:extLst xmlns:a="http://schemas.openxmlformats.org/drawingml/2006/main">
              <a:ext uri="{FF2B5EF4-FFF2-40B4-BE49-F238E27FC236}">
                <a16:creationId xmlns:a16="http://schemas.microsoft.com/office/drawing/2014/main" id="{73EFB381-E335-E80E-679A-F229C6F6520A}"/>
              </a:ext>
            </a:extLst>
          </p:cNvPr>
          <p:cNvSpPr>
            <a:spLocks xmlns:a="http://schemas.openxmlformats.org/drawingml/2006/main" noGrp="1"/>
          </p:cNvSpPr>
          <p:nvPr/>
        </p:nvSpPr>
        <p:spPr>
          <a:xfrm xmlns:a="http://schemas.openxmlformats.org/drawingml/2006/main">
            <a:off x="7656943" y="399565"/>
            <a:ext cx="1422402" cy="563418"/>
          </a:xfrm>
          <a:prstGeom xmlns:a="http://schemas.openxmlformats.org/drawingml/2006/main" prst="ellipse">
            <a:avLst/>
          </a:prstGeom>
          <a:solidFill xmlns:a="http://schemas.openxmlformats.org/drawingml/2006/main">
            <a:srgbClr val="B2D8E7"/>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a:solidFill>
                  <a:schemeClr val="tx1"/>
                </a:solidFill>
              </a:rPr>
              <a:t>start</a:t>
            </a:r>
          </a:p>
        </p:txBody>
      </p:sp>
      <p:sp>
        <p:nvSpPr>
          <p:cNvPr id="7" name="Oval 6">
            <a:extLst xmlns:a="http://schemas.openxmlformats.org/drawingml/2006/main">
              <a:ext uri="{FF2B5EF4-FFF2-40B4-BE49-F238E27FC236}">
                <a16:creationId xmlns:a16="http://schemas.microsoft.com/office/drawing/2014/main" id="{CA9E8826-944C-8F78-E5E5-02D947CC42AF}"/>
              </a:ext>
            </a:extLst>
          </p:cNvPr>
          <p:cNvSpPr>
            <a:spLocks xmlns:a="http://schemas.openxmlformats.org/drawingml/2006/main" noGrp="1"/>
          </p:cNvSpPr>
          <p:nvPr/>
        </p:nvSpPr>
        <p:spPr>
          <a:xfrm xmlns:a="http://schemas.openxmlformats.org/drawingml/2006/main">
            <a:off x="7656943" y="6111803"/>
            <a:ext cx="1422402" cy="563418"/>
          </a:xfrm>
          <a:prstGeom xmlns:a="http://schemas.openxmlformats.org/drawingml/2006/main" prst="ellipse">
            <a:avLst/>
          </a:prstGeom>
          <a:solidFill xmlns:a="http://schemas.openxmlformats.org/drawingml/2006/main">
            <a:srgbClr val="B2D8E7"/>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a:solidFill>
                  <a:schemeClr val="tx1"/>
                </a:solidFill>
              </a:rPr>
              <a:t>end</a:t>
            </a:r>
          </a:p>
        </p:txBody>
      </p:sp>
      <p:cxnSp>
        <p:nvCxnSpPr>
          <p:cNvPr id="9021" name="Straight Arrow Connector 8"/>
          <p:cNvCxnSpPr>
            <a:stCxn xmlns:a="http://schemas.openxmlformats.org/drawingml/2006/main" id="6" idx="4"/>
            <a:endCxn xmlns:a="http://schemas.openxmlformats.org/drawingml/2006/main" id="3" idx="0"/>
          </p:cNvCxnSpPr>
          <p:nvPr/>
        </p:nvCxnSpPr>
        <p:spPr>
          <a:xfrm xmlns:a="http://schemas.openxmlformats.org/drawingml/2006/main">
            <a:off x="8368144" y="962983"/>
            <a:ext cx="1" cy="460369"/>
          </a:xfrm>
          <a:prstGeom xmlns:a="http://schemas.openxmlformats.org/drawingml/2006/main" prst="straightConnector1">
            <a:avLst/>
          </a:prstGeom>
          <a:ln xmlns:a="http://schemas.openxmlformats.org/drawingml/2006/main">
            <a:solidFill>
              <a:schemeClr val="tx1"/>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
        <p:nvSpPr>
          <p:cNvPr id="11" name="Rectangle 10">
            <a:extLst xmlns:a="http://schemas.openxmlformats.org/drawingml/2006/main">
              <a:ext uri="{FF2B5EF4-FFF2-40B4-BE49-F238E27FC236}">
                <a16:creationId xmlns:a16="http://schemas.microsoft.com/office/drawing/2014/main" id="{6C630E7C-1063-0A8A-5B55-8A7F61AC6D23}"/>
              </a:ext>
            </a:extLst>
          </p:cNvPr>
          <p:cNvSpPr>
            <a:spLocks xmlns:a="http://schemas.openxmlformats.org/drawingml/2006/main" noGrp="1"/>
          </p:cNvSpPr>
          <p:nvPr/>
        </p:nvSpPr>
        <p:spPr>
          <a:xfrm xmlns:a="http://schemas.openxmlformats.org/drawingml/2006/main">
            <a:off x="6831257" y="2595465"/>
            <a:ext cx="3073775" cy="711744"/>
          </a:xfrm>
          <a:prstGeom xmlns:a="http://schemas.openxmlformats.org/drawingml/2006/main" prst="rect">
            <a:avLst/>
          </a:prstGeom>
          <a:solidFill xmlns:a="http://schemas.openxmlformats.org/drawingml/2006/main">
            <a:schemeClr val="bg2">
              <a:lumMod val="90000"/>
            </a:schemeClr>
          </a:solidFill>
          <a:ln xmlns:a="http://schemas.openxmlformats.org/drawingml/2006/main">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a:solidFill>
                  <a:schemeClr val="tx1"/>
                </a:solidFill>
              </a:rPr>
              <a:t>Pass generated output to Evaluator</a:t>
            </a:r>
          </a:p>
        </p:txBody>
      </p:sp>
      <p:sp>
        <p:nvSpPr>
          <p:cNvPr id="12" name="Rectangle 11">
            <a:extLst xmlns:a="http://schemas.openxmlformats.org/drawingml/2006/main">
              <a:ext uri="{FF2B5EF4-FFF2-40B4-BE49-F238E27FC236}">
                <a16:creationId xmlns:a16="http://schemas.microsoft.com/office/drawing/2014/main" id="{A4EB8B3B-DC54-8D48-7D40-3697345DABB5}"/>
              </a:ext>
            </a:extLst>
          </p:cNvPr>
          <p:cNvSpPr>
            <a:spLocks xmlns:a="http://schemas.openxmlformats.org/drawingml/2006/main" noGrp="1"/>
          </p:cNvSpPr>
          <p:nvPr/>
        </p:nvSpPr>
        <p:spPr>
          <a:xfrm xmlns:a="http://schemas.openxmlformats.org/drawingml/2006/main">
            <a:off x="6831257" y="4939691"/>
            <a:ext cx="3073775" cy="711744"/>
          </a:xfrm>
          <a:prstGeom xmlns:a="http://schemas.openxmlformats.org/drawingml/2006/main" prst="rect">
            <a:avLst/>
          </a:prstGeom>
          <a:solidFill xmlns:a="http://schemas.openxmlformats.org/drawingml/2006/main">
            <a:schemeClr val="bg2">
              <a:lumMod val="90000"/>
            </a:schemeClr>
          </a:solidFill>
          <a:ln xmlns:a="http://schemas.openxmlformats.org/drawingml/2006/main">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a:solidFill>
                  <a:schemeClr val="tx1"/>
                </a:solidFill>
              </a:rPr>
              <a:t>Pass generated output to Evaluator</a:t>
            </a:r>
          </a:p>
        </p:txBody>
      </p:sp>
      <p:cxnSp>
        <p:nvCxnSpPr>
          <p:cNvPr id="9024" name="Straight Arrow Connector 12"/>
          <p:cNvCxnSpPr>
            <a:stCxn xmlns:a="http://schemas.openxmlformats.org/drawingml/2006/main" id="3" idx="2"/>
            <a:endCxn xmlns:a="http://schemas.openxmlformats.org/drawingml/2006/main" id="11" idx="0"/>
          </p:cNvCxnSpPr>
          <p:nvPr/>
        </p:nvCxnSpPr>
        <p:spPr>
          <a:xfrm xmlns:a="http://schemas.openxmlformats.org/drawingml/2006/main">
            <a:off x="8368145" y="2135096"/>
            <a:ext cx="0" cy="460369"/>
          </a:xfrm>
          <a:prstGeom xmlns:a="http://schemas.openxmlformats.org/drawingml/2006/main" prst="straightConnector1">
            <a:avLst/>
          </a:prstGeom>
          <a:ln xmlns:a="http://schemas.openxmlformats.org/drawingml/2006/main">
            <a:solidFill>
              <a:schemeClr val="tx1"/>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9025" name="Straight Arrow Connector 18"/>
          <p:cNvCxnSpPr>
            <a:stCxn xmlns:a="http://schemas.openxmlformats.org/drawingml/2006/main" id="11" idx="2"/>
            <a:endCxn xmlns:a="http://schemas.openxmlformats.org/drawingml/2006/main" id="5" idx="0"/>
          </p:cNvCxnSpPr>
          <p:nvPr/>
        </p:nvCxnSpPr>
        <p:spPr>
          <a:xfrm xmlns:a="http://schemas.openxmlformats.org/drawingml/2006/main">
            <a:off x="8368145" y="3307209"/>
            <a:ext cx="0" cy="460369"/>
          </a:xfrm>
          <a:prstGeom xmlns:a="http://schemas.openxmlformats.org/drawingml/2006/main" prst="straightConnector1">
            <a:avLst/>
          </a:prstGeom>
          <a:ln xmlns:a="http://schemas.openxmlformats.org/drawingml/2006/main">
            <a:solidFill>
              <a:schemeClr val="tx1"/>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9026" name="Straight Arrow Connector 21"/>
          <p:cNvCxnSpPr>
            <a:stCxn xmlns:a="http://schemas.openxmlformats.org/drawingml/2006/main" id="5" idx="2"/>
            <a:endCxn xmlns:a="http://schemas.openxmlformats.org/drawingml/2006/main" id="12" idx="0"/>
          </p:cNvCxnSpPr>
          <p:nvPr/>
        </p:nvCxnSpPr>
        <p:spPr>
          <a:xfrm xmlns:a="http://schemas.openxmlformats.org/drawingml/2006/main">
            <a:off x="8368145" y="4479322"/>
            <a:ext cx="0" cy="460369"/>
          </a:xfrm>
          <a:prstGeom xmlns:a="http://schemas.openxmlformats.org/drawingml/2006/main" prst="straightConnector1">
            <a:avLst/>
          </a:prstGeom>
          <a:ln xmlns:a="http://schemas.openxmlformats.org/drawingml/2006/main">
            <a:solidFill>
              <a:schemeClr val="tx1"/>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9027" name="Straight Arrow Connector 24"/>
          <p:cNvCxnSpPr>
            <a:stCxn xmlns:a="http://schemas.openxmlformats.org/drawingml/2006/main" id="12" idx="2"/>
            <a:endCxn xmlns:a="http://schemas.openxmlformats.org/drawingml/2006/main" id="7" idx="0"/>
          </p:cNvCxnSpPr>
          <p:nvPr/>
        </p:nvCxnSpPr>
        <p:spPr>
          <a:xfrm xmlns:a="http://schemas.openxmlformats.org/drawingml/2006/main" flipH="1">
            <a:off x="8368144" y="5651435"/>
            <a:ext cx="1" cy="460368"/>
          </a:xfrm>
          <a:prstGeom xmlns:a="http://schemas.openxmlformats.org/drawingml/2006/main" prst="straightConnector1">
            <a:avLst/>
          </a:prstGeom>
          <a:ln xmlns:a="http://schemas.openxmlformats.org/drawingml/2006/main">
            <a:solidFill>
              <a:schemeClr val="tx1"/>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9028" name="Connector: Elbow 34"/>
          <p:cNvCxnSpPr>
            <a:stCxn xmlns:a="http://schemas.openxmlformats.org/drawingml/2006/main" id="12" idx="3"/>
            <a:endCxn xmlns:a="http://schemas.openxmlformats.org/drawingml/2006/main" id="3" idx="3"/>
          </p:cNvCxnSpPr>
          <p:nvPr/>
        </p:nvCxnSpPr>
        <p:spPr>
          <a:xfrm xmlns:a="http://schemas.openxmlformats.org/drawingml/2006/main" flipV="1">
            <a:off x="9905032" y="1779224"/>
            <a:ext cx="12700" cy="3516339"/>
          </a:xfrm>
          <a:prstGeom xmlns:a="http://schemas.openxmlformats.org/drawingml/2006/main" prst="bentConnector3">
            <a:avLst>
              <a:gd name="adj1" fmla="val 6054543"/>
            </a:avLst>
          </a:prstGeom>
          <a:ln xmlns:a="http://schemas.openxmlformats.org/drawingml/2006/main">
            <a:solidFill>
              <a:schemeClr val="tx1"/>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
        <p:nvSpPr>
          <p:cNvPr id="37" name="TextBox 36">
            <a:extLst xmlns:a="http://schemas.openxmlformats.org/drawingml/2006/main">
              <a:ext uri="{FF2B5EF4-FFF2-40B4-BE49-F238E27FC236}">
                <a16:creationId xmlns:a16="http://schemas.microsoft.com/office/drawing/2014/main" id="{0EE8643F-FF06-B118-A927-95EEF97DF55B}"/>
              </a:ext>
            </a:extLst>
          </p:cNvPr>
          <p:cNvSpPr>
            <a:spLocks xmlns:a="http://schemas.openxmlformats.org/drawingml/2006/main" noGrp="1"/>
          </p:cNvSpPr>
          <p:nvPr/>
        </p:nvSpPr>
        <p:spPr>
          <a:xfrm xmlns:a="http://schemas.openxmlformats.org/drawingml/2006/main">
            <a:off x="10729800" y="3767578"/>
            <a:ext cx="712118"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rerun</a:t>
            </a:r>
          </a:p>
        </p:txBody>
      </p:sp>
      <p:sp>
        <p:nvSpPr>
          <p:cNvPr id="38" name="TextBox 37">
            <a:extLst xmlns:a="http://schemas.openxmlformats.org/drawingml/2006/main">
              <a:ext uri="{FF2B5EF4-FFF2-40B4-BE49-F238E27FC236}">
                <a16:creationId xmlns:a16="http://schemas.microsoft.com/office/drawing/2014/main" id="{B2BB61A4-1A5B-7166-3E27-0C5F51E3967C}"/>
              </a:ext>
            </a:extLst>
          </p:cNvPr>
          <p:cNvSpPr>
            <a:spLocks xmlns:a="http://schemas.openxmlformats.org/drawingml/2006/main" noGrp="1"/>
          </p:cNvSpPr>
          <p:nvPr/>
        </p:nvSpPr>
        <p:spPr>
          <a:xfrm xmlns:a="http://schemas.openxmlformats.org/drawingml/2006/main">
            <a:off x="8424470" y="5696953"/>
            <a:ext cx="1137299"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complete</a:t>
            </a:r>
          </a:p>
        </p:txBody>
      </p:sp>
      <p:sp>
        <p:nvSpPr>
          <p:cNvPr id="40" name="TextBox 39">
            <a:extLst xmlns:a="http://schemas.openxmlformats.org/drawingml/2006/main">
              <a:ext uri="{FF2B5EF4-FFF2-40B4-BE49-F238E27FC236}">
                <a16:creationId xmlns:a16="http://schemas.microsoft.com/office/drawing/2014/main" id="{6A7A5129-9DFC-A60F-7211-0FC03BE068C7}"/>
              </a:ext>
            </a:extLst>
          </p:cNvPr>
          <p:cNvSpPr>
            <a:spLocks xmlns:a="http://schemas.openxmlformats.org/drawingml/2006/main" noGrp="1"/>
          </p:cNvSpPr>
          <p:nvPr/>
        </p:nvSpPr>
        <p:spPr>
          <a:xfrm xmlns:a="http://schemas.openxmlformats.org/drawingml/2006/main">
            <a:off x="1019068" y="5881619"/>
            <a:ext cx="609731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code\03_beyond_basics.ipynb</a:t>
            </a:r>
          </a:p>
        </p:txBody>
      </p:sp>
      <p:sp>
        <p:nvSpPr>
          <p:cNvPr id="9001" name="TopStrip">
            <a:extLst xmlns:a="http://schemas.openxmlformats.org/drawingml/2006/main">
              <a:ext uri="{FF2B5EF4-FFF2-40B4-BE49-F238E27FC236}">
                <a16:creationId xmlns:a16="http://schemas.microsoft.com/office/drawing/2014/main" id="{924D6FA2-D53F-4186-866B-AEC3347B3B05}"/>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CB16784A-C5D0-4297-8B8C-2C21E5F008DB}"/>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41034268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5539E7-38E6-698E-6C1F-3381C15A9AB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Reflection (as tools)</a:t>
            </a:r>
          </a:p>
        </p:txBody>
      </p:sp>
      <p:sp>
        <p:nvSpPr>
          <p:cNvPr id="9001" name="TopStrip">
            <a:extLst xmlns:a="http://schemas.openxmlformats.org/drawingml/2006/main">
              <a:ext uri="{FF2B5EF4-FFF2-40B4-BE49-F238E27FC236}">
                <a16:creationId xmlns:a16="http://schemas.microsoft.com/office/drawing/2014/main" id="{FA48AA0E-80EB-498F-94B5-178E5EB6366A}"/>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47538580-AAA1-4EEA-AAD0-E12385D48921}"/>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pic>
        <p:nvPicPr>
          <p:cNvPr id="9008" name="Picture 6"/>
          <p:cNvPicPr>
            <a:picLocks xmlns:a="http://schemas.openxmlformats.org/drawingml/2006/main" noChangeAspect="1"/>
          </p:cNvPicPr>
          <p:nvPr/>
        </p:nvPicPr>
        <p:blipFill>
          <a:blip xmlns:r="http://schemas.openxmlformats.org/officeDocument/2006/relationships" xmlns:a="http://schemas.openxmlformats.org/drawingml/2006/main" r:embed="R6f1b2502d03f4911"/>
          <a:stretch xmlns:a="http://schemas.openxmlformats.org/drawingml/2006/main">
            <a:fillRect l="0" t="0" r="0" b="0"/>
          </a:stretch>
        </p:blipFill>
        <p:spPr>
          <a:xfrm xmlns:a="http://schemas.openxmlformats.org/drawingml/2006/main">
            <a:off x="6198572" y="2024847"/>
            <a:ext cx="5604578" cy="3471602"/>
          </a:xfrm>
          <a:prstGeom xmlns:a="http://schemas.openxmlformats.org/drawingml/2006/main" prst="rect">
            <a:avLst/>
          </a:prstGeom>
        </p:spPr>
      </p:pic>
      <p:pic>
        <p:nvPicPr>
          <p:cNvPr id="9009" name="Picture 8"/>
          <p:cNvPicPr>
            <a:picLocks xmlns:a="http://schemas.openxmlformats.org/drawingml/2006/main" noChangeAspect="1"/>
          </p:cNvPicPr>
          <p:nvPr/>
        </p:nvPicPr>
        <p:blipFill>
          <a:blip xmlns:r="http://schemas.openxmlformats.org/officeDocument/2006/relationships" xmlns:a="http://schemas.openxmlformats.org/drawingml/2006/main" r:embed="Re525a51030d9493a"/>
          <a:stretch xmlns:a="http://schemas.openxmlformats.org/drawingml/2006/main">
            <a:fillRect l="0" t="0" r="0" b="0"/>
          </a:stretch>
        </p:blipFill>
        <p:spPr>
          <a:xfrm xmlns:a="http://schemas.openxmlformats.org/drawingml/2006/main">
            <a:off x="562879" y="2196927"/>
            <a:ext cx="5430551" cy="3299522"/>
          </a:xfrm>
          <a:prstGeom xmlns:a="http://schemas.openxmlformats.org/drawingml/2006/main" prst="rect">
            <a:avLst/>
          </a:prstGeom>
        </p:spPr>
      </p:pic>
    </p:spTree>
    <p:extLst>
      <p:ext uri="{BB962C8B-B14F-4D97-AF65-F5344CB8AC3E}">
        <p14:creationId xmlns:p14="http://schemas.microsoft.com/office/powerpoint/2010/main" val="266009497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28E0C6-2767-C3D0-43E3-FF11C437CEF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Core lab: Workflow patterns</a:t>
            </a:r>
          </a:p>
        </p:txBody>
      </p:sp>
      <p:graphicFrame>
        <p:nvGraphicFramePr>
          <p:cNvPr id="9005" name="Content Placeholder 3"/>
          <p:cNvGraphicFramePr/>
          <p:nvPr/>
        </p:nvGraphicFramePr>
        <p:xfrm>
          <a:off xmlns:a="http://schemas.openxmlformats.org/drawingml/2006/main" x="838200" y="1784372"/>
          <a:ext xmlns:a="http://schemas.openxmlformats.org/drawingml/2006/main" cx="10320230" cy="2144673"/>
        </p:xfrm>
        <a:graphic xmlns:a="http://schemas.openxmlformats.org/drawingml/2006/main">
          <a:graphicData uri="http://schemas.openxmlformats.org/drawingml/2006/table">
            <a:tbl>
              <a:tblPr firstRow="1" bandRow="1">
                <a:tableStyleId>{5C22544A-7EE6-4342-B048-85BDC9FD1C3A}</a:tableStyleId>
              </a:tblPr>
              <a:tblGrid>
                <a:gridCol w="2864760"/>
                <a:gridCol w="7455470"/>
              </a:tblGrid>
              <a:tr h="714891">
                <a:tc>
                  <a:txBody>
                    <a:bodyPr/>
                    <a:lstStyle/>
                    <a:p>
                      <a:r>
                        <a:rPr sz="2000"/>
                        <a:t>Notebook</a:t>
                      </a:r>
                    </a:p>
                  </a:txBody>
                  <a:tcPr marL="91440" marR="91440" marT="45720" marB="45720"/>
                </a:tc>
                <a:tc>
                  <a:txBody>
                    <a:bodyPr/>
                    <a:lstStyle/>
                    <a:p>
                      <a:r>
                        <a:rPr sz="2000"/>
                        <a:t>Objective</a:t>
                      </a:r>
                    </a:p>
                  </a:txBody>
                  <a:tcPr marL="91440" marR="91440" marT="45720" marB="45720"/>
                </a:tc>
              </a:tr>
              <a:tr h="714891">
                <a:tc>
                  <a:txBody>
                    <a:bodyPr/>
                    <a:lstStyle/>
                    <a:p>
                      <a:r>
                        <a:rPr sz="1100" b="0"/>
                        <a:t>02_agent_with_tools
03_beyond_basics</a:t>
                      </a:r>
                    </a:p>
                  </a:txBody>
                  <a:tcPr marL="91440" marR="91440" marT="45720" marB="45720" anchor="ctr"/>
                </a:tc>
                <a:tc>
                  <a:txBody>
                    <a:bodyPr/>
                    <a:lstStyle/>
                    <a:p>
                      <a:r>
                        <a:rPr sz="1100" b="0"/>
                        <a:t>NB02 S7: Reflection via tool descriptions
NB03 S4: Deterministic vs stochastic orchestration</a:t>
                      </a:r>
                    </a:p>
                  </a:txBody>
                  <a:tcPr marL="91440" marR="91440" marT="45720" marB="45720" anchor="ctr"/>
                </a:tc>
              </a:tr>
              <a:tr h="714891">
                <a:tc>
                  <a:txBody>
                    <a:bodyPr/>
                    <a:lstStyle/>
                    <a:p>
                      <a:r>
                        <a:rPr sz="1200" b="0"/>
                        <a:t>02_agent_with_tools</a:t>
                      </a:r>
                    </a:p>
                  </a:txBody>
                  <a:tcPr marL="91440" marR="91440" marT="45720" marB="45720" anchor="ctr"/>
                </a:tc>
                <a:tc>
                  <a:txBody>
                    <a:bodyPr/>
                    <a:lstStyle/>
                    <a:p>
                      <a:r>
                        <a:rPr sz="1200" b="0"/>
                        <a:t>Section 5: Orchestrator-Workers pattern (planning via agent-as-tool)</a:t>
                      </a:r>
                    </a:p>
                  </a:txBody>
                  <a:tcPr marL="91440" marR="91440" marT="45720" marB="45720" anchor="ctr"/>
                </a:tc>
              </a:tr>
            </a:tbl>
          </a:graphicData>
        </a:graphic>
      </p:graphicFrame>
      <p:sp>
        <p:nvSpPr>
          <p:cNvPr id="9001" name="TopStrip">
            <a:extLst xmlns:a="http://schemas.openxmlformats.org/drawingml/2006/main">
              <a:ext uri="{FF2B5EF4-FFF2-40B4-BE49-F238E27FC236}">
                <a16:creationId xmlns:a16="http://schemas.microsoft.com/office/drawing/2014/main" id="{FC3DF00B-A471-4807-A90E-2AD73E3B2483}"/>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FE9F1E9A-2A67-4E21-B5B1-CA2BC4F5C43C}"/>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5656436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A5740D-BB86-4115-9A72-DC2C12CA54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Beyond the Basics: Real-World SDK Patterns</a:t>
            </a:r>
          </a:p>
        </p:txBody>
      </p:sp>
      <p:sp>
        <p:nvSpPr>
          <p:cNvPr id="3" name="Content Placeholder 2">
            <a:extLst xmlns:a="http://schemas.openxmlformats.org/drawingml/2006/main">
              <a:ext uri="{FF2B5EF4-FFF2-40B4-BE49-F238E27FC236}">
                <a16:creationId xmlns:a16="http://schemas.microsoft.com/office/drawing/2014/main" id="{2A9C4BE8-EB4C-4894-BD2E-C6F2E714BFA2}"/>
              </a:ext>
            </a:extLst>
          </p:cNvPr>
          <p:cNvSpPr>
            <a:spLocks xmlns:a="http://schemas.openxmlformats.org/drawingml/2006/main" noGrp="1"/>
          </p:cNvSpPr>
          <p:nvPr>
            <p:ph idx="1"/>
          </p:nvPr>
        </p:nvSpPr>
        <p:spPr>
          <a:xfrm xmlns:a="http://schemas.openxmlformats.org/drawingml/2006/main">
            <a:off x="838200" y="1476435"/>
            <a:ext cx="10215824" cy="1212017"/>
          </a:xfrm>
        </p:spPr>
        <p:txBody>
          <a:bodyPr xmlns:a="http://schemas.openxmlformats.org/drawingml/2006/main">
            <a:normAutofit/>
          </a:bodyPr>
          <a:lstStyle xmlns:a="http://schemas.openxmlformats.org/drawingml/2006/main"/>
          <a:p xmlns:a="http://schemas.openxmlformats.org/drawingml/2006/main">
            <a:pPr marL="0" indent="0">
              <a:buNone/>
            </a:pPr>
            <a:r>
              <a:rPr sz="3500"/>
              <a:t>Notebook 03 covers patterns you will need in production:</a:t>
            </a:r>
          </a:p>
          <a:p xmlns:a="http://schemas.openxmlformats.org/drawingml/2006/main">
            <a:endParaRPr/>
          </a:p>
          <a:p xmlns:a="http://schemas.openxmlformats.org/drawingml/2006/main">
            <a:endParaRPr/>
          </a:p>
        </p:txBody>
      </p:sp>
      <p:sp>
        <p:nvSpPr>
          <p:cNvPr id="4" name="TextBox 3">
            <a:extLst xmlns:a="http://schemas.openxmlformats.org/drawingml/2006/main">
              <a:ext uri="{FF2B5EF4-FFF2-40B4-BE49-F238E27FC236}">
                <a16:creationId xmlns:a16="http://schemas.microsoft.com/office/drawing/2014/main" id="{25BA8015-6BF7-4D8B-AB24-E228DA7147F5}"/>
              </a:ext>
            </a:extLst>
          </p:cNvPr>
          <p:cNvSpPr>
            <a:spLocks xmlns:a="http://schemas.openxmlformats.org/drawingml/2006/main" noGrp="1"/>
          </p:cNvSpPr>
          <p:nvPr/>
        </p:nvSpPr>
        <p:spPr>
          <a:xfrm xmlns:a="http://schemas.openxmlformats.org/drawingml/2006/main">
            <a:off x="457200" y="6217920"/>
            <a:ext cx="82296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000" i="1"/>
            </a:pPr>
            <a:r>
              <a:t>Hands-on: 03_beyond_basics.ipynb</a:t>
            </a:r>
          </a:p>
        </p:txBody>
      </p:sp>
      <p:sp>
        <p:nvSpPr>
          <p:cNvPr id="9001" name="TopStrip">
            <a:extLst xmlns:a="http://schemas.openxmlformats.org/drawingml/2006/main">
              <a:ext uri="{FF2B5EF4-FFF2-40B4-BE49-F238E27FC236}">
                <a16:creationId xmlns:a16="http://schemas.microsoft.com/office/drawing/2014/main" id="{9CD0D265-A0E9-4C5E-98EA-7045FC11AADB}"/>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3579C3C8-77BB-45B6-B36C-DED1862F6D6C}"/>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6" name="TextBox 5">
            <a:extLst xmlns:a="http://schemas.openxmlformats.org/drawingml/2006/main">
              <a:ext uri="{FF2B5EF4-FFF2-40B4-BE49-F238E27FC236}">
                <a16:creationId xmlns:a16="http://schemas.microsoft.com/office/drawing/2014/main" id="{C0604170-E15F-F1DF-19E2-2063685A87FE}"/>
              </a:ext>
            </a:extLst>
          </p:cNvPr>
          <p:cNvSpPr>
            <a:spLocks xmlns:a="http://schemas.openxmlformats.org/drawingml/2006/main" noGrp="1"/>
          </p:cNvSpPr>
          <p:nvPr/>
        </p:nvSpPr>
        <p:spPr>
          <a:xfrm xmlns:a="http://schemas.openxmlformats.org/drawingml/2006/main">
            <a:off x="6286918" y="2914512"/>
            <a:ext cx="5257800" cy="313932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3. Lifecycle Hooks (</a:t>
            </a:r>
            <a:r>
              <a:t>RunHooks</a:t>
            </a:r>
            <a:r>
              <a:t>)</a:t>
            </a:r>
          </a:p>
          <a:p xmlns:a="http://schemas.openxmlformats.org/drawingml/2006/main">
            <a:pPr marL="742950" lvl="1" indent="-285750">
              <a:buFont typeface="Arial"/>
              <a:buChar char="•"/>
            </a:pPr>
            <a:r>
              <a:t>on_agent_start</a:t>
            </a:r>
            <a:r>
              <a:t> / </a:t>
            </a:r>
            <a:r>
              <a:t>on_agent_end</a:t>
            </a:r>
            <a:r>
              <a:t> / </a:t>
            </a:r>
            <a:r>
              <a:t>on_tool_start</a:t>
            </a:r>
            <a:endParaRPr/>
          </a:p>
          <a:p xmlns:a="http://schemas.openxmlformats.org/drawingml/2006/main">
            <a:pPr marL="742950" lvl="1" indent="-285750">
              <a:buFont typeface="Arial"/>
              <a:buChar char="•"/>
            </a:pPr>
            <a:r>
              <a:t>Use for logging, circuit breakers, cost tracking</a:t>
            </a:r>
          </a:p>
          <a:p xmlns:a="http://schemas.openxmlformats.org/drawingml/2006/main">
            <a:endParaRPr/>
          </a:p>
          <a:p xmlns:a="http://schemas.openxmlformats.org/drawingml/2006/main">
            <a:r>
              <a:t>4. Deterministic vs Stochastic Orchestration</a:t>
            </a:r>
          </a:p>
          <a:p xmlns:a="http://schemas.openxmlformats.org/drawingml/2006/main">
            <a:pPr marL="742950" lvl="1" indent="-285750">
              <a:buFont typeface="Arial"/>
              <a:buChar char="•"/>
            </a:pPr>
            <a:r>
              <a:t>Deterministic: Python code controls the flow</a:t>
            </a:r>
          </a:p>
          <a:p xmlns:a="http://schemas.openxmlformats.org/drawingml/2006/main">
            <a:pPr marL="742950" lvl="1" indent="-285750">
              <a:buFont typeface="Arial"/>
              <a:buChar char="•"/>
            </a:pPr>
            <a:r>
              <a:t>Stochastic: LLM decides what tool to call next</a:t>
            </a:r>
          </a:p>
        </p:txBody>
      </p:sp>
      <p:sp>
        <p:nvSpPr>
          <p:cNvPr id="8" name="TextBox 7">
            <a:extLst xmlns:a="http://schemas.openxmlformats.org/drawingml/2006/main">
              <a:ext uri="{FF2B5EF4-FFF2-40B4-BE49-F238E27FC236}">
                <a16:creationId xmlns:a16="http://schemas.microsoft.com/office/drawing/2014/main" id="{3002107F-B279-D247-1784-4E56D5C8F169}"/>
              </a:ext>
            </a:extLst>
          </p:cNvPr>
          <p:cNvSpPr>
            <a:spLocks xmlns:a="http://schemas.openxmlformats.org/drawingml/2006/main" noGrp="1"/>
          </p:cNvSpPr>
          <p:nvPr/>
        </p:nvSpPr>
        <p:spPr>
          <a:xfrm xmlns:a="http://schemas.openxmlformats.org/drawingml/2006/main">
            <a:off x="758232" y="2809546"/>
            <a:ext cx="5257800" cy="313932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buNone/>
            </a:pPr>
            <a:r>
              <a:t>1. Multi-turn Conversations</a:t>
            </a:r>
          </a:p>
          <a:p xmlns:a="http://schemas.openxmlformats.org/drawingml/2006/main">
            <a:pPr lvl="1">
              <a:buNone/>
            </a:pPr>
            <a:r>
              <a:t>result.to_input_list</a:t>
            </a:r>
            <a:r>
              <a:t>() appends agent output to message history</a:t>
            </a:r>
          </a:p>
          <a:p xmlns:a="http://schemas.openxmlformats.org/drawingml/2006/main">
            <a:pPr lvl="1">
              <a:buNone/>
            </a:pPr>
            <a:r>
              <a:t>Enables follow-up questions without losing context</a:t>
            </a:r>
          </a:p>
          <a:p xmlns:a="http://schemas.openxmlformats.org/drawingml/2006/main">
            <a:endParaRPr/>
          </a:p>
          <a:p xmlns:a="http://schemas.openxmlformats.org/drawingml/2006/main">
            <a:pPr marL="0" indent="0">
              <a:buNone/>
            </a:pPr>
            <a:r>
              <a:t>2. State Management with context=</a:t>
            </a:r>
          </a:p>
          <a:p xmlns:a="http://schemas.openxmlformats.org/drawingml/2006/main">
            <a:pPr lvl="1">
              <a:buNone/>
            </a:pPr>
            <a:r>
              <a:t>Pass a shared Python object into every tool and hook</a:t>
            </a:r>
          </a:p>
          <a:p xmlns:a="http://schemas.openxmlformats.org/drawingml/2006/main">
            <a:pPr lvl="1">
              <a:buNone/>
            </a:pPr>
            <a:r>
              <a:t>Agent reads/writes state without polluting the message history</a:t>
            </a:r>
          </a:p>
        </p:txBody>
      </p:sp>
    </p:spTree>
    <p:extLst>
      <p:ext uri="{BB962C8B-B14F-4D97-AF65-F5344CB8AC3E}">
        <p14:creationId xmlns:p14="http://schemas.microsoft.com/office/powerpoint/2010/main" val="88958901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D30EF04-D2AB-422C-BF02-CFF0D06A1EE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Streaming Agent Responses</a:t>
            </a:r>
          </a:p>
        </p:txBody>
      </p:sp>
      <p:sp>
        <p:nvSpPr>
          <p:cNvPr id="3" name="Content Placeholder 2">
            <a:extLst xmlns:a="http://schemas.openxmlformats.org/drawingml/2006/main">
              <a:ext uri="{FF2B5EF4-FFF2-40B4-BE49-F238E27FC236}">
                <a16:creationId xmlns:a16="http://schemas.microsoft.com/office/drawing/2014/main" id="{592E1069-7A1E-4B61-B185-D0B4A0F5C256}"/>
              </a:ext>
            </a:extLst>
          </p:cNvPr>
          <p:cNvSpPr>
            <a:spLocks xmlns:a="http://schemas.openxmlformats.org/drawingml/2006/main" noGrp="1"/>
          </p:cNvSpPr>
          <p:nvPr>
            <p:ph idx="1"/>
          </p:nvPr>
        </p:nvSpPr>
        <p:spPr/>
        <p:txBody>
          <a:bodyPr xmlns:a="http://schemas.openxmlformats.org/drawingml/2006/main">
            <a:normAutofit fontScale="55000" lnSpcReduction="20000"/>
          </a:bodyPr>
          <a:lstStyle xmlns:a="http://schemas.openxmlformats.org/drawingml/2006/main"/>
          <a:p xmlns:a="http://schemas.openxmlformats.org/drawingml/2006/main">
            <a:pPr marL="0" indent="0">
              <a:buNone/>
            </a:pPr>
            <a:r>
              <a:t>Runner.run_streamed</a:t>
            </a:r>
            <a:r>
              <a:t>() yields events as the agent works</a:t>
            </a:r>
          </a:p>
          <a:p xmlns:a="http://schemas.openxmlformats.org/drawingml/2006/main">
            <a:endParaRPr/>
          </a:p>
          <a:p xmlns:a="http://schemas.openxmlformats.org/drawingml/2006/main">
            <a:pPr marL="0" indent="0">
              <a:buNone/>
            </a:pPr>
            <a:r>
              <a:t>Event types:</a:t>
            </a:r>
          </a:p>
          <a:p xmlns:a="http://schemas.openxmlformats.org/drawingml/2006/main">
            <a:r>
              <a:t>  </a:t>
            </a:r>
            <a:r>
              <a:t>RawResponsesStreamEvent</a:t>
            </a:r>
            <a:r>
              <a:t> — raw model output chunks</a:t>
            </a:r>
          </a:p>
          <a:p xmlns:a="http://schemas.openxmlformats.org/drawingml/2006/main">
            <a:r>
              <a:t>  ResponseTextDeltaEvent  — text delta for printing</a:t>
            </a:r>
          </a:p>
          <a:p xmlns:a="http://schemas.openxmlformats.org/drawingml/2006/main">
            <a:r>
              <a:t>  </a:t>
            </a:r>
            <a:r>
              <a:t>RunItemStreamEvent</a:t>
            </a:r>
            <a:r>
              <a:t>      — tool calls, tool results</a:t>
            </a:r>
          </a:p>
          <a:p xmlns:a="http://schemas.openxmlformats.org/drawingml/2006/main">
            <a:endParaRPr/>
          </a:p>
          <a:p xmlns:a="http://schemas.openxmlformats.org/drawingml/2006/main">
            <a:pPr marL="0" indent="0">
              <a:buNone/>
            </a:pPr>
            <a:r>
              <a:t>Pattern: streaming REPL</a:t>
            </a:r>
          </a:p>
          <a:p xmlns:a="http://schemas.openxmlformats.org/drawingml/2006/main">
            <a:pPr marL="0" indent="0">
              <a:buNone/>
            </a:pPr>
            <a:r>
              <a:t>  streamed = </a:t>
            </a:r>
            <a:r>
              <a:t>Runner.run_streamed</a:t>
            </a:r>
            <a:r>
              <a:t>(agent, input)</a:t>
            </a:r>
          </a:p>
          <a:p xmlns:a="http://schemas.openxmlformats.org/drawingml/2006/main">
            <a:pPr marL="0" indent="0">
              <a:buNone/>
            </a:pPr>
            <a:r>
              <a:t>  async for event in </a:t>
            </a:r>
            <a:r>
              <a:t>streamed.stream_events</a:t>
            </a:r>
            <a:r>
              <a:t>():</a:t>
            </a:r>
          </a:p>
          <a:p xmlns:a="http://schemas.openxmlformats.org/drawingml/2006/main">
            <a:pPr marL="0" indent="0">
              <a:buNone/>
            </a:pPr>
            <a:r>
              <a:t>      if </a:t>
            </a:r>
            <a:r>
              <a:t>isinstance</a:t>
            </a:r>
            <a:r>
              <a:t>(</a:t>
            </a:r>
            <a:r>
              <a:t>event.data</a:t>
            </a:r>
            <a:r>
              <a:t>, ResponseTextDeltaEvent):</a:t>
            </a:r>
          </a:p>
          <a:p xmlns:a="http://schemas.openxmlformats.org/drawingml/2006/main">
            <a:pPr marL="0" indent="0">
              <a:buNone/>
            </a:pPr>
            <a:r>
              <a:t>          print(</a:t>
            </a:r>
            <a:r>
              <a:t>event.data.delta</a:t>
            </a:r>
            <a:r>
              <a:t>, end="", flush=True)</a:t>
            </a:r>
          </a:p>
          <a:p xmlns:a="http://schemas.openxmlformats.org/drawingml/2006/main">
            <a:endParaRPr/>
          </a:p>
          <a:p xmlns:a="http://schemas.openxmlformats.org/drawingml/2006/main">
            <a:pPr marL="0" indent="0">
              <a:buNone/>
            </a:pPr>
            <a:r>
              <a:t>Used in the </a:t>
            </a:r>
            <a:r>
              <a:t>Gradio</a:t>
            </a:r>
            <a:r>
              <a:t> app (notebook 04) for real-time responses</a:t>
            </a:r>
          </a:p>
        </p:txBody>
      </p:sp>
      <p:sp>
        <p:nvSpPr>
          <p:cNvPr id="4" name="TextBox 3">
            <a:extLst xmlns:a="http://schemas.openxmlformats.org/drawingml/2006/main">
              <a:ext uri="{FF2B5EF4-FFF2-40B4-BE49-F238E27FC236}">
                <a16:creationId xmlns:a16="http://schemas.microsoft.com/office/drawing/2014/main" id="{7F614323-0CF4-4854-8196-AB0372D70964}"/>
              </a:ext>
            </a:extLst>
          </p:cNvPr>
          <p:cNvSpPr>
            <a:spLocks xmlns:a="http://schemas.openxmlformats.org/drawingml/2006/main" noGrp="1"/>
          </p:cNvSpPr>
          <p:nvPr/>
        </p:nvSpPr>
        <p:spPr>
          <a:xfrm xmlns:a="http://schemas.openxmlformats.org/drawingml/2006/main">
            <a:off x="838200" y="6218555"/>
            <a:ext cx="82296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000" i="1"/>
            </a:pPr>
            <a:r>
              <a:t>Hands-on: 03_beyond_basics.ipynb (Section 1) + 04_agent_gradio_app.ipynb</a:t>
            </a:r>
          </a:p>
        </p:txBody>
      </p:sp>
      <p:sp>
        <p:nvSpPr>
          <p:cNvPr id="9001" name="TopStrip">
            <a:extLst xmlns:a="http://schemas.openxmlformats.org/drawingml/2006/main">
              <a:ext uri="{FF2B5EF4-FFF2-40B4-BE49-F238E27FC236}">
                <a16:creationId xmlns:a16="http://schemas.microsoft.com/office/drawing/2014/main" id="{2D7EA4EC-4A45-4D29-BC87-A514B1E3DC4E}"/>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48E4A813-B8D4-440F-B202-D62FD7610E9D}"/>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40843513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AF0827-6ECD-4DDF-94C4-AEB2D8930DD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Optional lab: Streaming and Gradio</a:t>
            </a:r>
          </a:p>
        </p:txBody>
      </p:sp>
      <p:sp>
        <p:nvSpPr>
          <p:cNvPr id="3" name="Content Placeholder 2">
            <a:extLst xmlns:a="http://schemas.openxmlformats.org/drawingml/2006/main">
              <a:ext uri="{FF2B5EF4-FFF2-40B4-BE49-F238E27FC236}">
                <a16:creationId xmlns:a16="http://schemas.microsoft.com/office/drawing/2014/main" id="{0D6CEEDD-BAB7-4A6D-B3BF-1455EB313EE8}"/>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marL="0" indent="0">
              <a:spcAft>
                <a:spcPts val="500"/>
              </a:spcAft>
              <a:buNone/>
            </a:pPr>
            <a:r>
              <a:rPr b="1"/>
              <a:t>Notebook 03: 03_beyond_basics.ipynb</a:t>
            </a:r>
          </a:p>
          <a:p xmlns:a="http://schemas.openxmlformats.org/drawingml/2006/main">
            <a:pPr marL="254000" indent="-127000">
              <a:spcAft>
                <a:spcPts val="500"/>
              </a:spcAft>
              <a:buChar char="•"/>
            </a:pPr>
            <a:r>
              <a:t>Multi-turn state, deterministic streaming, lifecycle hooks, and typed output</a:t>
            </a:r>
          </a:p>
          <a:p xmlns:a="http://schemas.openxmlformats.org/drawingml/2006/main">
            <a:pPr marL="254000" indent="-127000">
              <a:spcAft>
                <a:spcPts val="500"/>
              </a:spcAft>
              <a:buChar char="•"/>
            </a:pPr>
            <a:r>
              <a:t>Interactive REPL available as an opt-in classroom extension</a:t>
            </a:r>
          </a:p>
          <a:p xmlns:a="http://schemas.openxmlformats.org/drawingml/2006/main">
            <a:pPr marL="0" indent="0">
              <a:spcBef>
                <a:spcPts val="900"/>
              </a:spcBef>
              <a:spcAft>
                <a:spcPts val="500"/>
              </a:spcAft>
              <a:buNone/>
            </a:pPr>
            <a:r>
              <a:rPr b="1"/>
              <a:t>Notebook 04: 04_agent_gradio_app.ipynb</a:t>
            </a:r>
          </a:p>
          <a:p xmlns:a="http://schemas.openxmlformats.org/drawingml/2006/main">
            <a:pPr marL="254000" indent="-127000">
              <a:spcAft>
                <a:spcPts val="500"/>
              </a:spcAft>
              <a:buChar char="•"/>
            </a:pPr>
            <a:r>
              <a:t>Streaming Gradio chat interface</a:t>
            </a:r>
          </a:p>
          <a:p xmlns:a="http://schemas.openxmlformats.org/drawingml/2006/main">
            <a:pPr marL="254000" indent="-127000">
              <a:spcAft>
                <a:spcPts val="500"/>
              </a:spcAft>
              <a:buChar char="•"/>
            </a:pPr>
            <a:r>
              <a:t>Human approval checkpoint before a consequential action</a:t>
            </a:r>
          </a:p>
          <a:p xmlns:a="http://schemas.openxmlformats.org/drawingml/2006/main">
            <a:pPr marL="254000" indent="-127000">
              <a:spcAft>
                <a:spcPts val="500"/>
              </a:spcAft>
              <a:buChar char="•"/>
            </a:pPr>
            <a:r>
              <a:t>Session tracing with a correlation ID</a:t>
            </a:r>
          </a:p>
        </p:txBody>
      </p:sp>
      <p:sp>
        <p:nvSpPr>
          <p:cNvPr id="9001" name="TopStrip">
            <a:extLst xmlns:a="http://schemas.openxmlformats.org/drawingml/2006/main">
              <a:ext uri="{FF2B5EF4-FFF2-40B4-BE49-F238E27FC236}">
                <a16:creationId xmlns:a16="http://schemas.microsoft.com/office/drawing/2014/main" id="{F061F75F-EA27-4658-A1EF-2A4F51088B09}"/>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DC8F4915-B85C-4B8E-8F60-A4A13A153CD2}"/>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36536246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AF0827-6ECD-4DDF-94C4-AEB2D8930DD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Optional lab: Ollama and MLflow</a:t>
            </a:r>
          </a:p>
        </p:txBody>
      </p:sp>
      <p:sp>
        <p:nvSpPr>
          <p:cNvPr id="3" name="Content Placeholder 2">
            <a:extLst xmlns:a="http://schemas.openxmlformats.org/drawingml/2006/main">
              <a:ext uri="{FF2B5EF4-FFF2-40B4-BE49-F238E27FC236}">
                <a16:creationId xmlns:a16="http://schemas.microsoft.com/office/drawing/2014/main" id="{0D6CEEDD-BAB7-4A6D-B3BF-1455EB313EE8}"/>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marL="0" indent="0">
              <a:spcAft>
                <a:spcPts val="650"/>
              </a:spcAft>
              <a:buNone/>
            </a:pPr>
            <a:r>
              <a:t>Notebook 05: </a:t>
            </a:r>
            <a:r>
              <a:rPr b="1" u="sng">
                <a:solidFill>
                  <a:srgbClr val="165DFF"/>
                </a:solidFill>
                <a:hlinkClick xmlns:r="http://schemas.openxmlformats.org/officeDocument/2006/relationships" r:id="R0bb1763bcc354c83"/>
              </a:rPr>
              <a:t>05_ollama_model_switch.ipynb</a:t>
            </a:r>
          </a:p>
          <a:p xmlns:a="http://schemas.openxmlformats.org/drawingml/2006/main">
            <a:pPr marL="254000" indent="-127000">
              <a:spcAft>
                <a:spcPts val="650"/>
              </a:spcAft>
              <a:buChar char="•"/>
            </a:pPr>
            <a:r>
              <a:t>Keep Agent and Runner; use OpenAIChatCompletionsModel.</a:t>
            </a:r>
          </a:p>
          <a:p xmlns:a="http://schemas.openxmlformats.org/drawingml/2006/main">
            <a:pPr marL="254000" indent="-127000">
              <a:spcAft>
                <a:spcPts val="650"/>
              </a:spcAft>
              <a:buChar char="•"/>
            </a:pPr>
            <a:r>
              <a:t>Point it at Ollama; compare qwen3:4b with another local model.</a:t>
            </a:r>
          </a:p>
          <a:p xmlns:a="http://schemas.openxmlformats.org/drawingml/2006/main">
            <a:pPr marL="254000" indent="-127000">
              <a:spcAft>
                <a:spcPts val="650"/>
              </a:spcAft>
              <a:buChar char="•"/>
            </a:pPr>
            <a:r>
              <a:t>MLflow records agent and model spans in a local SQLite database.</a:t>
            </a:r>
          </a:p>
          <a:p xmlns:a="http://schemas.openxmlformats.org/drawingml/2006/main">
            <a:pPr marL="254000" indent="-127000">
              <a:spcAft>
                <a:spcPts val="650"/>
              </a:spcAft>
              <a:buChar char="•"/>
            </a:pPr>
            <a:r>
              <a:t>No OpenAI key or platform traces in the default path.</a:t>
            </a:r>
          </a:p>
        </p:txBody>
      </p:sp>
      <p:sp>
        <p:nvSpPr>
          <p:cNvPr id="9001" name="TopStrip">
            <a:extLst xmlns:a="http://schemas.openxmlformats.org/drawingml/2006/main">
              <a:ext uri="{FF2B5EF4-FFF2-40B4-BE49-F238E27FC236}">
                <a16:creationId xmlns:a16="http://schemas.microsoft.com/office/drawing/2014/main" id="{F061F75F-EA27-4658-A1EF-2A4F51088B09}"/>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DC8F4915-B85C-4B8E-8F60-A4A13A153CD2}"/>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36536246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B8CB3E3-0BC7-9914-18EF-74532E18A5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Responsible Use Considerations?</a:t>
            </a:r>
            <a:endParaRPr/>
          </a:p>
        </p:txBody>
      </p:sp>
      <p:sp>
        <p:nvSpPr>
          <p:cNvPr id="6" name="TextBox 5">
            <a:extLst xmlns:a="http://schemas.openxmlformats.org/drawingml/2006/main">
              <a:ext uri="{FF2B5EF4-FFF2-40B4-BE49-F238E27FC236}">
                <a16:creationId xmlns:a16="http://schemas.microsoft.com/office/drawing/2014/main" id="{3F737486-BA18-4D08-6B2F-679DE21EF5C0}"/>
              </a:ext>
            </a:extLst>
          </p:cNvPr>
          <p:cNvSpPr>
            <a:spLocks xmlns:a="http://schemas.openxmlformats.org/drawingml/2006/main" noGrp="1"/>
          </p:cNvSpPr>
          <p:nvPr/>
        </p:nvSpPr>
        <p:spPr>
          <a:xfrm xmlns:a="http://schemas.openxmlformats.org/drawingml/2006/main">
            <a:off x="743862" y="2086152"/>
            <a:ext cx="1828800" cy="230832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Privacy, Security and Data Protection, specially as data traverses multiple systems and agents </a:t>
            </a:r>
          </a:p>
        </p:txBody>
      </p:sp>
      <p:sp>
        <p:nvSpPr>
          <p:cNvPr id="7" name="TextBox 6">
            <a:extLst xmlns:a="http://schemas.openxmlformats.org/drawingml/2006/main">
              <a:ext uri="{FF2B5EF4-FFF2-40B4-BE49-F238E27FC236}">
                <a16:creationId xmlns:a16="http://schemas.microsoft.com/office/drawing/2014/main" id="{48DB9F58-B7EB-497F-1F45-49F3F3E21AA1}"/>
              </a:ext>
            </a:extLst>
          </p:cNvPr>
          <p:cNvSpPr>
            <a:spLocks xmlns:a="http://schemas.openxmlformats.org/drawingml/2006/main" noGrp="1"/>
          </p:cNvSpPr>
          <p:nvPr/>
        </p:nvSpPr>
        <p:spPr>
          <a:xfrm xmlns:a="http://schemas.openxmlformats.org/drawingml/2006/main">
            <a:off x="2888346" y="2082247"/>
            <a:ext cx="1828800" cy="3416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Bias and Fairness, just as with all AI/ML systems, but now LLMs and Agentic is offering new opportunities to automate processes with higher levels of autonomy</a:t>
            </a:r>
          </a:p>
        </p:txBody>
      </p:sp>
      <p:sp>
        <p:nvSpPr>
          <p:cNvPr id="9" name="TextBox 8">
            <a:extLst xmlns:a="http://schemas.openxmlformats.org/drawingml/2006/main">
              <a:ext uri="{FF2B5EF4-FFF2-40B4-BE49-F238E27FC236}">
                <a16:creationId xmlns:a16="http://schemas.microsoft.com/office/drawing/2014/main" id="{42DF13A7-CC5D-41BE-1662-DED1C4709E85}"/>
              </a:ext>
            </a:extLst>
          </p:cNvPr>
          <p:cNvSpPr>
            <a:spLocks xmlns:a="http://schemas.openxmlformats.org/drawingml/2006/main" noGrp="1"/>
          </p:cNvSpPr>
          <p:nvPr/>
        </p:nvSpPr>
        <p:spPr>
          <a:xfrm xmlns:a="http://schemas.openxmlformats.org/drawingml/2006/main">
            <a:off x="4874988" y="2082247"/>
            <a:ext cx="3048000" cy="397031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Accountability and Transparency: as multiple agents converse and cooperate to produce a result; how do we establish clear accountability and transparency mechanisms. </a:t>
            </a:r>
          </a:p>
          <a:p xmlns:a="http://schemas.openxmlformats.org/drawingml/2006/main">
            <a:endParaRPr/>
          </a:p>
          <a:p xmlns:a="http://schemas.openxmlformats.org/drawingml/2006/main">
            <a:r>
              <a:t>Can users understand and trace the decision-making process of the agents involved to ensure accountability, transparency and mitigate biases? </a:t>
            </a:r>
            <a:endParaRPr/>
          </a:p>
        </p:txBody>
      </p:sp>
      <p:sp>
        <p:nvSpPr>
          <p:cNvPr id="13" name="TextBox 12">
            <a:extLst xmlns:a="http://schemas.openxmlformats.org/drawingml/2006/main">
              <a:ext uri="{FF2B5EF4-FFF2-40B4-BE49-F238E27FC236}">
                <a16:creationId xmlns:a16="http://schemas.microsoft.com/office/drawing/2014/main" id="{AE7D6B10-804A-2378-B292-D3945CE2810E}"/>
              </a:ext>
            </a:extLst>
          </p:cNvPr>
          <p:cNvSpPr>
            <a:spLocks xmlns:a="http://schemas.openxmlformats.org/drawingml/2006/main" noGrp="1"/>
          </p:cNvSpPr>
          <p:nvPr/>
        </p:nvSpPr>
        <p:spPr>
          <a:xfrm xmlns:a="http://schemas.openxmlformats.org/drawingml/2006/main">
            <a:off x="8080830" y="2082247"/>
            <a:ext cx="3719284" cy="397031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Unintended Consequences: the use of multi-agent conversations and automation in complex tasks may have unintended consequences. In particular, allowing LLM agents to define execution plans or equip them with tools to make changes in external environments. </a:t>
            </a:r>
          </a:p>
          <a:p xmlns:a="http://schemas.openxmlformats.org/drawingml/2006/main">
            <a:endParaRPr/>
          </a:p>
          <a:p xmlns:a="http://schemas.openxmlformats.org/drawingml/2006/main">
            <a:r>
              <a:t>How do we assess the potential risks and ensure that appropriate safeguards are in place to prevent harm or negative outcomes?</a:t>
            </a:r>
            <a:endParaRPr/>
          </a:p>
        </p:txBody>
      </p:sp>
      <p:sp>
        <p:nvSpPr>
          <p:cNvPr id="15" name="Straight Connector 14">
            <a:extLst xmlns:a="http://schemas.openxmlformats.org/drawingml/2006/main">
              <a:ext uri="{FF2B5EF4-FFF2-40B4-BE49-F238E27FC236}">
                <a16:creationId xmlns:a16="http://schemas.microsoft.com/office/drawing/2014/main" id="{545B460D-381C-47BD-8583-CE2CD8695307}"/>
              </a:ext>
            </a:extLst>
          </p:cNvPr>
          <p:cNvSpPr>
            <a:spLocks xmlns:a="http://schemas.openxmlformats.org/drawingml/2006/main" noGrp="1"/>
          </p:cNvSpPr>
          <p:nvPr/>
        </p:nvSpPr>
        <p:spPr>
          <a:xfrm xmlns:a="http://schemas.openxmlformats.org/drawingml/2006/main">
            <a:off x="2746833" y="2082247"/>
            <a:ext cx="0" cy="3970318"/>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Straight Connector 16">
            <a:extLst xmlns:a="http://schemas.openxmlformats.org/drawingml/2006/main">
              <a:ext uri="{FF2B5EF4-FFF2-40B4-BE49-F238E27FC236}">
                <a16:creationId xmlns:a16="http://schemas.microsoft.com/office/drawing/2014/main" id="{3DDEFBA5-02CD-415C-B63F-4F8C3B8C79B0}"/>
              </a:ext>
            </a:extLst>
          </p:cNvPr>
          <p:cNvSpPr>
            <a:spLocks xmlns:a="http://schemas.openxmlformats.org/drawingml/2006/main" noGrp="1"/>
          </p:cNvSpPr>
          <p:nvPr/>
        </p:nvSpPr>
        <p:spPr>
          <a:xfrm xmlns:a="http://schemas.openxmlformats.org/drawingml/2006/main">
            <a:off x="4717146" y="2082247"/>
            <a:ext cx="0" cy="3970318"/>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D6B7A08B-2EB1-41E9-AB70-EF11CFD667B9}"/>
              </a:ext>
            </a:extLst>
          </p:cNvPr>
          <p:cNvSpPr>
            <a:spLocks xmlns:a="http://schemas.openxmlformats.org/drawingml/2006/main" noGrp="1"/>
          </p:cNvSpPr>
          <p:nvPr/>
        </p:nvSpPr>
        <p:spPr>
          <a:xfrm xmlns:a="http://schemas.openxmlformats.org/drawingml/2006/main">
            <a:off x="7875821" y="2082247"/>
            <a:ext cx="0" cy="3970318"/>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001" name="TopStrip">
            <a:extLst xmlns:a="http://schemas.openxmlformats.org/drawingml/2006/main">
              <a:ext uri="{FF2B5EF4-FFF2-40B4-BE49-F238E27FC236}">
                <a16:creationId xmlns:a16="http://schemas.microsoft.com/office/drawing/2014/main" id="{F180D5F0-E8B0-4556-8FFC-6508A4EACE68}"/>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A82EA1C4-548E-4E55-9ABF-A5C2E05B16D3}"/>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862731966"/>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8BB718-2E4A-324D-3E53-D170E5CB8B85}"/>
              </a:ext>
            </a:extLst>
          </p:cNvPr>
          <p:cNvSpPr>
            <a:spLocks xmlns:a="http://schemas.openxmlformats.org/drawingml/2006/main" noGrp="1"/>
          </p:cNvSpPr>
          <p:nvPr>
            <p:ph type="ctrTitle" idx="0"/>
          </p:nvPr>
        </p:nvSpPr>
        <p:spPr>
          <a:xfrm xmlns:a="http://schemas.openxmlformats.org/drawingml/2006/main">
            <a:off x="1374588" y="1889920"/>
            <a:ext cx="9646024" cy="2387600"/>
          </a:xfrm>
        </p:spPr>
        <p:txBody>
          <a:bodyPr xmlns:a="http://schemas.openxmlformats.org/drawingml/2006/main"/>
          <a:lstStyle xmlns:a="http://schemas.openxmlformats.org/drawingml/2006/main"/>
          <a:p xmlns:a="http://schemas.openxmlformats.org/drawingml/2006/main">
            <a:pPr>
              <a:buNone/>
              <a:tabLst>
                <a:tab pos="621491" algn="l"/>
                <a:tab pos="1865265" algn="l"/>
              </a:tabLst>
            </a:pPr>
            <a:r>
              <a:t>Human-in-the-Loop</a:t>
            </a:r>
            <a:endParaRPr/>
          </a:p>
        </p:txBody>
      </p:sp>
      <p:sp>
        <p:nvSpPr>
          <p:cNvPr id="9001" name="TopStrip">
            <a:extLst xmlns:a="http://schemas.openxmlformats.org/drawingml/2006/main">
              <a:ext uri="{FF2B5EF4-FFF2-40B4-BE49-F238E27FC236}">
                <a16:creationId xmlns:a16="http://schemas.microsoft.com/office/drawing/2014/main" id="{048DE12F-6324-45CC-95E7-F2E417381DF6}"/>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51A3B669-C524-472D-9B39-278116DBFA69}"/>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926172513"/>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BB8DA1-C39C-4643-07F2-E09182ED5D1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Human in the Loop</a:t>
            </a:r>
          </a:p>
        </p:txBody>
      </p:sp>
      <p:sp>
        <p:nvSpPr>
          <p:cNvPr id="3" name="Content Placeholder 2">
            <a:extLst xmlns:a="http://schemas.openxmlformats.org/drawingml/2006/main">
              <a:ext uri="{FF2B5EF4-FFF2-40B4-BE49-F238E27FC236}">
                <a16:creationId xmlns:a16="http://schemas.microsoft.com/office/drawing/2014/main" id="{4F334DFF-8BA0-CED4-C915-91286DBB5C35}"/>
              </a:ext>
            </a:extLst>
          </p:cNvPr>
          <p:cNvSpPr>
            <a:spLocks xmlns:a="http://schemas.openxmlformats.org/drawingml/2006/main" noGrp="1"/>
          </p:cNvSpPr>
          <p:nvPr>
            <p:ph idx="4294967295"/>
          </p:nvPr>
        </p:nvSpPr>
        <p:spPr>
          <a:xfrm xmlns:a="http://schemas.openxmlformats.org/drawingml/2006/main">
            <a:off x="838200" y="1690688"/>
            <a:ext cx="10287000" cy="4095750"/>
          </a:xfrm>
        </p:spPr>
        <p:txBody>
          <a:bodyPr xmlns:a="http://schemas.openxmlformats.org/drawingml/2006/main">
            <a:normAutofit fontScale="92996"/>
          </a:bodyPr>
          <a:lstStyle xmlns:a="http://schemas.openxmlformats.org/drawingml/2006/main"/>
          <a:p xmlns:a="http://schemas.openxmlformats.org/drawingml/2006/main">
            <a:pPr marL="254000" indent="-127000">
              <a:spcAft>
                <a:spcPts val="500"/>
              </a:spcAft>
              <a:buChar char="•"/>
            </a:pPr>
            <a:r>
              <a:t>Pause an agent at decision boundaries that need judgement or authority.</a:t>
            </a:r>
          </a:p>
          <a:p xmlns:a="http://schemas.openxmlformats.org/drawingml/2006/main">
            <a:pPr marL="0" indent="0">
              <a:spcBef>
                <a:spcPts val="900"/>
              </a:spcBef>
              <a:spcAft>
                <a:spcPts val="500"/>
              </a:spcAft>
              <a:buNone/>
            </a:pPr>
            <a:r>
              <a:rPr b="1"/>
              <a:t>OpenAI Agents SDK patterns</a:t>
            </a:r>
          </a:p>
          <a:p xmlns:a="http://schemas.openxmlformats.org/drawingml/2006/main">
            <a:pPr marL="254000" indent="-127000">
              <a:spcAft>
                <a:spcPts val="500"/>
              </a:spcAft>
              <a:buChar char="•"/>
            </a:pPr>
            <a:r>
              <a:t>RunHooks record lifecycle events and support operational controls.</a:t>
            </a:r>
          </a:p>
          <a:p xmlns:a="http://schemas.openxmlformats.org/drawingml/2006/main">
            <a:pPr marL="254000" indent="-127000">
              <a:spcAft>
                <a:spcPts val="500"/>
              </a:spcAft>
              <a:buChar char="•"/>
            </a:pPr>
            <a:r>
              <a:t>An approval tool returns a pending state before any consequential action.</a:t>
            </a:r>
          </a:p>
          <a:p xmlns:a="http://schemas.openxmlformats.org/drawingml/2006/main">
            <a:pPr marL="254000" indent="-127000">
              <a:spcAft>
                <a:spcPts val="500"/>
              </a:spcAft>
              <a:buChar char="•"/>
            </a:pPr>
            <a:r>
              <a:t>The UI presents Approve and Reject choices, then resumes with the decision.</a:t>
            </a:r>
          </a:p>
          <a:p xmlns:a="http://schemas.openxmlformats.org/drawingml/2006/main">
            <a:pPr marL="254000" indent="-127000">
              <a:spcAft>
                <a:spcPts val="500"/>
              </a:spcAft>
              <a:buChar char="•"/>
            </a:pPr>
            <a:r>
              <a:t>Gradio streams the response while keeping the approval boundary explicit.</a:t>
            </a:r>
          </a:p>
        </p:txBody>
      </p:sp>
      <p:sp>
        <p:nvSpPr>
          <p:cNvPr id="9001" name="TopStrip">
            <a:extLst xmlns:a="http://schemas.openxmlformats.org/drawingml/2006/main">
              <a:ext uri="{FF2B5EF4-FFF2-40B4-BE49-F238E27FC236}">
                <a16:creationId xmlns:a16="http://schemas.microsoft.com/office/drawing/2014/main" id="{A761139A-C5D1-4731-A65D-2B88739130F0}"/>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081B3405-DD06-44A1-BB54-5F798375C507}"/>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957561417"/>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1ACD87-FB94-4606-AE7E-7A5A5B1682D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HITL: Building an Approval UI with Gradio</a:t>
            </a:r>
          </a:p>
        </p:txBody>
      </p:sp>
      <p:sp>
        <p:nvSpPr>
          <p:cNvPr id="3" name="Content Placeholder 2">
            <a:extLst xmlns:a="http://schemas.openxmlformats.org/drawingml/2006/main">
              <a:ext uri="{FF2B5EF4-FFF2-40B4-BE49-F238E27FC236}">
                <a16:creationId xmlns:a16="http://schemas.microsoft.com/office/drawing/2014/main" id="{FCAD4DFF-5096-4267-AD09-FB8398854B50}"/>
              </a:ext>
            </a:extLst>
          </p:cNvPr>
          <p:cNvSpPr>
            <a:spLocks xmlns:a="http://schemas.openxmlformats.org/drawingml/2006/main" noGrp="1"/>
          </p:cNvSpPr>
          <p:nvPr>
            <p:ph idx="1"/>
          </p:nvPr>
        </p:nvSpPr>
        <p:spPr/>
        <p:txBody>
          <a:bodyPr xmlns:a="http://schemas.openxmlformats.org/drawingml/2006/main">
            <a:normAutofit fontScale="85000" lnSpcReduction="20000"/>
          </a:bodyPr>
          <a:lstStyle xmlns:a="http://schemas.openxmlformats.org/drawingml/2006/main"/>
          <a:p xmlns:a="http://schemas.openxmlformats.org/drawingml/2006/main">
            <a:pPr marL="0" indent="0">
              <a:buNone/>
            </a:pPr>
            <a:r>
              <a:t>Gradio</a:t>
            </a:r>
            <a:r>
              <a:t> chat interface with streaming agent responses</a:t>
            </a:r>
          </a:p>
          <a:p xmlns:a="http://schemas.openxmlformats.org/drawingml/2006/main">
            <a:endParaRPr/>
          </a:p>
          <a:p xmlns:a="http://schemas.openxmlformats.org/drawingml/2006/main">
            <a:r>
              <a:t>Approval flow:</a:t>
            </a:r>
          </a:p>
          <a:p xmlns:a="http://schemas.openxmlformats.org/drawingml/2006/main">
            <a:pPr marL="457200" lvl="1" indent="0">
              <a:buNone/>
            </a:pPr>
            <a:r>
              <a:t>  1. Agent receives user message, starts processing</a:t>
            </a:r>
          </a:p>
          <a:p xmlns:a="http://schemas.openxmlformats.org/drawingml/2006/main">
            <a:pPr marL="457200" lvl="1" indent="0">
              <a:buNone/>
            </a:pPr>
            <a:r>
              <a:t>  2. Agent calls a sensitive tool (e.g., </a:t>
            </a:r>
            <a:r>
              <a:t>enrol</a:t>
            </a:r>
            <a:r>
              <a:t> student)</a:t>
            </a:r>
          </a:p>
          <a:p xmlns:a="http://schemas.openxmlformats.org/drawingml/2006/main">
            <a:pPr marL="457200" lvl="1" indent="0">
              <a:buNone/>
            </a:pPr>
            <a:r>
              <a:t>  3. UI pauses and shows approval request with details</a:t>
            </a:r>
          </a:p>
          <a:p xmlns:a="http://schemas.openxmlformats.org/drawingml/2006/main">
            <a:pPr marL="457200" lvl="1" indent="0">
              <a:buNone/>
            </a:pPr>
            <a:r>
              <a:t>  4. User approves → tool executes, agent continues</a:t>
            </a:r>
          </a:p>
          <a:p xmlns:a="http://schemas.openxmlformats.org/drawingml/2006/main">
            <a:pPr marL="457200" lvl="1" indent="0">
              <a:buNone/>
            </a:pPr>
            <a:r>
              <a:t>  5. User rejects → agent aborts or takes alternative action</a:t>
            </a:r>
          </a:p>
          <a:p xmlns:a="http://schemas.openxmlformats.org/drawingml/2006/main">
            <a:endParaRPr/>
          </a:p>
          <a:p xmlns:a="http://schemas.openxmlformats.org/drawingml/2006/main">
            <a:r>
              <a:t>Session tracing:</a:t>
            </a:r>
          </a:p>
          <a:p xmlns:a="http://schemas.openxmlformats.org/drawingml/2006/main">
            <a:pPr lvl="1">
              <a:buNone/>
            </a:pPr>
            <a:r>
              <a:t>  Correlation ID links UI session to OpenAI traces</a:t>
            </a:r>
          </a:p>
          <a:p xmlns:a="http://schemas.openxmlformats.org/drawingml/2006/main">
            <a:pPr lvl="1">
              <a:buNone/>
            </a:pPr>
            <a:r>
              <a:t>  All messages in one session share a </a:t>
            </a:r>
            <a:r>
              <a:t>trace_id</a:t>
            </a:r>
            <a:endParaRPr/>
          </a:p>
          <a:p xmlns:a="http://schemas.openxmlformats.org/drawingml/2006/main">
            <a:pPr lvl="1">
              <a:buNone/>
            </a:pPr>
            <a:r>
              <a:t>  User can quote the Conversation ID for support</a:t>
            </a:r>
          </a:p>
        </p:txBody>
      </p:sp>
      <p:sp>
        <p:nvSpPr>
          <p:cNvPr id="4" name="TextBox 3">
            <a:extLst xmlns:a="http://schemas.openxmlformats.org/drawingml/2006/main">
              <a:ext uri="{FF2B5EF4-FFF2-40B4-BE49-F238E27FC236}">
                <a16:creationId xmlns:a16="http://schemas.microsoft.com/office/drawing/2014/main" id="{C7D55EA0-DFB9-4E99-B66A-2514A7998EF4}"/>
              </a:ext>
            </a:extLst>
          </p:cNvPr>
          <p:cNvSpPr>
            <a:spLocks xmlns:a="http://schemas.openxmlformats.org/drawingml/2006/main" noGrp="1"/>
          </p:cNvSpPr>
          <p:nvPr/>
        </p:nvSpPr>
        <p:spPr>
          <a:xfrm xmlns:a="http://schemas.openxmlformats.org/drawingml/2006/main">
            <a:off x="838200" y="6310471"/>
            <a:ext cx="82296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000" i="1"/>
            </a:pPr>
            <a:r>
              <a:t>Hands-on: 04_agent_gradio_app.ipynb</a:t>
            </a:r>
          </a:p>
        </p:txBody>
      </p:sp>
      <p:sp>
        <p:nvSpPr>
          <p:cNvPr id="9001" name="TopStrip">
            <a:extLst xmlns:a="http://schemas.openxmlformats.org/drawingml/2006/main">
              <a:ext uri="{FF2B5EF4-FFF2-40B4-BE49-F238E27FC236}">
                <a16:creationId xmlns:a16="http://schemas.microsoft.com/office/drawing/2014/main" id="{7DC4531F-17DA-487A-8951-E5AE02E5CB4D}"/>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C835541D-57CE-4689-8370-3DE32B00C4E5}"/>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689658223"/>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8BB718-2E4A-324D-3E53-D170E5CB8B85}"/>
              </a:ext>
            </a:extLst>
          </p:cNvPr>
          <p:cNvSpPr>
            <a:spLocks xmlns:a="http://schemas.openxmlformats.org/drawingml/2006/main" noGrp="1"/>
          </p:cNvSpPr>
          <p:nvPr>
            <p:ph type="ctrTitle" idx="0"/>
          </p:nvPr>
        </p:nvSpPr>
        <p:spPr>
          <a:xfrm xmlns:a="http://schemas.openxmlformats.org/drawingml/2006/main">
            <a:off x="1374588" y="1889920"/>
            <a:ext cx="9646024" cy="2387600"/>
          </a:xfrm>
        </p:spPr>
        <p:txBody>
          <a:bodyPr xmlns:a="http://schemas.openxmlformats.org/drawingml/2006/main"/>
          <a:lstStyle xmlns:a="http://schemas.openxmlformats.org/drawingml/2006/main"/>
          <a:p xmlns:a="http://schemas.openxmlformats.org/drawingml/2006/main">
            <a:pPr>
              <a:buNone/>
              <a:tabLst>
                <a:tab pos="621491" algn="l"/>
                <a:tab pos="1865265" algn="l"/>
              </a:tabLst>
            </a:pPr>
            <a:r>
              <a:t>Frameworks, MCP &amp; the Ecosystem</a:t>
            </a:r>
            <a:endParaRPr/>
          </a:p>
        </p:txBody>
      </p:sp>
      <p:sp>
        <p:nvSpPr>
          <p:cNvPr id="9001" name="TopStrip">
            <a:extLst xmlns:a="http://schemas.openxmlformats.org/drawingml/2006/main">
              <a:ext uri="{FF2B5EF4-FFF2-40B4-BE49-F238E27FC236}">
                <a16:creationId xmlns:a16="http://schemas.microsoft.com/office/drawing/2014/main" id="{65BCB80E-FCA8-487A-B6CA-A4C8A2EA9680}"/>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0E1FBF70-467E-4977-A62F-719DCDEA37D0}"/>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628660311"/>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5A6CFD-9C68-421A-8140-87656DC049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Guardrails: Input and Output Safety</a:t>
            </a:r>
          </a:p>
        </p:txBody>
      </p:sp>
      <p:sp>
        <p:nvSpPr>
          <p:cNvPr id="3" name="Content Placeholder 2">
            <a:extLst xmlns:a="http://schemas.openxmlformats.org/drawingml/2006/main">
              <a:ext uri="{FF2B5EF4-FFF2-40B4-BE49-F238E27FC236}">
                <a16:creationId xmlns:a16="http://schemas.microsoft.com/office/drawing/2014/main" id="{7D8786D1-BBAE-4621-88C5-52B9BA8597A2}"/>
              </a:ext>
            </a:extLst>
          </p:cNvPr>
          <p:cNvSpPr>
            <a:spLocks xmlns:a="http://schemas.openxmlformats.org/drawingml/2006/main" noGrp="1"/>
          </p:cNvSpPr>
          <p:nvPr>
            <p:ph idx="1"/>
          </p:nvPr>
        </p:nvSpPr>
        <p:spPr/>
        <p:txBody>
          <a:bodyPr xmlns:a="http://schemas.openxmlformats.org/drawingml/2006/main">
            <a:normAutofit fontScale="62500" lnSpcReduction="20000"/>
          </a:bodyPr>
          <a:lstStyle xmlns:a="http://schemas.openxmlformats.org/drawingml/2006/main"/>
          <a:p xmlns:a="http://schemas.openxmlformats.org/drawingml/2006/main">
            <a:r>
              <a:t>Guardrails run safety checks in parallel with agent execution</a:t>
            </a:r>
          </a:p>
          <a:p xmlns:a="http://schemas.openxmlformats.org/drawingml/2006/main">
            <a:endParaRPr/>
          </a:p>
          <a:p xmlns:a="http://schemas.openxmlformats.org/drawingml/2006/main">
            <a:r>
              <a:t>Input guardrails: validate user input before the agent sees it</a:t>
            </a:r>
          </a:p>
          <a:p xmlns:a="http://schemas.openxmlformats.org/drawingml/2006/main">
            <a:r>
              <a:t>  e.g., detect prompt injection, off-topic queries, PII</a:t>
            </a:r>
          </a:p>
          <a:p xmlns:a="http://schemas.openxmlformats.org/drawingml/2006/main">
            <a:endParaRPr/>
          </a:p>
          <a:p xmlns:a="http://schemas.openxmlformats.org/drawingml/2006/main">
            <a:r>
              <a:t>Output guardrails: validate agent response before it reaches the user</a:t>
            </a:r>
          </a:p>
          <a:p xmlns:a="http://schemas.openxmlformats.org/drawingml/2006/main">
            <a:r>
              <a:t>  e.g., check for harmful content, hallucinated facts, policy violations</a:t>
            </a:r>
          </a:p>
          <a:p xmlns:a="http://schemas.openxmlformats.org/drawingml/2006/main">
            <a:endParaRPr/>
          </a:p>
          <a:p xmlns:a="http://schemas.openxmlformats.org/drawingml/2006/main">
            <a:r>
              <a:t>Fail fast: guardrail raises </a:t>
            </a:r>
            <a:r>
              <a:t>GuardrailTripwireTriggered</a:t>
            </a:r>
            <a:r>
              <a:t> exception</a:t>
            </a:r>
          </a:p>
          <a:p xmlns:a="http://schemas.openxmlformats.org/drawingml/2006/main">
            <a:r>
              <a:t>  Agent run is cancelled immediately — no partial output returned</a:t>
            </a:r>
          </a:p>
          <a:p xmlns:a="http://schemas.openxmlformats.org/drawingml/2006/main">
            <a:endParaRPr/>
          </a:p>
          <a:p xmlns:a="http://schemas.openxmlformats.org/drawingml/2006/main">
            <a:r>
              <a:t>Defined as classes with a run() method, attached to Agent()</a:t>
            </a:r>
          </a:p>
          <a:p xmlns:a="http://schemas.openxmlformats.org/drawingml/2006/main">
            <a:r>
              <a:t>  agent = Agent(</a:t>
            </a:r>
            <a:r>
              <a:t>input_guardrails</a:t>
            </a:r>
            <a:r>
              <a:t>=[...], </a:t>
            </a:r>
            <a:r>
              <a:t>output_guardrails</a:t>
            </a:r>
            <a:r>
              <a:t>=[...])</a:t>
            </a:r>
          </a:p>
        </p:txBody>
      </p:sp>
      <p:sp>
        <p:nvSpPr>
          <p:cNvPr id="4" name="TextBox 3">
            <a:extLst xmlns:a="http://schemas.openxmlformats.org/drawingml/2006/main">
              <a:ext uri="{FF2B5EF4-FFF2-40B4-BE49-F238E27FC236}">
                <a16:creationId xmlns:a16="http://schemas.microsoft.com/office/drawing/2014/main" id="{EA92D751-08BE-431D-AF93-99C691C6CC2C}"/>
              </a:ext>
            </a:extLst>
          </p:cNvPr>
          <p:cNvSpPr>
            <a:spLocks xmlns:a="http://schemas.openxmlformats.org/drawingml/2006/main" noGrp="1"/>
          </p:cNvSpPr>
          <p:nvPr/>
        </p:nvSpPr>
        <p:spPr>
          <a:xfrm xmlns:a="http://schemas.openxmlformats.org/drawingml/2006/main">
            <a:off x="838200" y="6218555"/>
            <a:ext cx="82296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000" i="1"/>
            </a:pPr>
            <a:r>
              <a:t>See: OpenAI Agents SDK docs — Guardrails</a:t>
            </a:r>
          </a:p>
        </p:txBody>
      </p:sp>
      <p:sp>
        <p:nvSpPr>
          <p:cNvPr id="9001" name="TopStrip">
            <a:extLst xmlns:a="http://schemas.openxmlformats.org/drawingml/2006/main">
              <a:ext uri="{FF2B5EF4-FFF2-40B4-BE49-F238E27FC236}">
                <a16:creationId xmlns:a16="http://schemas.microsoft.com/office/drawing/2014/main" id="{95AD8425-286E-4761-8BC1-175A6A1F7BFF}"/>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7A0B73F5-5705-47BB-B918-67547EB86E14}"/>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864226735"/>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C08CD46-E974-ADFA-4DB7-735C265F6C22}"/>
              </a:ext>
            </a:extLst>
          </p:cNvPr>
          <p:cNvSpPr>
            <a:spLocks xmlns:a="http://schemas.openxmlformats.org/drawingml/2006/main" noGrp="1"/>
          </p:cNvSpPr>
          <p:nvPr>
            <p:ph type="title" idx="4294967295"/>
          </p:nvPr>
        </p:nvSpPr>
        <p:spPr>
          <a:xfrm xmlns:a="http://schemas.openxmlformats.org/drawingml/2006/main">
            <a:off x="838200" y="83125"/>
            <a:ext cx="10515600" cy="597913"/>
          </a:xfrm>
        </p:spPr>
        <p:txBody>
          <a:bodyPr xmlns:a="http://schemas.openxmlformats.org/drawingml/2006/main">
            <a:noAutofit/>
          </a:bodyPr>
          <a:lstStyle xmlns:a="http://schemas.openxmlformats.org/drawingml/2006/main"/>
          <a:p xmlns:a="http://schemas.openxmlformats.org/drawingml/2006/main">
            <a:pPr algn="ctr">
              <a:buNone/>
            </a:pPr>
            <a:r>
              <a:rPr sz="2800"/>
              <a:t>Agent Frameworks Comparison (2026)</a:t>
            </a:r>
          </a:p>
        </p:txBody>
      </p:sp>
      <p:graphicFrame>
        <p:nvGraphicFramePr>
          <p:cNvPr id="9005" name="Table 9"/>
          <p:cNvGraphicFramePr/>
          <p:nvPr/>
        </p:nvGraphicFramePr>
        <p:xfrm>
          <a:off xmlns:a="http://schemas.openxmlformats.org/drawingml/2006/main" x="308044" y="1034980"/>
          <a:ext xmlns:a="http://schemas.openxmlformats.org/drawingml/2006/main" cx="11575912" cy="5416061"/>
        </p:xfrm>
        <a:graphic xmlns:a="http://schemas.openxmlformats.org/drawingml/2006/main">
          <a:graphicData uri="http://schemas.openxmlformats.org/drawingml/2006/table">
            <a:tbl>
              <a:tblPr firstRow="1" firstCol="1" bandRow="1">
                <a:tableStyleId>{5C22544A-7EE6-4342-B048-85BDC9FD1C3A}</a:tableStyleId>
              </a:tblPr>
              <a:tblGrid>
                <a:gridCol w="1446989"/>
                <a:gridCol w="1446989"/>
                <a:gridCol w="1446989"/>
                <a:gridCol w="1446989"/>
                <a:gridCol w="1446989"/>
                <a:gridCol w="1446989"/>
                <a:gridCol w="1446989"/>
                <a:gridCol w="1446989"/>
              </a:tblGrid>
              <a:tr h="490574">
                <a:tc>
                  <a:txBody>
                    <a:bodyPr/>
                    <a:lstStyle/>
                    <a:p>
                      <a:r>
                        <a:rPr sz="1200"/>
                        <a:t>Framework</a:t>
                      </a:r>
                    </a:p>
                  </a:txBody>
                  <a:tcPr marL="58364" marR="58364" marT="0" marB="0" anchor="ctr"/>
                </a:tc>
                <a:tc>
                  <a:txBody>
                    <a:bodyPr/>
                    <a:lstStyle/>
                    <a:p>
                      <a:r>
                        <a:rPr sz="1200"/>
                        <a:t>Steward</a:t>
                      </a:r>
                    </a:p>
                  </a:txBody>
                  <a:tcPr marL="58364" marR="58364" marT="0" marB="0" anchor="ctr"/>
                </a:tc>
                <a:tc>
                  <a:txBody>
                    <a:bodyPr/>
                    <a:lstStyle/>
                    <a:p>
                      <a:r>
                        <a:rPr sz="1200"/>
                        <a:t>Language</a:t>
                      </a:r>
                    </a:p>
                  </a:txBody>
                  <a:tcPr marL="58364" marR="58364" marT="0" marB="0" anchor="ctr"/>
                </a:tc>
                <a:tc>
                  <a:txBody>
                    <a:bodyPr/>
                    <a:lstStyle/>
                    <a:p>
                      <a:r>
                        <a:rPr sz="1200"/>
                        <a:t>Primary strength</a:t>
                      </a:r>
                    </a:p>
                  </a:txBody>
                  <a:tcPr marL="58364" marR="58364" marT="0" marB="0" anchor="ctr"/>
                </a:tc>
                <a:tc>
                  <a:txBody>
                    <a:bodyPr/>
                    <a:lstStyle/>
                    <a:p>
                      <a:r>
                        <a:rPr sz="1200"/>
                        <a:t>Multi-agent</a:t>
                      </a:r>
                    </a:p>
                  </a:txBody>
                  <a:tcPr marL="58364" marR="58364" marT="0" marB="0" anchor="ctr"/>
                </a:tc>
                <a:tc>
                  <a:txBody>
                    <a:bodyPr/>
                    <a:lstStyle/>
                    <a:p>
                      <a:r>
                        <a:rPr sz="1200"/>
                        <a:t>Protocols</a:t>
                      </a:r>
                    </a:p>
                  </a:txBody>
                  <a:tcPr marL="58364" marR="58364" marT="0" marB="0" anchor="ctr"/>
                </a:tc>
                <a:tc>
                  <a:txBody>
                    <a:bodyPr/>
                    <a:lstStyle/>
                    <a:p>
                      <a:r>
                        <a:rPr sz="1200"/>
                        <a:t>Observability</a:t>
                      </a:r>
                    </a:p>
                  </a:txBody>
                  <a:tcPr marL="58364" marR="58364" marT="0" marB="0" anchor="ctr"/>
                </a:tc>
                <a:tc>
                  <a:txBody>
                    <a:bodyPr/>
                    <a:lstStyle/>
                    <a:p>
                      <a:r>
                        <a:rPr sz="1200"/>
                        <a:t>Status</a:t>
                      </a:r>
                    </a:p>
                  </a:txBody>
                  <a:tcPr marL="58364" marR="58364" marT="0" marB="0" anchor="ctr"/>
                </a:tc>
              </a:tr>
              <a:tr h="989715">
                <a:tc>
                  <a:txBody>
                    <a:bodyPr/>
                    <a:lstStyle/>
                    <a:p>
                      <a:r>
                        <a:rPr sz="1200"/>
                        <a:t>OpenAI Agents SDK</a:t>
                      </a:r>
                    </a:p>
                  </a:txBody>
                  <a:tcPr marL="58364" marR="58364" marT="0" marB="0" anchor="b"/>
                </a:tc>
                <a:tc>
                  <a:txBody>
                    <a:bodyPr/>
                    <a:lstStyle/>
                    <a:p>
                      <a:r>
                        <a:rPr sz="1200"/>
                        <a:t>OpenAI</a:t>
                      </a:r>
                    </a:p>
                  </a:txBody>
                  <a:tcPr marL="58364" marR="58364" marT="0" marB="0" anchor="b"/>
                </a:tc>
                <a:tc>
                  <a:txBody>
                    <a:bodyPr/>
                    <a:lstStyle/>
                    <a:p>
                      <a:r>
                        <a:rPr sz="1200"/>
                        <a:t>Python</a:t>
                      </a:r>
                    </a:p>
                  </a:txBody>
                  <a:tcPr marL="58364" marR="58364" marT="0" marB="0" anchor="b"/>
                </a:tc>
                <a:tc>
                  <a:txBody>
                    <a:bodyPr/>
                    <a:lstStyle/>
                    <a:p>
                      <a:r>
                        <a:rPr sz="1200"/>
                        <a:t>Small set of agent primitives</a:t>
                      </a:r>
                    </a:p>
                  </a:txBody>
                  <a:tcPr marL="58364" marR="58364" marT="0" marB="0" anchor="b"/>
                </a:tc>
                <a:tc>
                  <a:txBody>
                    <a:bodyPr/>
                    <a:lstStyle/>
                    <a:p>
                      <a:r>
                        <a:rPr sz="1200"/>
                        <a:t>Yes</a:t>
                      </a:r>
                    </a:p>
                  </a:txBody>
                  <a:tcPr marL="58364" marR="58364" marT="0" marB="0" anchor="b"/>
                </a:tc>
                <a:tc>
                  <a:txBody>
                    <a:bodyPr/>
                    <a:lstStyle/>
                    <a:p>
                      <a:r>
                        <a:rPr sz="1200"/>
                        <a:t>MCP</a:t>
                      </a:r>
                    </a:p>
                  </a:txBody>
                  <a:tcPr marL="58364" marR="58364" marT="0" marB="0" anchor="b"/>
                </a:tc>
                <a:tc>
                  <a:txBody>
                    <a:bodyPr/>
                    <a:lstStyle/>
                    <a:p>
                      <a:r>
                        <a:rPr sz="1200"/>
                        <a:t>Built-in tracing</a:t>
                      </a:r>
                    </a:p>
                  </a:txBody>
                  <a:tcPr marL="58364" marR="58364" marT="0" marB="0" anchor="b"/>
                </a:tc>
                <a:tc>
                  <a:txBody>
                    <a:bodyPr/>
                    <a:lstStyle/>
                    <a:p>
                      <a:r>
                        <a:rPr sz="1200"/>
                        <a:t>Current</a:t>
                      </a:r>
                    </a:p>
                  </a:txBody>
                  <a:tcPr marL="58364" marR="58364" marT="0" marB="0" anchor="b"/>
                </a:tc>
              </a:tr>
              <a:tr h="717056">
                <a:tc>
                  <a:txBody>
                    <a:bodyPr/>
                    <a:lstStyle/>
                    <a:p>
                      <a:r>
                        <a:rPr sz="1200"/>
                        <a:t>LangGraph</a:t>
                      </a:r>
                    </a:p>
                  </a:txBody>
                  <a:tcPr marL="58364" marR="58364" marT="0" marB="0" anchor="b"/>
                </a:tc>
                <a:tc>
                  <a:txBody>
                    <a:bodyPr/>
                    <a:lstStyle/>
                    <a:p>
                      <a:r>
                        <a:rPr sz="1200"/>
                        <a:t>LangChain</a:t>
                      </a:r>
                    </a:p>
                  </a:txBody>
                  <a:tcPr marL="58364" marR="58364" marT="0" marB="0" anchor="b"/>
                </a:tc>
                <a:tc>
                  <a:txBody>
                    <a:bodyPr/>
                    <a:lstStyle/>
                    <a:p>
                      <a:r>
                        <a:rPr sz="1200"/>
                        <a:t>Python / JS</a:t>
                      </a:r>
                    </a:p>
                  </a:txBody>
                  <a:tcPr marL="58364" marR="58364" marT="0" marB="0" anchor="b"/>
                </a:tc>
                <a:tc>
                  <a:txBody>
                    <a:bodyPr/>
                    <a:lstStyle/>
                    <a:p>
                      <a:r>
                        <a:rPr sz="1200"/>
                        <a:t>Explicit durable graphs</a:t>
                      </a:r>
                    </a:p>
                  </a:txBody>
                  <a:tcPr marL="58364" marR="58364" marT="0" marB="0" anchor="b"/>
                </a:tc>
                <a:tc>
                  <a:txBody>
                    <a:bodyPr/>
                    <a:lstStyle/>
                    <a:p>
                      <a:r>
                        <a:rPr sz="1200"/>
                        <a:t>Yes</a:t>
                      </a:r>
                    </a:p>
                  </a:txBody>
                  <a:tcPr marL="58364" marR="58364" marT="0" marB="0" anchor="b"/>
                </a:tc>
                <a:tc>
                  <a:txBody>
                    <a:bodyPr/>
                    <a:lstStyle/>
                    <a:p>
                      <a:r>
                        <a:rPr sz="1200"/>
                        <a:t>MCP</a:t>
                      </a:r>
                    </a:p>
                  </a:txBody>
                  <a:tcPr marL="58364" marR="58364" marT="0" marB="0" anchor="b"/>
                </a:tc>
                <a:tc>
                  <a:txBody>
                    <a:bodyPr/>
                    <a:lstStyle/>
                    <a:p>
                      <a:r>
                        <a:rPr sz="1200"/>
                        <a:t>LangSmith</a:t>
                      </a:r>
                    </a:p>
                  </a:txBody>
                  <a:tcPr marL="58364" marR="58364" marT="0" marB="0" anchor="b"/>
                </a:tc>
                <a:tc>
                  <a:txBody>
                    <a:bodyPr/>
                    <a:lstStyle/>
                    <a:p>
                      <a:r>
                        <a:rPr sz="1200"/>
                        <a:t>Current</a:t>
                      </a:r>
                    </a:p>
                  </a:txBody>
                  <a:tcPr marL="58364" marR="58364" marT="0" marB="0" anchor="b"/>
                </a:tc>
              </a:tr>
              <a:tr h="989715">
                <a:tc>
                  <a:txBody>
                    <a:bodyPr/>
                    <a:lstStyle/>
                    <a:p>
                      <a:r>
                        <a:rPr sz="1200"/>
                        <a:t>CrewAI</a:t>
                      </a:r>
                    </a:p>
                  </a:txBody>
                  <a:tcPr marL="58364" marR="58364" marT="0" marB="0" anchor="b"/>
                </a:tc>
                <a:tc>
                  <a:txBody>
                    <a:bodyPr/>
                    <a:lstStyle/>
                    <a:p>
                      <a:r>
                        <a:rPr sz="1200"/>
                        <a:t>CrewAI</a:t>
                      </a:r>
                    </a:p>
                  </a:txBody>
                  <a:tcPr marL="58364" marR="58364" marT="0" marB="0" anchor="b"/>
                </a:tc>
                <a:tc>
                  <a:txBody>
                    <a:bodyPr/>
                    <a:lstStyle/>
                    <a:p>
                      <a:r>
                        <a:rPr sz="1200"/>
                        <a:t>Python</a:t>
                      </a:r>
                    </a:p>
                  </a:txBody>
                  <a:tcPr marL="58364" marR="58364" marT="0" marB="0" anchor="b"/>
                </a:tc>
                <a:tc>
                  <a:txBody>
                    <a:bodyPr/>
                    <a:lstStyle/>
                    <a:p>
                      <a:r>
                        <a:rPr sz="1200"/>
                        <a:t>Role-oriented teams</a:t>
                      </a:r>
                    </a:p>
                  </a:txBody>
                  <a:tcPr marL="58364" marR="58364" marT="0" marB="0" anchor="b"/>
                </a:tc>
                <a:tc>
                  <a:txBody>
                    <a:bodyPr/>
                    <a:lstStyle/>
                    <a:p>
                      <a:r>
                        <a:rPr sz="1200"/>
                        <a:t>Yes</a:t>
                      </a:r>
                    </a:p>
                  </a:txBody>
                  <a:tcPr marL="58364" marR="58364" marT="0" marB="0" anchor="b"/>
                </a:tc>
                <a:tc>
                  <a:txBody>
                    <a:bodyPr/>
                    <a:lstStyle/>
                    <a:p>
                      <a:r>
                        <a:rPr sz="1200"/>
                        <a:t>MCP</a:t>
                      </a:r>
                    </a:p>
                  </a:txBody>
                  <a:tcPr marL="58364" marR="58364" marT="0" marB="0" anchor="b"/>
                </a:tc>
                <a:tc>
                  <a:txBody>
                    <a:bodyPr/>
                    <a:lstStyle/>
                    <a:p>
                      <a:r>
                        <a:rPr sz="1200"/>
                        <a:t>Built-in events</a:t>
                      </a:r>
                    </a:p>
                  </a:txBody>
                  <a:tcPr marL="58364" marR="58364" marT="0" marB="0" anchor="b"/>
                </a:tc>
                <a:tc>
                  <a:txBody>
                    <a:bodyPr/>
                    <a:lstStyle/>
                    <a:p>
                      <a:r>
                        <a:rPr sz="1200"/>
                        <a:t>Current</a:t>
                      </a:r>
                    </a:p>
                  </a:txBody>
                  <a:tcPr marL="58364" marR="58364" marT="0" marB="0" anchor="b"/>
                </a:tc>
              </a:tr>
              <a:tr h="989715">
                <a:tc>
                  <a:txBody>
                    <a:bodyPr/>
                    <a:lstStyle/>
                    <a:p>
                      <a:r>
                        <a:rPr sz="1200"/>
                        <a:t>Microsoft Agent Framework</a:t>
                      </a:r>
                    </a:p>
                  </a:txBody>
                  <a:tcPr marL="58364" marR="58364" marT="0" marB="0" anchor="b"/>
                </a:tc>
                <a:tc>
                  <a:txBody>
                    <a:bodyPr/>
                    <a:lstStyle/>
                    <a:p>
                      <a:r>
                        <a:rPr sz="1200"/>
                        <a:t>Microsoft</a:t>
                      </a:r>
                    </a:p>
                  </a:txBody>
                  <a:tcPr marL="58364" marR="58364" marT="0" marB="0" anchor="b"/>
                </a:tc>
                <a:tc>
                  <a:txBody>
                    <a:bodyPr/>
                    <a:lstStyle/>
                    <a:p>
                      <a:r>
                        <a:rPr sz="1200"/>
                        <a:t>Python / .NET</a:t>
                      </a:r>
                    </a:p>
                  </a:txBody>
                  <a:tcPr marL="58364" marR="58364" marT="0" marB="0" anchor="b"/>
                </a:tc>
                <a:tc>
                  <a:txBody>
                    <a:bodyPr/>
                    <a:lstStyle/>
                    <a:p>
                      <a:r>
                        <a:rPr sz="1200"/>
                        <a:t>Enterprise agents and workflows</a:t>
                      </a:r>
                    </a:p>
                  </a:txBody>
                  <a:tcPr marL="58364" marR="58364" marT="0" marB="0" anchor="b"/>
                </a:tc>
                <a:tc>
                  <a:txBody>
                    <a:bodyPr/>
                    <a:lstStyle/>
                    <a:p>
                      <a:r>
                        <a:rPr sz="1200"/>
                        <a:t>Yes</a:t>
                      </a:r>
                    </a:p>
                  </a:txBody>
                  <a:tcPr marL="58364" marR="58364" marT="0" marB="0" anchor="b"/>
                </a:tc>
                <a:tc>
                  <a:txBody>
                    <a:bodyPr/>
                    <a:lstStyle/>
                    <a:p>
                      <a:r>
                        <a:rPr sz="1200"/>
                        <a:t>MCP / A2A</a:t>
                      </a:r>
                    </a:p>
                  </a:txBody>
                  <a:tcPr marL="58364" marR="58364" marT="0" marB="0" anchor="b"/>
                </a:tc>
                <a:tc>
                  <a:txBody>
                    <a:bodyPr/>
                    <a:lstStyle/>
                    <a:p>
                      <a:r>
                        <a:rPr sz="1200"/>
                        <a:t>OpenTelemetry / Azure</a:t>
                      </a:r>
                    </a:p>
                  </a:txBody>
                  <a:tcPr marL="58364" marR="58364" marT="0" marB="0" anchor="b"/>
                </a:tc>
                <a:tc>
                  <a:txBody>
                    <a:bodyPr/>
                    <a:lstStyle/>
                    <a:p>
                      <a:r>
                        <a:rPr sz="1200"/>
                        <a:t>1.0 GA, Apr 2026</a:t>
                      </a:r>
                    </a:p>
                  </a:txBody>
                  <a:tcPr marL="58364" marR="58364" marT="0" marB="0" anchor="b"/>
                </a:tc>
              </a:tr>
              <a:tr h="1239286">
                <a:tc>
                  <a:txBody>
                    <a:bodyPr/>
                    <a:lstStyle/>
                    <a:p>
                      <a:r>
                        <a:rPr sz="1200"/>
                        <a:t>Google ADK</a:t>
                      </a:r>
                    </a:p>
                  </a:txBody>
                  <a:tcPr marL="58364" marR="58364" marT="0" marB="0" anchor="b"/>
                </a:tc>
                <a:tc>
                  <a:txBody>
                    <a:bodyPr/>
                    <a:lstStyle/>
                    <a:p>
                      <a:r>
                        <a:rPr sz="1200"/>
                        <a:t>Google</a:t>
                      </a:r>
                    </a:p>
                  </a:txBody>
                  <a:tcPr marL="58364" marR="58364" marT="0" marB="0" anchor="b"/>
                </a:tc>
                <a:tc>
                  <a:txBody>
                    <a:bodyPr/>
                    <a:lstStyle/>
                    <a:p>
                      <a:r>
                        <a:rPr sz="1200"/>
                        <a:t>Multi-language</a:t>
                      </a:r>
                    </a:p>
                  </a:txBody>
                  <a:tcPr marL="58364" marR="58364" marT="0" marB="0" anchor="b"/>
                </a:tc>
                <a:tc>
                  <a:txBody>
                    <a:bodyPr/>
                    <a:lstStyle/>
                    <a:p>
                      <a:r>
                        <a:rPr sz="1200"/>
                        <a:t>Agents and A2A integration</a:t>
                      </a:r>
                    </a:p>
                  </a:txBody>
                  <a:tcPr marL="58364" marR="58364" marT="0" marB="0" anchor="b"/>
                </a:tc>
                <a:tc>
                  <a:txBody>
                    <a:bodyPr/>
                    <a:lstStyle/>
                    <a:p>
                      <a:r>
                        <a:rPr sz="1200"/>
                        <a:t>Yes</a:t>
                      </a:r>
                    </a:p>
                  </a:txBody>
                  <a:tcPr marL="58364" marR="58364" marT="0" marB="0" anchor="b"/>
                </a:tc>
                <a:tc>
                  <a:txBody>
                    <a:bodyPr/>
                    <a:lstStyle/>
                    <a:p>
                      <a:r>
                        <a:rPr sz="1200"/>
                        <a:t>MCP / A2A</a:t>
                      </a:r>
                    </a:p>
                  </a:txBody>
                  <a:tcPr marL="58364" marR="58364" marT="0" marB="0" anchor="b"/>
                </a:tc>
                <a:tc>
                  <a:txBody>
                    <a:bodyPr/>
                    <a:lstStyle/>
                    <a:p>
                      <a:r>
                        <a:rPr sz="1200"/>
                        <a:t>Telemetry plugins</a:t>
                      </a:r>
                    </a:p>
                  </a:txBody>
                  <a:tcPr marL="58364" marR="58364" marT="0" marB="0" anchor="b"/>
                </a:tc>
                <a:tc>
                  <a:txBody>
                    <a:bodyPr/>
                    <a:lstStyle/>
                    <a:p>
                      <a:r>
                        <a:rPr sz="1200"/>
                        <a:t>Current</a:t>
                      </a:r>
                    </a:p>
                  </a:txBody>
                  <a:tcPr marL="58364" marR="58364" marT="0" marB="0" anchor="b"/>
                </a:tc>
              </a:tr>
            </a:tbl>
          </a:graphicData>
        </a:graphic>
      </p:graphicFrame>
      <p:sp>
        <p:nvSpPr>
          <p:cNvPr id="9001" name="TopStrip">
            <a:extLst xmlns:a="http://schemas.openxmlformats.org/drawingml/2006/main">
              <a:ext uri="{FF2B5EF4-FFF2-40B4-BE49-F238E27FC236}">
                <a16:creationId xmlns:a16="http://schemas.microsoft.com/office/drawing/2014/main" id="{1DE5C2D4-BBF8-446F-8154-69CDBD404344}"/>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FB4154A5-55AB-4F3B-8857-365EF66E6DED}"/>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163355346"/>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D053C0-F371-0495-24E2-4CB1F4007E1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Interoperability protocols: MCP and A2A</a:t>
            </a:r>
            <a:endParaRPr/>
          </a:p>
        </p:txBody>
      </p:sp>
      <p:sp>
        <p:nvSpPr>
          <p:cNvPr id="9001" name="TopStrip">
            <a:extLst xmlns:a="http://schemas.openxmlformats.org/drawingml/2006/main">
              <a:ext uri="{FF2B5EF4-FFF2-40B4-BE49-F238E27FC236}">
                <a16:creationId xmlns:a16="http://schemas.microsoft.com/office/drawing/2014/main" id="{EF9F89C1-8204-4380-8B24-6A984B05586A}"/>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C8F1BD6E-D034-4DC5-8A69-B68B614C3D29}"/>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graphicFrame>
        <p:nvGraphicFramePr>
          <p:cNvPr id="9007" name=""/>
          <p:cNvGraphicFramePr/>
          <p:nvPr/>
        </p:nvGraphicFramePr>
        <p:xfrm>
          <a:off xmlns:a="http://schemas.openxmlformats.org/drawingml/2006/main" x="609600" y="1428750"/>
          <a:ext xmlns:a="http://schemas.openxmlformats.org/drawingml/2006/main" cx="10972800" cy="4191000"/>
        </p:xfrm>
        <a:graphic xmlns:a="http://schemas.openxmlformats.org/drawingml/2006/main">
          <a:graphicData uri="http://schemas.openxmlformats.org/drawingml/2006/table">
            <a:tbl>
              <a:tblPr firstRow="1" bandRow="1">
                <a:tableStyleId>{5C22544A-7EE6-4342-B048-85BDC9FD1C3A}</a:tableStyleId>
              </a:tblPr>
              <a:tblGrid>
                <a:gridCol w="1619250"/>
                <a:gridCol w="2476500"/>
                <a:gridCol w="3714750"/>
                <a:gridCol w="3162300"/>
              </a:tblGrid>
              <a:tr h="1397000">
                <a:tc>
                  <a:txBody>
                    <a:bodyPr/>
                    <a:lstStyle/>
                    <a:p>
                      <a:r>
                        <a:rPr sz="1650" b="1">
                          <a:solidFill>
                            <a:srgbClr val="FFFFFF"/>
                          </a:solidFill>
                        </a:rPr>
                        <a:t>Protocol</a:t>
                      </a:r>
                    </a:p>
                  </a:txBody>
                  <a:tcPr marL="91440" marR="91440" marT="45720" marB="45720">
                    <a:solidFill>
                      <a:srgbClr val="007A78"/>
                    </a:solidFill>
                  </a:tcPr>
                </a:tc>
                <a:tc>
                  <a:txBody>
                    <a:bodyPr/>
                    <a:lstStyle/>
                    <a:p>
                      <a:r>
                        <a:rPr sz="1650" b="1">
                          <a:solidFill>
                            <a:srgbClr val="FFFFFF"/>
                          </a:solidFill>
                        </a:rPr>
                        <a:t>Connects</a:t>
                      </a:r>
                    </a:p>
                  </a:txBody>
                  <a:tcPr marL="91440" marR="91440" marT="45720" marB="45720">
                    <a:solidFill>
                      <a:srgbClr val="007A78"/>
                    </a:solidFill>
                  </a:tcPr>
                </a:tc>
                <a:tc>
                  <a:txBody>
                    <a:bodyPr/>
                    <a:lstStyle/>
                    <a:p>
                      <a:r>
                        <a:rPr sz="1650" b="1">
                          <a:solidFill>
                            <a:srgbClr val="FFFFFF"/>
                          </a:solidFill>
                        </a:rPr>
                        <a:t>Course focus</a:t>
                      </a:r>
                    </a:p>
                  </a:txBody>
                  <a:tcPr marL="91440" marR="91440" marT="45720" marB="45720">
                    <a:solidFill>
                      <a:srgbClr val="007A78"/>
                    </a:solidFill>
                  </a:tcPr>
                </a:tc>
                <a:tc>
                  <a:txBody>
                    <a:bodyPr/>
                    <a:lstStyle/>
                    <a:p>
                      <a:r>
                        <a:rPr sz="1650" b="1">
                          <a:solidFill>
                            <a:srgbClr val="FFFFFF"/>
                          </a:solidFill>
                        </a:rPr>
                        <a:t>Governance and status</a:t>
                      </a:r>
                    </a:p>
                  </a:txBody>
                  <a:tcPr marL="91440" marR="91440" marT="45720" marB="45720">
                    <a:solidFill>
                      <a:srgbClr val="007A78"/>
                    </a:solidFill>
                  </a:tcPr>
                </a:tc>
              </a:tr>
              <a:tr h="1397000">
                <a:tc>
                  <a:txBody>
                    <a:bodyPr/>
                    <a:lstStyle/>
                    <a:p>
                      <a:r>
                        <a:rPr sz="1575"/>
                        <a:t>MCP</a:t>
                      </a:r>
                    </a:p>
                  </a:txBody>
                  <a:tcPr marL="91440" marR="91440" marT="45720" marB="45720"/>
                </a:tc>
                <a:tc>
                  <a:txBody>
                    <a:bodyPr/>
                    <a:lstStyle/>
                    <a:p>
                      <a:r>
                        <a:rPr sz="1575"/>
                        <a:t>AI applications with tools and context</a:t>
                      </a:r>
                    </a:p>
                  </a:txBody>
                  <a:tcPr marL="91440" marR="91440" marT="45720" marB="45720"/>
                </a:tc>
                <a:tc>
                  <a:txBody>
                    <a:bodyPr/>
                    <a:lstStyle/>
                    <a:p>
                      <a:r>
                        <a:rPr sz="1575"/>
                        <a:t>Python SDK 2.x uses MCPServer</a:t>
                      </a:r>
                    </a:p>
                  </a:txBody>
                  <a:tcPr marL="91440" marR="91440" marT="45720" marB="45720"/>
                </a:tc>
                <a:tc>
                  <a:txBody>
                    <a:bodyPr/>
                    <a:lstStyle/>
                    <a:p>
                      <a:r>
                        <a:rPr sz="1575"/>
                        <a:t>AAIF / Linux Foundation since Dec 2025</a:t>
                      </a:r>
                    </a:p>
                  </a:txBody>
                  <a:tcPr marL="91440" marR="91440" marT="45720" marB="45720"/>
                </a:tc>
              </a:tr>
              <a:tr h="1397000">
                <a:tc>
                  <a:txBody>
                    <a:bodyPr/>
                    <a:lstStyle/>
                    <a:p>
                      <a:r>
                        <a:rPr sz="1575"/>
                        <a:t>A2A</a:t>
                      </a:r>
                    </a:p>
                  </a:txBody>
                  <a:tcPr marL="91440" marR="91440" marT="45720" marB="45720"/>
                </a:tc>
                <a:tc>
                  <a:txBody>
                    <a:bodyPr/>
                    <a:lstStyle/>
                    <a:p>
                      <a:r>
                        <a:rPr sz="1575"/>
                        <a:t>Agents with other agents</a:t>
                      </a:r>
                    </a:p>
                  </a:txBody>
                  <a:tcPr marL="91440" marR="91440" marT="45720" marB="45720"/>
                </a:tc>
                <a:tc>
                  <a:txBody>
                    <a:bodyPr/>
                    <a:lstStyle/>
                    <a:p>
                      <a:r>
                        <a:rPr sz="1575"/>
                        <a:t>Discovery and cross-platform communication</a:t>
                      </a:r>
                    </a:p>
                  </a:txBody>
                  <a:tcPr marL="91440" marR="91440" marT="45720" marB="45720"/>
                </a:tc>
                <a:tc>
                  <a:txBody>
                    <a:bodyPr/>
                    <a:lstStyle/>
                    <a:p>
                      <a:r>
                        <a:rPr sz="1575"/>
                        <a:t>Linux Foundation project with a broad vendor ecosystem</a:t>
                      </a:r>
                    </a:p>
                  </a:txBody>
                  <a:tcPr marL="91440" marR="91440" marT="45720" marB="45720"/>
                </a:tc>
              </a:tr>
            </a:tbl>
          </a:graphicData>
        </a:graphic>
      </p:graphicFrame>
    </p:spTree>
    <p:extLst>
      <p:ext uri="{BB962C8B-B14F-4D97-AF65-F5344CB8AC3E}">
        <p14:creationId xmlns:p14="http://schemas.microsoft.com/office/powerpoint/2010/main" val="3998190680"/>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06D58F9-ED3A-4BFB-8530-8571D20E612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Choosing a Framework</a:t>
            </a:r>
          </a:p>
        </p:txBody>
      </p:sp>
      <p:sp>
        <p:nvSpPr>
          <p:cNvPr id="3" name="Content Placeholder 2">
            <a:extLst xmlns:a="http://schemas.openxmlformats.org/drawingml/2006/main">
              <a:ext uri="{FF2B5EF4-FFF2-40B4-BE49-F238E27FC236}">
                <a16:creationId xmlns:a16="http://schemas.microsoft.com/office/drawing/2014/main" id="{F5FD3CEE-8307-4A1A-8D15-E04D6492E45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marL="0" indent="0">
              <a:spcAft>
                <a:spcPts val="600"/>
              </a:spcAft>
              <a:buNone/>
            </a:pPr>
            <a:r>
              <a:rPr sz="1800" b="1"/>
              <a:t>Match the framework to the control model and operating environment</a:t>
            </a:r>
          </a:p>
          <a:p xmlns:a="http://schemas.openxmlformats.org/drawingml/2006/main">
            <a:pPr marL="254000" indent="-127000">
              <a:spcAft>
                <a:spcPts val="500"/>
              </a:spcAft>
              <a:buChar char="•"/>
            </a:pPr>
            <a:r>
              <a:rPr sz="1800"/>
              <a:t>Single agent with tools: OpenAI Agents SDK or Google ADK</a:t>
            </a:r>
          </a:p>
          <a:p xmlns:a="http://schemas.openxmlformats.org/drawingml/2006/main">
            <a:pPr marL="254000" indent="-127000">
              <a:spcAft>
                <a:spcPts val="500"/>
              </a:spcAft>
              <a:buChar char="•"/>
            </a:pPr>
            <a:r>
              <a:rPr sz="1800"/>
              <a:t>Explicit durable workflow: LangGraph</a:t>
            </a:r>
          </a:p>
          <a:p xmlns:a="http://schemas.openxmlformats.org/drawingml/2006/main">
            <a:pPr marL="254000" indent="-127000">
              <a:spcAft>
                <a:spcPts val="500"/>
              </a:spcAft>
              <a:buChar char="•"/>
            </a:pPr>
            <a:r>
              <a:rPr sz="1800"/>
              <a:t>Role-oriented agent team: CrewAI</a:t>
            </a:r>
          </a:p>
          <a:p xmlns:a="http://schemas.openxmlformats.org/drawingml/2006/main">
            <a:pPr marL="254000" indent="-127000">
              <a:spcAft>
                <a:spcPts val="500"/>
              </a:spcAft>
              <a:buChar char="•"/>
            </a:pPr>
            <a:r>
              <a:rPr sz="1800"/>
              <a:t>Enterprise Python or .NET: Microsoft Agent Framework 1.0</a:t>
            </a:r>
          </a:p>
          <a:p xmlns:a="http://schemas.openxmlformats.org/drawingml/2006/main">
            <a:pPr marL="0" indent="0">
              <a:spcBef>
                <a:spcPts val="900"/>
              </a:spcBef>
              <a:spcAft>
                <a:spcPts val="500"/>
              </a:spcAft>
              <a:buNone/>
            </a:pPr>
            <a:r>
              <a:rPr sz="1800" b="1"/>
              <a:t>Decision factors</a:t>
            </a:r>
          </a:p>
          <a:p xmlns:a="http://schemas.openxmlformats.org/drawingml/2006/main">
            <a:pPr marL="254000" indent="-127000">
              <a:spcAft>
                <a:spcPts val="500"/>
              </a:spcAft>
              <a:buChar char="•"/>
            </a:pPr>
            <a:r>
              <a:rPr sz="1800"/>
              <a:t>Workflow control, state, deployment, and data boundaries</a:t>
            </a:r>
          </a:p>
          <a:p xmlns:a="http://schemas.openxmlformats.org/drawingml/2006/main">
            <a:pPr marL="254000" indent="-127000">
              <a:spcAft>
                <a:spcPts val="500"/>
              </a:spcAft>
              <a:buChar char="•"/>
            </a:pPr>
            <a:r>
              <a:rPr sz="1800"/>
              <a:t>Interoperability, tracing, evaluation, and approval support</a:t>
            </a:r>
          </a:p>
        </p:txBody>
      </p:sp>
      <p:sp>
        <p:nvSpPr>
          <p:cNvPr id="9001" name="TopStrip">
            <a:extLst xmlns:a="http://schemas.openxmlformats.org/drawingml/2006/main">
              <a:ext uri="{FF2B5EF4-FFF2-40B4-BE49-F238E27FC236}">
                <a16:creationId xmlns:a16="http://schemas.microsoft.com/office/drawing/2014/main" id="{706D842D-A0BB-4636-90AA-0680110D322D}"/>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0D611CB9-C074-4FE9-8E53-1B9ED76B765F}"/>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884861522"/>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55EDB4-96E1-4B9A-A016-C4E2F1C5A96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Further Reading &amp; Resources</a:t>
            </a:r>
          </a:p>
        </p:txBody>
      </p:sp>
      <p:sp>
        <p:nvSpPr>
          <p:cNvPr id="201" name="LeftCol">
            <a:extLst xmlns:a="http://schemas.openxmlformats.org/drawingml/2006/main">
              <a:ext uri="{FF2B5EF4-FFF2-40B4-BE49-F238E27FC236}">
                <a16:creationId xmlns:a16="http://schemas.microsoft.com/office/drawing/2014/main" id="{81EBF4C1-19CD-4E1F-B426-8638D57AEFDF}"/>
              </a:ext>
            </a:extLst>
          </p:cNvPr>
          <p:cNvSpPr>
            <a:spLocks xmlns:a="http://schemas.openxmlformats.org/drawingml/2006/main" noGrp="1"/>
          </p:cNvSpPr>
          <p:nvPr/>
        </p:nvSpPr>
        <p:spPr>
          <a:xfrm xmlns:a="http://schemas.openxmlformats.org/drawingml/2006/main">
            <a:off x="457200" y="1498600"/>
            <a:ext cx="5638800" cy="5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spcBef>
                <a:spcPts val="500"/>
              </a:spcBef>
              <a:spcAft>
                <a:spcPts val="150"/>
              </a:spcAft>
              <a:buNone/>
            </a:pPr>
            <a:r>
              <a:rPr b="1">
                <a:solidFill>
                  <a:srgbClr val="0F4BEB"/>
                </a:solidFill>
                <a:latin typeface="Arial"/>
                <a:ea typeface="Arial"/>
                <a:cs typeface="Arial"/>
              </a:rPr>
              <a:t>OpenAI Agents SDK</a:t>
            </a:r>
          </a:p>
          <a:p xmlns:a="http://schemas.openxmlformats.org/drawingml/2006/main">
            <a:pPr>
              <a:spcBef>
                <a:spcPts val="500"/>
              </a:spcBef>
              <a:spcAft>
                <a:spcPts val="150"/>
              </a:spcAft>
              <a:buNone/>
            </a:pPr>
            <a:endParaRPr b="1">
              <a:solidFill>
                <a:srgbClr val="0F4BEB"/>
              </a:solidFill>
              <a:latin typeface="Arial"/>
              <a:ea typeface="Arial"/>
              <a:cs typeface="Arial"/>
            </a:endParaRPr>
          </a:p>
          <a:p xmlns:a="http://schemas.openxmlformats.org/drawingml/2006/main">
            <a:pPr marL="228600" indent="0">
              <a:spcBef>
                <a:spcPts val="150"/>
              </a:spcBef>
              <a:buNone/>
            </a:pPr>
            <a:r>
              <a:rPr sz="1200" b="1">
                <a:solidFill>
                  <a:srgbClr val="1A1A1A"/>
                </a:solidFill>
                <a:latin typeface="Arial"/>
                <a:ea typeface="Arial"/>
                <a:cs typeface="Arial"/>
              </a:rPr>
              <a:t>Docs</a:t>
            </a:r>
            <a:r>
              <a:rPr sz="1600" b="1">
                <a:solidFill>
                  <a:srgbClr val="1A1A1A"/>
                </a:solidFill>
                <a:latin typeface="Arial"/>
                <a:ea typeface="Arial"/>
                <a:cs typeface="Arial"/>
              </a:rPr>
              <a:t>  </a:t>
            </a:r>
            <a:r>
              <a:rPr sz="1200" b="0">
                <a:solidFill>
                  <a:srgbClr val="0047CC"/>
                </a:solidFill>
                <a:latin typeface="Courier New"/>
                <a:ea typeface="Courier New"/>
                <a:cs typeface="Courier New"/>
                <a:hlinkClick xmlns:r="http://schemas.openxmlformats.org/officeDocument/2006/relationships" r:id="R4bce2512e7e248e7"/>
              </a:rPr>
              <a:t>openai.github.io/</a:t>
            </a:r>
            <a:r>
              <a:rPr sz="1200" b="0">
                <a:solidFill>
                  <a:srgbClr val="0047CC"/>
                </a:solidFill>
                <a:latin typeface="Courier New"/>
                <a:ea typeface="Courier New"/>
                <a:cs typeface="Courier New"/>
                <a:hlinkClick xmlns:r="http://schemas.openxmlformats.org/officeDocument/2006/relationships" r:id="R4e7c7758e1d445ce"/>
              </a:rPr>
              <a:t>openai</a:t>
            </a:r>
            <a:r>
              <a:rPr sz="1200" b="0">
                <a:solidFill>
                  <a:srgbClr val="0047CC"/>
                </a:solidFill>
                <a:latin typeface="Courier New"/>
                <a:ea typeface="Courier New"/>
                <a:cs typeface="Courier New"/>
                <a:hlinkClick xmlns:r="http://schemas.openxmlformats.org/officeDocument/2006/relationships" r:id="R98292ffa94c94496"/>
              </a:rPr>
              <a:t>-agents-python/ </a:t>
            </a:r>
            <a:endParaRPr sz="1200" b="0">
              <a:solidFill>
                <a:srgbClr val="0047CC"/>
              </a:solidFill>
              <a:latin typeface="Courier New"/>
              <a:ea typeface="Courier New"/>
              <a:cs typeface="Courier New"/>
            </a:endParaRPr>
          </a:p>
          <a:p xmlns:a="http://schemas.openxmlformats.org/drawingml/2006/main">
            <a:pPr marL="228600" indent="0">
              <a:spcBef>
                <a:spcPts val="150"/>
              </a:spcBef>
              <a:buNone/>
            </a:pPr>
            <a:r>
              <a:rPr sz="1200" b="1">
                <a:solidFill>
                  <a:srgbClr val="1A1A1A"/>
                </a:solidFill>
                <a:latin typeface="Arial"/>
                <a:ea typeface="Arial"/>
                <a:cs typeface="Arial"/>
              </a:rPr>
              <a:t>GitHub</a:t>
            </a:r>
            <a:r>
              <a:rPr sz="1600" b="1">
                <a:solidFill>
                  <a:srgbClr val="1A1A1A"/>
                </a:solidFill>
                <a:latin typeface="Arial"/>
                <a:ea typeface="Arial"/>
                <a:cs typeface="Arial"/>
              </a:rPr>
              <a:t>  </a:t>
            </a:r>
            <a:r>
              <a:rPr sz="1200" b="0">
                <a:solidFill>
                  <a:srgbClr val="0047CC"/>
                </a:solidFill>
                <a:latin typeface="Courier New"/>
                <a:ea typeface="Courier New"/>
                <a:cs typeface="Courier New"/>
                <a:hlinkClick xmlns:r="http://schemas.openxmlformats.org/officeDocument/2006/relationships" r:id="R68c0edbb3adf40cb"/>
              </a:rPr>
              <a:t>github.com/openai/</a:t>
            </a:r>
            <a:r>
              <a:rPr sz="1200" b="0">
                <a:solidFill>
                  <a:srgbClr val="0047CC"/>
                </a:solidFill>
                <a:latin typeface="Courier New"/>
                <a:ea typeface="Courier New"/>
                <a:cs typeface="Courier New"/>
                <a:hlinkClick xmlns:r="http://schemas.openxmlformats.org/officeDocument/2006/relationships" r:id="Re4ee43f79bff4ddd"/>
              </a:rPr>
              <a:t>openai</a:t>
            </a:r>
            <a:r>
              <a:rPr sz="1200" b="0">
                <a:solidFill>
                  <a:srgbClr val="0047CC"/>
                </a:solidFill>
                <a:latin typeface="Courier New"/>
                <a:ea typeface="Courier New"/>
                <a:cs typeface="Courier New"/>
                <a:hlinkClick xmlns:r="http://schemas.openxmlformats.org/officeDocument/2006/relationships" r:id="R1e6ba6b9a42b4f5d"/>
              </a:rPr>
              <a:t>-agents-python</a:t>
            </a:r>
            <a:endParaRPr sz="1200" b="0">
              <a:solidFill>
                <a:srgbClr val="0047CC"/>
              </a:solidFill>
              <a:latin typeface="Courier New"/>
              <a:ea typeface="Courier New"/>
              <a:cs typeface="Courier New"/>
            </a:endParaRPr>
          </a:p>
          <a:p xmlns:a="http://schemas.openxmlformats.org/drawingml/2006/main">
            <a:pPr marL="228600" indent="0">
              <a:spcBef>
                <a:spcPts val="150"/>
              </a:spcBef>
              <a:buNone/>
            </a:pPr>
            <a:r>
              <a:rPr sz="1200" b="0">
                <a:solidFill>
                  <a:srgbClr val="0047CC"/>
                </a:solidFill>
                <a:latin typeface="Courier New"/>
                <a:ea typeface="Courier New"/>
                <a:cs typeface="Courier New"/>
              </a:rPr>
              <a:t> </a:t>
            </a:r>
          </a:p>
          <a:p xmlns:a="http://schemas.openxmlformats.org/drawingml/2006/main">
            <a:pPr>
              <a:spcBef>
                <a:spcPts val="500"/>
              </a:spcBef>
              <a:spcAft>
                <a:spcPts val="150"/>
              </a:spcAft>
              <a:buNone/>
            </a:pPr>
            <a:r>
              <a:rPr b="1">
                <a:solidFill>
                  <a:srgbClr val="0F4BEB"/>
                </a:solidFill>
                <a:latin typeface="Arial"/>
                <a:ea typeface="Arial"/>
                <a:cs typeface="Arial"/>
              </a:rPr>
              <a:t>Agent Frameworks</a:t>
            </a:r>
          </a:p>
          <a:p xmlns:a="http://schemas.openxmlformats.org/drawingml/2006/main">
            <a:pPr>
              <a:spcBef>
                <a:spcPts val="500"/>
              </a:spcBef>
              <a:spcAft>
                <a:spcPts val="150"/>
              </a:spcAft>
              <a:buNone/>
            </a:pPr>
            <a:endParaRPr b="1">
              <a:solidFill>
                <a:srgbClr val="0F4BEB"/>
              </a:solidFill>
              <a:latin typeface="Arial"/>
              <a:ea typeface="Arial"/>
              <a:cs typeface="Arial"/>
            </a:endParaRPr>
          </a:p>
          <a:p xmlns:a="http://schemas.openxmlformats.org/drawingml/2006/main">
            <a:pPr marL="228600" indent="0">
              <a:spcBef>
                <a:spcPts val="150"/>
              </a:spcBef>
              <a:buNone/>
            </a:pPr>
            <a:r>
              <a:rPr sz="1200" b="1">
                <a:solidFill>
                  <a:srgbClr val="1A1A1A"/>
                </a:solidFill>
                <a:latin typeface="Arial"/>
                <a:ea typeface="Arial"/>
                <a:cs typeface="Arial"/>
              </a:rPr>
              <a:t>Google ADK  </a:t>
            </a:r>
            <a:r>
              <a:rPr sz="1200" b="0">
                <a:solidFill>
                  <a:srgbClr val="0047CC"/>
                </a:solidFill>
                <a:latin typeface="Courier New"/>
                <a:ea typeface="Courier New"/>
                <a:cs typeface="Courier New"/>
                <a:hlinkClick xmlns:r="http://schemas.openxmlformats.org/officeDocument/2006/relationships" r:id="R916dcf23b9ef47ce"/>
              </a:rPr>
              <a:t>google.github.io/adk-docs</a:t>
            </a:r>
            <a:endParaRPr sz="1200" b="0">
              <a:solidFill>
                <a:srgbClr val="0047CC"/>
              </a:solidFill>
              <a:latin typeface="Courier New"/>
              <a:ea typeface="Courier New"/>
              <a:cs typeface="Courier New"/>
            </a:endParaRPr>
          </a:p>
          <a:p xmlns:a="http://schemas.openxmlformats.org/drawingml/2006/main">
            <a:pPr marL="228600" indent="0">
              <a:spcBef>
                <a:spcPts val="150"/>
              </a:spcBef>
              <a:buNone/>
            </a:pPr>
            <a:r>
              <a:rPr sz="1200" b="1">
                <a:solidFill>
                  <a:srgbClr val="1A1A1A"/>
                </a:solidFill>
                <a:latin typeface="Arial"/>
                <a:ea typeface="Arial"/>
                <a:cs typeface="Arial"/>
              </a:rPr>
              <a:t>AWS Strands  </a:t>
            </a:r>
            <a:r>
              <a:rPr sz="1200" b="0">
                <a:solidFill>
                  <a:srgbClr val="0047CC"/>
                </a:solidFill>
                <a:latin typeface="Courier New"/>
                <a:ea typeface="Courier New"/>
                <a:cs typeface="Courier New"/>
                <a:hlinkClick xmlns:r="http://schemas.openxmlformats.org/officeDocument/2006/relationships" r:id="R9c729383f4f64efa"/>
              </a:rPr>
              <a:t>strandsagents.com</a:t>
            </a:r>
            <a:endParaRPr sz="1200" b="0">
              <a:solidFill>
                <a:srgbClr val="0047CC"/>
              </a:solidFill>
              <a:latin typeface="Courier New"/>
              <a:ea typeface="Courier New"/>
              <a:cs typeface="Courier New"/>
            </a:endParaRPr>
          </a:p>
          <a:p xmlns:a="http://schemas.openxmlformats.org/drawingml/2006/main">
            <a:pPr marL="228600" indent="0">
              <a:spcBef>
                <a:spcPts val="150"/>
              </a:spcBef>
              <a:buNone/>
            </a:pPr>
            <a:r>
              <a:rPr sz="1200" b="1">
                <a:solidFill>
                  <a:srgbClr val="1A1A1A"/>
                </a:solidFill>
                <a:latin typeface="Arial"/>
                <a:ea typeface="Arial"/>
                <a:cs typeface="Arial"/>
              </a:rPr>
              <a:t>LangGraph</a:t>
            </a:r>
            <a:r>
              <a:rPr sz="1600" b="1">
                <a:solidFill>
                  <a:srgbClr val="1A1A1A"/>
                </a:solidFill>
                <a:latin typeface="Arial"/>
                <a:ea typeface="Arial"/>
                <a:cs typeface="Arial"/>
              </a:rPr>
              <a:t>  </a:t>
            </a:r>
            <a:r>
              <a:rPr sz="1200" b="0">
                <a:solidFill>
                  <a:srgbClr val="0047CC"/>
                </a:solidFill>
                <a:latin typeface="Courier New"/>
                <a:ea typeface="Courier New"/>
                <a:cs typeface="Courier New"/>
                <a:hlinkClick xmlns:r="http://schemas.openxmlformats.org/officeDocument/2006/relationships" r:id="Rda9e1d56a45445eb"/>
              </a:rPr>
              <a:t>langchain-ai.github.io/langgraph/</a:t>
            </a:r>
            <a:endParaRPr sz="1200" b="0">
              <a:solidFill>
                <a:srgbClr val="0047CC"/>
              </a:solidFill>
              <a:latin typeface="Courier New"/>
              <a:ea typeface="Courier New"/>
              <a:cs typeface="Courier New"/>
            </a:endParaRPr>
          </a:p>
          <a:p xmlns:a="http://schemas.openxmlformats.org/drawingml/2006/main">
            <a:pPr marL="228600" indent="0">
              <a:spcBef>
                <a:spcPts val="150"/>
              </a:spcBef>
              <a:buNone/>
            </a:pPr>
            <a:r>
              <a:rPr sz="1200" b="1">
                <a:solidFill>
                  <a:srgbClr val="1A1A1A"/>
                </a:solidFill>
                <a:latin typeface="Arial"/>
                <a:ea typeface="Arial"/>
                <a:cs typeface="Arial"/>
              </a:rPr>
              <a:t>CrewAI</a:t>
            </a:r>
            <a:r>
              <a:rPr sz="1600" b="1">
                <a:solidFill>
                  <a:srgbClr val="1A1A1A"/>
                </a:solidFill>
                <a:latin typeface="Arial"/>
                <a:ea typeface="Arial"/>
                <a:cs typeface="Arial"/>
              </a:rPr>
              <a:t>  </a:t>
            </a:r>
            <a:r>
              <a:rPr sz="1200" b="0">
                <a:solidFill>
                  <a:srgbClr val="0047CC"/>
                </a:solidFill>
                <a:latin typeface="Courier New"/>
                <a:ea typeface="Courier New"/>
                <a:cs typeface="Courier New"/>
                <a:hlinkClick xmlns:r="http://schemas.openxmlformats.org/officeDocument/2006/relationships" r:id="Rb3fe23aa90ac4295"/>
              </a:rPr>
              <a:t>docs.crewai.com</a:t>
            </a:r>
            <a:endParaRPr sz="1200" b="0">
              <a:solidFill>
                <a:srgbClr val="0047CC"/>
              </a:solidFill>
              <a:latin typeface="Courier New"/>
              <a:ea typeface="Courier New"/>
              <a:cs typeface="Courier New"/>
            </a:endParaRPr>
          </a:p>
        </p:txBody>
      </p:sp>
      <p:sp>
        <p:nvSpPr>
          <p:cNvPr id="202" name="RightCol">
            <a:extLst xmlns:a="http://schemas.openxmlformats.org/drawingml/2006/main">
              <a:ext uri="{FF2B5EF4-FFF2-40B4-BE49-F238E27FC236}">
                <a16:creationId xmlns:a16="http://schemas.microsoft.com/office/drawing/2014/main" id="{2CC1187D-CFB8-4C50-BB35-CFBF3FB01A84}"/>
              </a:ext>
            </a:extLst>
          </p:cNvPr>
          <p:cNvSpPr>
            <a:spLocks xmlns:a="http://schemas.openxmlformats.org/drawingml/2006/main" noGrp="1"/>
          </p:cNvSpPr>
          <p:nvPr/>
        </p:nvSpPr>
        <p:spPr>
          <a:xfrm xmlns:a="http://schemas.openxmlformats.org/drawingml/2006/main">
            <a:off x="6248400" y="1498600"/>
            <a:ext cx="5638800" cy="5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marL="0" indent="0">
              <a:spcAft>
                <a:spcPts val="400"/>
              </a:spcAft>
              <a:buNone/>
            </a:pPr>
            <a:r>
              <a:rPr sz="2100" b="1">
                <a:solidFill>
                  <a:srgbClr val="165DFF"/>
                </a:solidFill>
              </a:rPr>
              <a:t>Microsoft Agent Framework</a:t>
            </a:r>
          </a:p>
          <a:p xmlns:a="http://schemas.openxmlformats.org/drawingml/2006/main">
            <a:pPr marL="0" indent="0">
              <a:spcAft>
                <a:spcPts val="1000"/>
              </a:spcAft>
              <a:buNone/>
            </a:pPr>
            <a:r>
              <a:rPr u="sng">
                <a:solidFill>
                  <a:srgbClr val="165DFF"/>
                </a:solidFill>
                <a:hlinkClick xmlns:r="http://schemas.openxmlformats.org/officeDocument/2006/relationships" r:id="Ra14ed77dc30a4d52"/>
              </a:rPr>
              <a:t>learn.microsoft.com/agent-framework/</a:t>
            </a:r>
          </a:p>
          <a:p xmlns:a="http://schemas.openxmlformats.org/drawingml/2006/main">
            <a:pPr marL="0" indent="0">
              <a:spcAft>
                <a:spcPts val="400"/>
              </a:spcAft>
              <a:buNone/>
            </a:pPr>
            <a:r>
              <a:rPr b="1"/>
              <a:t>Interoperability protocols</a:t>
            </a:r>
          </a:p>
          <a:p xmlns:a="http://schemas.openxmlformats.org/drawingml/2006/main">
            <a:pPr marL="0" indent="0">
              <a:buNone/>
            </a:pPr>
            <a:r>
              <a:t>MCP  </a:t>
            </a:r>
            <a:r>
              <a:rPr u="sng">
                <a:solidFill>
                  <a:srgbClr val="165DFF"/>
                </a:solidFill>
                <a:hlinkClick xmlns:r="http://schemas.openxmlformats.org/officeDocument/2006/relationships" r:id="R7466332f88fb440d"/>
              </a:rPr>
              <a:t>modelcontextprotocol.io</a:t>
            </a:r>
          </a:p>
          <a:p xmlns:a="http://schemas.openxmlformats.org/drawingml/2006/main">
            <a:pPr marL="0" indent="0">
              <a:spcAft>
                <a:spcPts val="1000"/>
              </a:spcAft>
              <a:buNone/>
            </a:pPr>
            <a:r>
              <a:t>A2A  </a:t>
            </a:r>
            <a:r>
              <a:rPr u="sng">
                <a:solidFill>
                  <a:srgbClr val="165DFF"/>
                </a:solidFill>
                <a:hlinkClick xmlns:r="http://schemas.openxmlformats.org/officeDocument/2006/relationships" r:id="Rf8b01769cbc74187"/>
              </a:rPr>
              <a:t>a2a-protocol.org</a:t>
            </a:r>
          </a:p>
          <a:p xmlns:a="http://schemas.openxmlformats.org/drawingml/2006/main">
            <a:pPr marL="0" indent="0">
              <a:spcAft>
                <a:spcPts val="400"/>
              </a:spcAft>
              <a:buNone/>
            </a:pPr>
            <a:r>
              <a:rPr b="1"/>
              <a:t>Research and patterns</a:t>
            </a:r>
          </a:p>
          <a:p xmlns:a="http://schemas.openxmlformats.org/drawingml/2006/main">
            <a:pPr marL="0" indent="0">
              <a:buNone/>
            </a:pPr>
            <a:r>
              <a:t>SELF-REFINE  </a:t>
            </a:r>
            <a:r>
              <a:rPr u="sng">
                <a:solidFill>
                  <a:srgbClr val="165DFF"/>
                </a:solidFill>
                <a:hlinkClick xmlns:r="http://schemas.openxmlformats.org/officeDocument/2006/relationships" r:id="R6136b16d412c47b9"/>
              </a:rPr>
              <a:t>arxiv.org/abs/2303.17651</a:t>
            </a:r>
          </a:p>
          <a:p xmlns:a="http://schemas.openxmlformats.org/drawingml/2006/main">
            <a:pPr marL="0" indent="0">
              <a:buNone/>
            </a:pPr>
            <a:r>
              <a:t>Anthropic  </a:t>
            </a:r>
            <a:r>
              <a:rPr u="sng">
                <a:solidFill>
                  <a:srgbClr val="165DFF"/>
                </a:solidFill>
                <a:hlinkClick xmlns:r="http://schemas.openxmlformats.org/officeDocument/2006/relationships" r:id="R5490ff77a7874dcc"/>
              </a:rPr>
              <a:t>anthropic.com/engineering/building-effective-agents</a:t>
            </a:r>
          </a:p>
        </p:txBody>
      </p:sp>
      <p:sp>
        <p:nvSpPr>
          <p:cNvPr id="203" name="ColDivider">
            <a:extLst xmlns:a="http://schemas.openxmlformats.org/drawingml/2006/main">
              <a:ext uri="{FF2B5EF4-FFF2-40B4-BE49-F238E27FC236}">
                <a16:creationId xmlns:a16="http://schemas.microsoft.com/office/drawing/2014/main" id="{345A327B-2C0D-49B4-9634-883D301A52B6}"/>
              </a:ext>
            </a:extLst>
          </p:cNvPr>
          <p:cNvSpPr>
            <a:spLocks xmlns:a="http://schemas.openxmlformats.org/drawingml/2006/main" noGrp="1"/>
          </p:cNvSpPr>
          <p:nvPr/>
        </p:nvSpPr>
        <p:spPr>
          <a:xfrm xmlns:a="http://schemas.openxmlformats.org/drawingml/2006/main">
            <a:off x="6096000" y="1498600"/>
            <a:ext cx="12700" cy="5080000"/>
          </a:xfrm>
          <a:prstGeom xmlns:a="http://schemas.openxmlformats.org/drawingml/2006/main" prst="rect">
            <a:avLst/>
          </a:prstGeom>
          <a:solidFill xmlns:a="http://schemas.openxmlformats.org/drawingml/2006/main">
            <a:srgbClr val="CCCCCC"/>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1" name="TopStrip">
            <a:extLst xmlns:a="http://schemas.openxmlformats.org/drawingml/2006/main">
              <a:ext uri="{FF2B5EF4-FFF2-40B4-BE49-F238E27FC236}">
                <a16:creationId xmlns:a16="http://schemas.microsoft.com/office/drawing/2014/main" id="{F11671F7-1327-4903-A930-D19BB9A9DB0D}"/>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F22CC6AF-C5D2-48B8-AB4F-BA7FB334F11E}"/>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646372956"/>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2795EB-79DF-1637-C8CE-FA3211C2CEC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Design Practices</a:t>
            </a:r>
          </a:p>
        </p:txBody>
      </p:sp>
      <p:sp>
        <p:nvSpPr>
          <p:cNvPr id="3" name="Content Placeholder 2">
            <a:extLst xmlns:a="http://schemas.openxmlformats.org/drawingml/2006/main">
              <a:ext uri="{FF2B5EF4-FFF2-40B4-BE49-F238E27FC236}">
                <a16:creationId xmlns:a16="http://schemas.microsoft.com/office/drawing/2014/main" id="{125267F6-15D6-FAF6-A4A8-BBE6FDBECA64}"/>
              </a:ext>
            </a:extLst>
          </p:cNvPr>
          <p:cNvSpPr>
            <a:spLocks xmlns:a="http://schemas.openxmlformats.org/drawingml/2006/main" noGrp="1"/>
          </p:cNvSpPr>
          <p:nvPr>
            <p:ph idx="1"/>
          </p:nvPr>
        </p:nvSpPr>
        <p:spPr/>
        <p:txBody>
          <a:bodyPr xmlns:a="http://schemas.openxmlformats.org/drawingml/2006/main">
            <a:normAutofit/>
          </a:bodyPr>
          <a:lstStyle xmlns:a="http://schemas.openxmlformats.org/drawingml/2006/main"/>
          <a:p xmlns:a="http://schemas.openxmlformats.org/drawingml/2006/main">
            <a:r>
              <a:t>What is the process</a:t>
            </a:r>
          </a:p>
          <a:p xmlns:a="http://schemas.openxmlformats.org/drawingml/2006/main">
            <a:r>
              <a:t>Reduce the cognitive load of the LLM </a:t>
            </a:r>
          </a:p>
          <a:p xmlns:a="http://schemas.openxmlformats.org/drawingml/2006/main">
            <a:pPr lvl="1">
              <a:buNone/>
            </a:pPr>
            <a:r>
              <a:t>Deterministic steps and dynamic steps </a:t>
            </a:r>
          </a:p>
          <a:p xmlns:a="http://schemas.openxmlformats.org/drawingml/2006/main">
            <a:r>
              <a:t>Design and product thinking </a:t>
            </a:r>
          </a:p>
          <a:p xmlns:a="http://schemas.openxmlformats.org/drawingml/2006/main">
            <a:pPr lvl="1">
              <a:buNone/>
            </a:pPr>
            <a:r>
              <a:t>Personas </a:t>
            </a:r>
          </a:p>
          <a:p xmlns:a="http://schemas.openxmlformats.org/drawingml/2006/main">
            <a:pPr lvl="1">
              <a:buNone/>
            </a:pPr>
            <a:r>
              <a:t>User interactions  </a:t>
            </a:r>
          </a:p>
          <a:p xmlns:a="http://schemas.openxmlformats.org/drawingml/2006/main">
            <a:pPr lvl="1">
              <a:buNone/>
            </a:pPr>
            <a:r>
              <a:t>Data</a:t>
            </a:r>
          </a:p>
          <a:p xmlns:a="http://schemas.openxmlformats.org/drawingml/2006/main">
            <a:pPr lvl="1">
              <a:buNone/>
            </a:pPr>
            <a:r>
              <a:t>Instructions</a:t>
            </a:r>
          </a:p>
          <a:p xmlns:a="http://schemas.openxmlformats.org/drawingml/2006/main">
            <a:pPr lvl="1">
              <a:buNone/>
            </a:pPr>
            <a:endParaRPr/>
          </a:p>
          <a:p xmlns:a="http://schemas.openxmlformats.org/drawingml/2006/main">
            <a:pPr marL="457200" lvl="1" indent="0">
              <a:buNone/>
            </a:pPr>
            <a:endParaRPr/>
          </a:p>
        </p:txBody>
      </p:sp>
      <p:sp>
        <p:nvSpPr>
          <p:cNvPr id="9001" name="TopStrip">
            <a:extLst xmlns:a="http://schemas.openxmlformats.org/drawingml/2006/main">
              <a:ext uri="{FF2B5EF4-FFF2-40B4-BE49-F238E27FC236}">
                <a16:creationId xmlns:a16="http://schemas.microsoft.com/office/drawing/2014/main" id="{21B0B0E6-795C-4DB9-9E0F-73D489EF280A}"/>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442B5E67-D328-4461-BA8D-2FD7968A9509}"/>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702562496"/>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6" name="Title 5">
            <a:extLst xmlns:a="http://schemas.openxmlformats.org/drawingml/2006/main">
              <a:ext uri="{FF2B5EF4-FFF2-40B4-BE49-F238E27FC236}">
                <a16:creationId xmlns:a16="http://schemas.microsoft.com/office/drawing/2014/main" id="{0ED1FE10-7F55-6411-DFC3-745D703784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Design patterns</a:t>
            </a:r>
          </a:p>
        </p:txBody>
      </p:sp>
      <p:pic>
        <p:nvPicPr>
          <p:cNvPr id="9006" name="Picture 3"/>
          <p:cNvPicPr>
            <a:picLocks xmlns:a="http://schemas.openxmlformats.org/drawingml/2006/main" noChangeAspect="1"/>
          </p:cNvPicPr>
          <p:nvPr/>
        </p:nvPicPr>
        <p:blipFill>
          <a:blip xmlns:r="http://schemas.openxmlformats.org/officeDocument/2006/relationships" xmlns:a="http://schemas.openxmlformats.org/drawingml/2006/main" r:embed="R41baca7c41714fb0"/>
          <a:srcRect xmlns:a="http://schemas.openxmlformats.org/drawingml/2006/main" l="0" t="57910" r="0" b="3501"/>
          <a:stretch xmlns:a="http://schemas.openxmlformats.org/drawingml/2006/main"/>
        </p:blipFill>
        <p:spPr>
          <a:xfrm xmlns:a="http://schemas.openxmlformats.org/drawingml/2006/main">
            <a:off x="5952913" y="1956004"/>
            <a:ext cx="5489071" cy="3177172"/>
          </a:xfrm>
          <a:prstGeom xmlns:a="http://schemas.openxmlformats.org/drawingml/2006/main" prst="rect">
            <a:avLst/>
          </a:prstGeom>
        </p:spPr>
      </p:pic>
      <p:pic>
        <p:nvPicPr>
          <p:cNvPr id="9007" name="Picture 4"/>
          <p:cNvPicPr>
            <a:picLocks xmlns:a="http://schemas.openxmlformats.org/drawingml/2006/main" noChangeAspect="1"/>
          </p:cNvPicPr>
          <p:nvPr/>
        </p:nvPicPr>
        <p:blipFill>
          <a:blip xmlns:r="http://schemas.openxmlformats.org/officeDocument/2006/relationships" xmlns:a="http://schemas.openxmlformats.org/drawingml/2006/main" r:embed="R41baca7c41714fb0"/>
          <a:srcRect xmlns:a="http://schemas.openxmlformats.org/drawingml/2006/main" l="0" t="18654" r="0" b="42089"/>
          <a:stretch xmlns:a="http://schemas.openxmlformats.org/drawingml/2006/main"/>
        </p:blipFill>
        <p:spPr>
          <a:xfrm xmlns:a="http://schemas.openxmlformats.org/drawingml/2006/main">
            <a:off x="600439" y="1942150"/>
            <a:ext cx="5489070" cy="3232288"/>
          </a:xfrm>
          <a:prstGeom xmlns:a="http://schemas.openxmlformats.org/drawingml/2006/main" prst="rect">
            <a:avLst/>
          </a:prstGeom>
        </p:spPr>
      </p:pic>
      <p:sp>
        <p:nvSpPr>
          <p:cNvPr id="9001" name="TopStrip">
            <a:extLst xmlns:a="http://schemas.openxmlformats.org/drawingml/2006/main">
              <a:ext uri="{FF2B5EF4-FFF2-40B4-BE49-F238E27FC236}">
                <a16:creationId xmlns:a16="http://schemas.microsoft.com/office/drawing/2014/main" id="{EBE42166-F922-4D7C-9FD3-5784B79EED28}"/>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12D79A78-442F-41BF-9DCA-095603E8333A}"/>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980594694"/>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D106FFD-9C46-9FC1-7DE6-048A2BC8F8A6}"/>
              </a:ext>
            </a:extLst>
          </p:cNvPr>
          <p:cNvSpPr>
            <a:spLocks xmlns:a="http://schemas.openxmlformats.org/drawingml/2006/main" noGrp="1"/>
          </p:cNvSpPr>
          <p:nvPr>
            <p:ph type="ctrTitle" idx="0"/>
          </p:nvPr>
        </p:nvSpPr>
        <p:spPr>
          <a:xfrm xmlns:a="http://schemas.openxmlformats.org/drawingml/2006/main">
            <a:off x="530475" y="285421"/>
            <a:ext cx="11118068" cy="500458"/>
          </a:xfrm>
        </p:spPr>
        <p:txBody>
          <a:bodyPr xmlns:a="http://schemas.openxmlformats.org/drawingml/2006/main"/>
          <a:lstStyle xmlns:a="http://schemas.openxmlformats.org/drawingml/2006/main"/>
          <a:p xmlns:a="http://schemas.openxmlformats.org/drawingml/2006/main">
            <a:r>
              <a:rPr>
                <a:gradFill>
                  <a:gsLst>
                    <a:gs pos="100000">
                      <a:schemeClr val="accent6"/>
                    </a:gs>
                    <a:gs pos="0">
                      <a:schemeClr val="accent3"/>
                    </a:gs>
                  </a:gsLst>
                  <a:lin ang="4800000" scaled="0"/>
                </a:gradFill>
              </a:rPr>
              <a:t>Design </a:t>
            </a:r>
            <a:r>
              <a:t>your agents</a:t>
            </a:r>
          </a:p>
        </p:txBody>
      </p:sp>
      <p:pic>
        <p:nvPicPr>
          <p:cNvPr id="9005" name="Graphic 27"/>
          <p:cNvPicPr>
            <a:picLocks xmlns:a="http://schemas.openxmlformats.org/drawingml/2006/main" noChangeAspect="1"/>
          </p:cNvPicPr>
          <p:nvPr/>
        </p:nvPicPr>
        <p:blipFill>
          <a:blip xmlns:r="http://schemas.openxmlformats.org/officeDocument/2006/relationships" xmlns:a="http://schemas.openxmlformats.org/drawingml/2006/main" r:embed="R68ef3d6886ca4393">
            <a:extLst>
              <a:ext uri="{96DAC541-7B7A-43D3-8B79-37D633B846F1}">
                <asvg:svgBlip xmlns:asvg="http://schemas.microsoft.com/office/drawing/2016/SVG/main" r:embed="Rb46786c7b60b45df"/>
              </a:ext>
            </a:extLst>
          </a:blip>
          <a:srcRect xmlns:a="http://schemas.openxmlformats.org/drawingml/2006/main" l="0" t="0" r="0" b="0"/>
          <a:stretch xmlns:a="http://schemas.openxmlformats.org/drawingml/2006/main"/>
        </p:blipFill>
        <p:spPr>
          <a:xfrm xmlns:a="http://schemas.openxmlformats.org/drawingml/2006/main">
            <a:off x="4520534" y="1651000"/>
            <a:ext cx="307419" cy="307419"/>
          </a:xfrm>
          <a:prstGeom xmlns:a="http://schemas.openxmlformats.org/drawingml/2006/main" prst="rect">
            <a:avLst/>
          </a:prstGeom>
        </p:spPr>
      </p:pic>
      <p:sp>
        <p:nvSpPr>
          <p:cNvPr id="35" name="Round Same-side Corner of Rectangle 34">
            <a:extLst xmlns:a="http://schemas.openxmlformats.org/drawingml/2006/main">
              <a:ext uri="{FF2B5EF4-FFF2-40B4-BE49-F238E27FC236}">
                <a16:creationId xmlns:a16="http://schemas.microsoft.com/office/drawing/2014/main" id="{5DB71BA4-1525-9793-E6CB-8930D65ABF60}"/>
              </a:ext>
            </a:extLst>
          </p:cNvPr>
          <p:cNvSpPr>
            <a:spLocks xmlns:a="http://schemas.openxmlformats.org/drawingml/2006/main" noGrp="1"/>
          </p:cNvSpPr>
          <p:nvPr/>
        </p:nvSpPr>
        <p:spPr>
          <a:xfrm xmlns:a="http://schemas.openxmlformats.org/drawingml/2006/main">
            <a:off x="9098596" y="2295099"/>
            <a:ext cx="2647173" cy="4012183"/>
          </a:xfrm>
          <a:prstGeom xmlns:a="http://schemas.openxmlformats.org/drawingml/2006/main" prst="round2SameRect">
            <a:avLst>
              <a:gd name="adj1" fmla="val 0"/>
              <a:gd name="adj2" fmla="val 4923"/>
            </a:avLst>
          </a:prstGeom>
          <a:noFill xmlns:a="http://schemas.openxmlformats.org/drawingml/2006/main"/>
          <a:ln xmlns:a="http://schemas.openxmlformats.org/drawingml/2006/main" w="9525">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44000" tIns="108000" rIns="144000" bIns="108000" anchor="t"/>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800" b="0" i="0" u="none" kern="1200" cap="none" spc="0" baseline="0">
              <a:ln>
                <a:noFill/>
              </a:ln>
              <a:solidFill>
                <a:srgbClr val="000000"/>
              </a:solidFill>
              <a:latin typeface="Segoe Sans Display Semibold"/>
              <a:ea typeface="Segoe Sans Display Semibold"/>
              <a:cs typeface="Segoe Sans Display Semibold"/>
            </a:endParaRPr>
          </a:p>
        </p:txBody>
      </p:sp>
      <p:sp>
        <p:nvSpPr>
          <p:cNvPr id="36" name="Round Same-side Corner of Rectangle 35">
            <a:extLst xmlns:a="http://schemas.openxmlformats.org/drawingml/2006/main">
              <a:ext uri="{FF2B5EF4-FFF2-40B4-BE49-F238E27FC236}">
                <a16:creationId xmlns:a16="http://schemas.microsoft.com/office/drawing/2014/main" id="{88E1DC3D-ACCD-AD1F-64B4-978C8552524F}"/>
              </a:ext>
            </a:extLst>
          </p:cNvPr>
          <p:cNvSpPr>
            <a:spLocks xmlns:a="http://schemas.openxmlformats.org/drawingml/2006/main" noGrp="1"/>
          </p:cNvSpPr>
          <p:nvPr/>
        </p:nvSpPr>
        <p:spPr>
          <a:xfrm xmlns:a="http://schemas.openxmlformats.org/drawingml/2006/main">
            <a:off x="9098596" y="1651000"/>
            <a:ext cx="2647173" cy="644099"/>
          </a:xfrm>
          <a:prstGeom xmlns:a="http://schemas.openxmlformats.org/drawingml/2006/main" prst="round2SameRect">
            <a:avLst>
              <a:gd name="adj1" fmla="val 0"/>
              <a:gd name="adj2" fmla="val 0"/>
            </a:avLst>
          </a:prstGeom>
          <a:solidFill xmlns:a="http://schemas.openxmlformats.org/drawingml/2006/main">
            <a:srgbClr val="EBEBED"/>
          </a:solidFill>
          <a:ln xmlns:a="http://schemas.openxmlformats.org/drawingml/2006/main" w="9525">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44000" tIns="108000" rIns="144000" bIns="108000"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800" b="0" i="0" u="none" cap="none" spc="0">
                <a:ln>
                  <a:noFill/>
                </a:ln>
                <a:solidFill>
                  <a:srgbClr val="000000"/>
                </a:solidFill>
                <a:latin typeface="Segoe Sans Display"/>
                <a:ea typeface="Segoe Sans Display"/>
                <a:cs typeface="Segoe Sans Display"/>
              </a:rPr>
              <a:t>What tools and functions will the agent need to call?</a:t>
            </a:r>
          </a:p>
        </p:txBody>
      </p:sp>
      <p:sp>
        <p:nvSpPr>
          <p:cNvPr id="37" name="Round Same-side Corner of Rectangle 36">
            <a:extLst xmlns:a="http://schemas.openxmlformats.org/drawingml/2006/main">
              <a:ext uri="{FF2B5EF4-FFF2-40B4-BE49-F238E27FC236}">
                <a16:creationId xmlns:a16="http://schemas.microsoft.com/office/drawing/2014/main" id="{B2051DE3-C514-F2BA-E010-8C5BC23723A3}"/>
              </a:ext>
            </a:extLst>
          </p:cNvPr>
          <p:cNvSpPr>
            <a:spLocks xmlns:a="http://schemas.openxmlformats.org/drawingml/2006/main" noGrp="1"/>
          </p:cNvSpPr>
          <p:nvPr/>
        </p:nvSpPr>
        <p:spPr>
          <a:xfrm xmlns:a="http://schemas.openxmlformats.org/drawingml/2006/main">
            <a:off x="9098596" y="1195876"/>
            <a:ext cx="2647173" cy="455124"/>
          </a:xfrm>
          <a:prstGeom xmlns:a="http://schemas.openxmlformats.org/drawingml/2006/main" prst="round2SameRect">
            <a:avLst>
              <a:gd name="adj1" fmla="val 17868"/>
              <a:gd name="adj2" fmla="val 0"/>
            </a:avLst>
          </a:prstGeom>
          <a:solidFill xmlns:a="http://schemas.openxmlformats.org/drawingml/2006/main">
            <a:schemeClr val="tx1"/>
          </a:solidFill>
          <a:ln xmlns:a="http://schemas.openxmlformats.org/drawingml/2006/main" w="9525">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44000" tIns="144000" rIns="144000" bIns="14400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400" b="0" i="0" u="none" cap="none" spc="0">
                <a:ln>
                  <a:noFill/>
                </a:ln>
                <a:solidFill>
                  <a:srgbClr val="FFFFFF"/>
                </a:solidFill>
                <a:latin typeface="Segoe Sans Display Semibold"/>
                <a:ea typeface="Segoe Sans Display Semibold"/>
                <a:cs typeface="Segoe Sans Display Semibold"/>
              </a:rPr>
              <a:t>Tools/functions</a:t>
            </a:r>
          </a:p>
        </p:txBody>
      </p:sp>
      <p:sp>
        <p:nvSpPr>
          <p:cNvPr id="39" name="Round Same-side Corner of Rectangle 38">
            <a:extLst xmlns:a="http://schemas.openxmlformats.org/drawingml/2006/main">
              <a:ext uri="{FF2B5EF4-FFF2-40B4-BE49-F238E27FC236}">
                <a16:creationId xmlns:a16="http://schemas.microsoft.com/office/drawing/2014/main" id="{AAB13D73-CF0F-C9E0-484F-E96F39020535}"/>
              </a:ext>
            </a:extLst>
          </p:cNvPr>
          <p:cNvSpPr>
            <a:spLocks xmlns:a="http://schemas.openxmlformats.org/drawingml/2006/main" noGrp="1"/>
          </p:cNvSpPr>
          <p:nvPr/>
        </p:nvSpPr>
        <p:spPr>
          <a:xfrm xmlns:a="http://schemas.openxmlformats.org/drawingml/2006/main">
            <a:off x="6270729" y="2295099"/>
            <a:ext cx="2647173" cy="4012183"/>
          </a:xfrm>
          <a:prstGeom xmlns:a="http://schemas.openxmlformats.org/drawingml/2006/main" prst="round2SameRect">
            <a:avLst>
              <a:gd name="adj1" fmla="val 0"/>
              <a:gd name="adj2" fmla="val 4923"/>
            </a:avLst>
          </a:prstGeom>
          <a:noFill xmlns:a="http://schemas.openxmlformats.org/drawingml/2006/main"/>
          <a:ln xmlns:a="http://schemas.openxmlformats.org/drawingml/2006/main" w="9525">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44000" tIns="108000" rIns="144000" bIns="108000" anchor="t"/>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800" b="0" i="0" u="none" kern="1200" cap="none" spc="0" baseline="0">
              <a:ln>
                <a:noFill/>
              </a:ln>
              <a:solidFill>
                <a:srgbClr val="000000"/>
              </a:solidFill>
              <a:latin typeface="Segoe Sans Display Semibold"/>
              <a:ea typeface="Segoe Sans Display Semibold"/>
              <a:cs typeface="Segoe Sans Display Semibold"/>
            </a:endParaRPr>
          </a:p>
        </p:txBody>
      </p:sp>
      <p:sp>
        <p:nvSpPr>
          <p:cNvPr id="40" name="Round Same-side Corner of Rectangle 39">
            <a:extLst xmlns:a="http://schemas.openxmlformats.org/drawingml/2006/main">
              <a:ext uri="{FF2B5EF4-FFF2-40B4-BE49-F238E27FC236}">
                <a16:creationId xmlns:a16="http://schemas.microsoft.com/office/drawing/2014/main" id="{BC6896BF-4CF7-AB12-A9C3-0DC46052F96E}"/>
              </a:ext>
            </a:extLst>
          </p:cNvPr>
          <p:cNvSpPr>
            <a:spLocks xmlns:a="http://schemas.openxmlformats.org/drawingml/2006/main" noGrp="1"/>
          </p:cNvSpPr>
          <p:nvPr/>
        </p:nvSpPr>
        <p:spPr>
          <a:xfrm xmlns:a="http://schemas.openxmlformats.org/drawingml/2006/main">
            <a:off x="6270729" y="1651000"/>
            <a:ext cx="2647173" cy="644099"/>
          </a:xfrm>
          <a:prstGeom xmlns:a="http://schemas.openxmlformats.org/drawingml/2006/main" prst="round2SameRect">
            <a:avLst>
              <a:gd name="adj1" fmla="val 0"/>
              <a:gd name="adj2" fmla="val 0"/>
            </a:avLst>
          </a:prstGeom>
          <a:solidFill xmlns:a="http://schemas.openxmlformats.org/drawingml/2006/main">
            <a:srgbClr val="EBEBED"/>
          </a:solidFill>
          <a:ln xmlns:a="http://schemas.openxmlformats.org/drawingml/2006/main" w="9525">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44000" tIns="108000" rIns="144000" bIns="108000"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800" b="0" i="0" u="none" cap="none" spc="0">
                <a:ln>
                  <a:noFill/>
                </a:ln>
                <a:solidFill>
                  <a:srgbClr val="000000"/>
                </a:solidFill>
                <a:latin typeface="Segoe Sans Display"/>
                <a:ea typeface="Segoe Sans Display"/>
                <a:cs typeface="Segoe Sans Display"/>
              </a:rPr>
              <a:t>What data does this agent have available to it? For example, unstructured data in a vector DB, structured data in a NoSQL or SQL DB, or other APIs and files.</a:t>
            </a:r>
          </a:p>
        </p:txBody>
      </p:sp>
      <p:sp>
        <p:nvSpPr>
          <p:cNvPr id="41" name="Round Same-side Corner of Rectangle 40">
            <a:extLst xmlns:a="http://schemas.openxmlformats.org/drawingml/2006/main">
              <a:ext uri="{FF2B5EF4-FFF2-40B4-BE49-F238E27FC236}">
                <a16:creationId xmlns:a16="http://schemas.microsoft.com/office/drawing/2014/main" id="{D59093C5-875A-E6E7-2CA3-6B1FEAFCF3A3}"/>
              </a:ext>
            </a:extLst>
          </p:cNvPr>
          <p:cNvSpPr>
            <a:spLocks xmlns:a="http://schemas.openxmlformats.org/drawingml/2006/main" noGrp="1"/>
          </p:cNvSpPr>
          <p:nvPr/>
        </p:nvSpPr>
        <p:spPr>
          <a:xfrm xmlns:a="http://schemas.openxmlformats.org/drawingml/2006/main">
            <a:off x="6270729" y="1195876"/>
            <a:ext cx="2647173" cy="455124"/>
          </a:xfrm>
          <a:prstGeom xmlns:a="http://schemas.openxmlformats.org/drawingml/2006/main" prst="round2SameRect">
            <a:avLst>
              <a:gd name="adj1" fmla="val 17868"/>
              <a:gd name="adj2" fmla="val 0"/>
            </a:avLst>
          </a:prstGeom>
          <a:solidFill xmlns:a="http://schemas.openxmlformats.org/drawingml/2006/main">
            <a:schemeClr val="tx1"/>
          </a:solidFill>
          <a:ln xmlns:a="http://schemas.openxmlformats.org/drawingml/2006/main" w="9525">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44000" tIns="144000" rIns="144000" bIns="14400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400" b="0" i="0" u="none" cap="none" spc="0">
                <a:ln>
                  <a:noFill/>
                </a:ln>
                <a:solidFill>
                  <a:srgbClr val="FFFFFF"/>
                </a:solidFill>
                <a:latin typeface="Segoe Sans Display Semibold"/>
                <a:ea typeface="Segoe Sans Display Semibold"/>
                <a:cs typeface="Segoe Sans Display Semibold"/>
              </a:rPr>
              <a:t>Data sources</a:t>
            </a:r>
          </a:p>
        </p:txBody>
      </p:sp>
      <p:sp>
        <p:nvSpPr>
          <p:cNvPr id="43" name="Round Same-side Corner of Rectangle 42">
            <a:extLst xmlns:a="http://schemas.openxmlformats.org/drawingml/2006/main">
              <a:ext uri="{FF2B5EF4-FFF2-40B4-BE49-F238E27FC236}">
                <a16:creationId xmlns:a16="http://schemas.microsoft.com/office/drawing/2014/main" id="{257BB505-D78E-CA45-2AC8-DECAF041BFA4}"/>
              </a:ext>
            </a:extLst>
          </p:cNvPr>
          <p:cNvSpPr>
            <a:spLocks xmlns:a="http://schemas.openxmlformats.org/drawingml/2006/main" noGrp="1"/>
          </p:cNvSpPr>
          <p:nvPr/>
        </p:nvSpPr>
        <p:spPr>
          <a:xfrm xmlns:a="http://schemas.openxmlformats.org/drawingml/2006/main">
            <a:off x="3442862" y="2295099"/>
            <a:ext cx="2647173" cy="4012183"/>
          </a:xfrm>
          <a:prstGeom xmlns:a="http://schemas.openxmlformats.org/drawingml/2006/main" prst="round2SameRect">
            <a:avLst>
              <a:gd name="adj1" fmla="val 0"/>
              <a:gd name="adj2" fmla="val 4923"/>
            </a:avLst>
          </a:prstGeom>
          <a:noFill xmlns:a="http://schemas.openxmlformats.org/drawingml/2006/main"/>
          <a:ln xmlns:a="http://schemas.openxmlformats.org/drawingml/2006/main" w="9525">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44000" tIns="108000" rIns="144000" bIns="108000" anchor="t"/>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800" b="0" i="0" u="none" kern="1200" cap="none" spc="0" baseline="0">
              <a:ln>
                <a:noFill/>
              </a:ln>
              <a:solidFill>
                <a:srgbClr val="000000"/>
              </a:solidFill>
              <a:latin typeface="Segoe Sans Display Semibold"/>
              <a:ea typeface="Segoe Sans Display Semibold"/>
              <a:cs typeface="Segoe Sans Display Semibold"/>
            </a:endParaRPr>
          </a:p>
        </p:txBody>
      </p:sp>
      <p:sp>
        <p:nvSpPr>
          <p:cNvPr id="44" name="Round Same-side Corner of Rectangle 43">
            <a:extLst xmlns:a="http://schemas.openxmlformats.org/drawingml/2006/main">
              <a:ext uri="{FF2B5EF4-FFF2-40B4-BE49-F238E27FC236}">
                <a16:creationId xmlns:a16="http://schemas.microsoft.com/office/drawing/2014/main" id="{1FEBD244-4C3D-D044-6B9B-1F1CB083AD2D}"/>
              </a:ext>
            </a:extLst>
          </p:cNvPr>
          <p:cNvSpPr>
            <a:spLocks xmlns:a="http://schemas.openxmlformats.org/drawingml/2006/main" noGrp="1"/>
          </p:cNvSpPr>
          <p:nvPr/>
        </p:nvSpPr>
        <p:spPr>
          <a:xfrm xmlns:a="http://schemas.openxmlformats.org/drawingml/2006/main">
            <a:off x="3442862" y="1651000"/>
            <a:ext cx="2647173" cy="644099"/>
          </a:xfrm>
          <a:prstGeom xmlns:a="http://schemas.openxmlformats.org/drawingml/2006/main" prst="round2SameRect">
            <a:avLst>
              <a:gd name="adj1" fmla="val 0"/>
              <a:gd name="adj2" fmla="val 0"/>
            </a:avLst>
          </a:prstGeom>
          <a:solidFill xmlns:a="http://schemas.openxmlformats.org/drawingml/2006/main">
            <a:srgbClr val="EBEBED"/>
          </a:solidFill>
          <a:ln xmlns:a="http://schemas.openxmlformats.org/drawingml/2006/main" w="9525">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44000" tIns="108000" rIns="144000" bIns="108000"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800" b="0" i="0" u="none" cap="none" spc="0">
                <a:ln>
                  <a:noFill/>
                </a:ln>
                <a:solidFill>
                  <a:srgbClr val="000000"/>
                </a:solidFill>
                <a:latin typeface="Segoe Sans Display"/>
                <a:ea typeface="Segoe Sans Display"/>
                <a:cs typeface="Segoe Sans Display"/>
              </a:rPr>
              <a:t>How should the agent behave? What is its system message?</a:t>
            </a:r>
          </a:p>
        </p:txBody>
      </p:sp>
      <p:sp>
        <p:nvSpPr>
          <p:cNvPr id="45" name="Round Same-side Corner of Rectangle 44">
            <a:extLst xmlns:a="http://schemas.openxmlformats.org/drawingml/2006/main">
              <a:ext uri="{FF2B5EF4-FFF2-40B4-BE49-F238E27FC236}">
                <a16:creationId xmlns:a16="http://schemas.microsoft.com/office/drawing/2014/main" id="{7FBFC505-A7F1-098A-96D4-0995E4DE4D70}"/>
              </a:ext>
            </a:extLst>
          </p:cNvPr>
          <p:cNvSpPr>
            <a:spLocks xmlns:a="http://schemas.openxmlformats.org/drawingml/2006/main" noGrp="1"/>
          </p:cNvSpPr>
          <p:nvPr/>
        </p:nvSpPr>
        <p:spPr>
          <a:xfrm xmlns:a="http://schemas.openxmlformats.org/drawingml/2006/main">
            <a:off x="3442862" y="1195876"/>
            <a:ext cx="2647173" cy="455124"/>
          </a:xfrm>
          <a:prstGeom xmlns:a="http://schemas.openxmlformats.org/drawingml/2006/main" prst="round2SameRect">
            <a:avLst>
              <a:gd name="adj1" fmla="val 17868"/>
              <a:gd name="adj2" fmla="val 0"/>
            </a:avLst>
          </a:prstGeom>
          <a:solidFill xmlns:a="http://schemas.openxmlformats.org/drawingml/2006/main">
            <a:schemeClr val="tx1"/>
          </a:solidFill>
          <a:ln xmlns:a="http://schemas.openxmlformats.org/drawingml/2006/main" w="9525">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44000" tIns="144000" rIns="144000" bIns="14400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400" b="0" i="0" u="none" cap="none" spc="0">
                <a:ln>
                  <a:noFill/>
                </a:ln>
                <a:solidFill>
                  <a:srgbClr val="FFFFFF"/>
                </a:solidFill>
                <a:latin typeface="Segoe Sans Display Semibold"/>
                <a:ea typeface="Segoe Sans Display Semibold"/>
                <a:cs typeface="Segoe Sans Display Semibold"/>
              </a:rPr>
              <a:t>Persona</a:t>
            </a:r>
          </a:p>
        </p:txBody>
      </p:sp>
      <p:sp>
        <p:nvSpPr>
          <p:cNvPr id="6" name="Rounded Rectangle 5">
            <a:extLst xmlns:a="http://schemas.openxmlformats.org/drawingml/2006/main">
              <a:ext uri="{FF2B5EF4-FFF2-40B4-BE49-F238E27FC236}">
                <a16:creationId xmlns:a16="http://schemas.microsoft.com/office/drawing/2014/main" id="{490B00A4-A945-2A49-846C-B288E493F7F2}"/>
              </a:ext>
            </a:extLst>
          </p:cNvPr>
          <p:cNvSpPr>
            <a:spLocks xmlns:a="http://schemas.openxmlformats.org/drawingml/2006/main" noGrp="1"/>
          </p:cNvSpPr>
          <p:nvPr/>
        </p:nvSpPr>
        <p:spPr>
          <a:xfrm xmlns:a="http://schemas.openxmlformats.org/drawingml/2006/main">
            <a:off x="373494" y="955964"/>
            <a:ext cx="11607223" cy="5612275"/>
          </a:xfrm>
          <a:prstGeom xmlns:a="http://schemas.openxmlformats.org/drawingml/2006/main" prst="roundRect">
            <a:avLst>
              <a:gd name="adj" fmla="val 2131"/>
            </a:avLst>
          </a:prstGeom>
          <a:noFill xmlns:a="http://schemas.openxmlformats.org/drawingml/2006/main"/>
          <a:ln xmlns:a="http://schemas.openxmlformats.org/drawingml/2006/main" w="9525">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FFFFFF"/>
              </a:solidFill>
              <a:latin typeface="Segoe Sans Display"/>
              <a:ea typeface="Segoe Sans Display"/>
              <a:cs typeface="Segoe Sans Display"/>
            </a:endParaRPr>
          </a:p>
        </p:txBody>
      </p:sp>
      <p:sp>
        <p:nvSpPr>
          <p:cNvPr id="8" name="Round Same-side Corner of Rectangle 7">
            <a:extLst xmlns:a="http://schemas.openxmlformats.org/drawingml/2006/main">
              <a:ext uri="{FF2B5EF4-FFF2-40B4-BE49-F238E27FC236}">
                <a16:creationId xmlns:a16="http://schemas.microsoft.com/office/drawing/2014/main" id="{8CCABDC4-CA52-AFAC-950E-943285E64508}"/>
              </a:ext>
            </a:extLst>
          </p:cNvPr>
          <p:cNvSpPr>
            <a:spLocks xmlns:a="http://schemas.openxmlformats.org/drawingml/2006/main" noGrp="1"/>
          </p:cNvSpPr>
          <p:nvPr/>
        </p:nvSpPr>
        <p:spPr>
          <a:xfrm xmlns:a="http://schemas.openxmlformats.org/drawingml/2006/main">
            <a:off x="560741" y="1651000"/>
            <a:ext cx="2647173" cy="4656282"/>
          </a:xfrm>
          <a:prstGeom xmlns:a="http://schemas.openxmlformats.org/drawingml/2006/main" prst="round2SameRect">
            <a:avLst>
              <a:gd name="adj1" fmla="val 0"/>
              <a:gd name="adj2" fmla="val 2128"/>
            </a:avLst>
          </a:prstGeom>
          <a:noFill xmlns:a="http://schemas.openxmlformats.org/drawingml/2006/main"/>
          <a:ln xmlns:a="http://schemas.openxmlformats.org/drawingml/2006/main" w="9525">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44000" tIns="144000" rIns="144000" bIns="144000" anchor="t"/>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900" b="0" i="0" u="none" cap="none" spc="0">
                <a:ln>
                  <a:noFill/>
                </a:ln>
                <a:solidFill>
                  <a:srgbClr val="000000"/>
                </a:solidFill>
                <a:latin typeface="Segoe Sans Display"/>
                <a:ea typeface="Segoe Sans Display"/>
                <a:cs typeface="Segoe Sans Display"/>
              </a:rPr>
              <a:t>What is your agent called?</a:t>
            </a:r>
          </a:p>
        </p:txBody>
      </p:sp>
      <p:sp>
        <p:nvSpPr>
          <p:cNvPr id="11" name="Round Same-side Corner of Rectangle 10">
            <a:extLst xmlns:a="http://schemas.openxmlformats.org/drawingml/2006/main">
              <a:ext uri="{FF2B5EF4-FFF2-40B4-BE49-F238E27FC236}">
                <a16:creationId xmlns:a16="http://schemas.microsoft.com/office/drawing/2014/main" id="{97EC25E0-001B-BED0-DF25-B625286B9E4E}"/>
              </a:ext>
            </a:extLst>
          </p:cNvPr>
          <p:cNvSpPr>
            <a:spLocks xmlns:a="http://schemas.openxmlformats.org/drawingml/2006/main" noGrp="1"/>
          </p:cNvSpPr>
          <p:nvPr/>
        </p:nvSpPr>
        <p:spPr>
          <a:xfrm xmlns:a="http://schemas.openxmlformats.org/drawingml/2006/main">
            <a:off x="560741" y="1195876"/>
            <a:ext cx="2647173" cy="455124"/>
          </a:xfrm>
          <a:prstGeom xmlns:a="http://schemas.openxmlformats.org/drawingml/2006/main" prst="round2SameRect">
            <a:avLst>
              <a:gd name="adj1" fmla="val 17868"/>
              <a:gd name="adj2" fmla="val 0"/>
            </a:avLst>
          </a:prstGeom>
          <a:solidFill xmlns:a="http://schemas.openxmlformats.org/drawingml/2006/main">
            <a:schemeClr val="accent3"/>
          </a:solidFill>
          <a:ln xmlns:a="http://schemas.openxmlformats.org/drawingml/2006/main" w="9525">
            <a:solidFill>
              <a:schemeClr val="accent3"/>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44000" tIns="144000" rIns="144000" bIns="144000" anchor="ct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600" b="0" i="0" u="none" cap="none" spc="0">
                <a:ln>
                  <a:noFill/>
                </a:ln>
                <a:solidFill>
                  <a:srgbClr val="FFFFFF"/>
                </a:solidFill>
                <a:latin typeface="Segoe Sans Display Semibold"/>
                <a:ea typeface="Segoe Sans Display Semibold"/>
                <a:cs typeface="Segoe Sans Display Semibold"/>
              </a:rPr>
              <a:t>Agent</a:t>
            </a:r>
          </a:p>
        </p:txBody>
      </p:sp>
      <p:sp>
        <p:nvSpPr>
          <p:cNvPr id="12" name="Straight Connector 11">
            <a:extLst xmlns:a="http://schemas.openxmlformats.org/drawingml/2006/main">
              <a:ext uri="{FF2B5EF4-FFF2-40B4-BE49-F238E27FC236}">
                <a16:creationId xmlns:a16="http://schemas.microsoft.com/office/drawing/2014/main" id="{72FFBBA0-879D-4F37-8B60-7113F513E8DA}"/>
              </a:ext>
            </a:extLst>
          </p:cNvPr>
          <p:cNvSpPr>
            <a:spLocks xmlns:a="http://schemas.openxmlformats.org/drawingml/2006/main" noGrp="1"/>
          </p:cNvSpPr>
          <p:nvPr/>
        </p:nvSpPr>
        <p:spPr>
          <a:xfrm xmlns:a="http://schemas.openxmlformats.org/drawingml/2006/main">
            <a:off x="566955" y="2319278"/>
            <a:ext cx="2640959" cy="0"/>
          </a:xfrm>
          <a:prstGeom xmlns:a="http://schemas.openxmlformats.org/drawingml/2006/main" prst="line">
            <a:avLst/>
          </a:prstGeom>
          <a:ln xmlns:a="http://schemas.openxmlformats.org/drawingml/2006/main" w="952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Round Same-side Corner of Rectangle 13">
            <a:extLst xmlns:a="http://schemas.openxmlformats.org/drawingml/2006/main">
              <a:ext uri="{FF2B5EF4-FFF2-40B4-BE49-F238E27FC236}">
                <a16:creationId xmlns:a16="http://schemas.microsoft.com/office/drawing/2014/main" id="{EDC92C0B-E96D-5A88-9AE2-0B5EC368D016}"/>
              </a:ext>
            </a:extLst>
          </p:cNvPr>
          <p:cNvSpPr>
            <a:spLocks xmlns:a="http://schemas.openxmlformats.org/drawingml/2006/main" noGrp="1"/>
          </p:cNvSpPr>
          <p:nvPr/>
        </p:nvSpPr>
        <p:spPr>
          <a:xfrm xmlns:a="http://schemas.openxmlformats.org/drawingml/2006/main">
            <a:off x="716456" y="2485625"/>
            <a:ext cx="2335742" cy="138499"/>
          </a:xfrm>
          <a:prstGeom xmlns:a="http://schemas.openxmlformats.org/drawingml/2006/main" prst="round2SameRect">
            <a:avLst>
              <a:gd name="adj1" fmla="val 0"/>
              <a:gd name="adj2" fmla="val 2128"/>
            </a:avLst>
          </a:prstGeom>
          <a:noFill xmlns:a="http://schemas.openxmlformats.org/drawingml/2006/main"/>
          <a:ln xmlns:a="http://schemas.openxmlformats.org/drawingml/2006/main" w="9525">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900" b="0" i="0" u="none" cap="none" spc="0">
                <a:ln>
                  <a:noFill/>
                </a:ln>
                <a:solidFill>
                  <a:srgbClr val="000000"/>
                </a:solidFill>
                <a:latin typeface="Segoe Sans Display"/>
                <a:ea typeface="Segoe Sans Display"/>
                <a:cs typeface="Segoe Sans Display"/>
              </a:rPr>
              <a:t>Draw your AI agent’s avatar below</a:t>
            </a:r>
          </a:p>
        </p:txBody>
      </p:sp>
      <p:sp>
        <p:nvSpPr>
          <p:cNvPr id="15" name="Round Same-side Corner of Rectangle 14">
            <a:extLst xmlns:a="http://schemas.openxmlformats.org/drawingml/2006/main">
              <a:ext uri="{FF2B5EF4-FFF2-40B4-BE49-F238E27FC236}">
                <a16:creationId xmlns:a16="http://schemas.microsoft.com/office/drawing/2014/main" id="{E217FD5B-0839-9C9B-99E8-933A4C4EE386}"/>
              </a:ext>
            </a:extLst>
          </p:cNvPr>
          <p:cNvSpPr>
            <a:spLocks xmlns:a="http://schemas.openxmlformats.org/drawingml/2006/main" noGrp="1"/>
          </p:cNvSpPr>
          <p:nvPr/>
        </p:nvSpPr>
        <p:spPr>
          <a:xfrm xmlns:a="http://schemas.openxmlformats.org/drawingml/2006/main">
            <a:off x="3442336" y="4109860"/>
            <a:ext cx="2647173" cy="644099"/>
          </a:xfrm>
          <a:prstGeom xmlns:a="http://schemas.openxmlformats.org/drawingml/2006/main" prst="round2SameRect">
            <a:avLst>
              <a:gd name="adj1" fmla="val 0"/>
              <a:gd name="adj2" fmla="val 0"/>
            </a:avLst>
          </a:prstGeom>
          <a:solidFill xmlns:a="http://schemas.openxmlformats.org/drawingml/2006/main">
            <a:srgbClr val="EBEBED"/>
          </a:solidFill>
          <a:ln xmlns:a="http://schemas.openxmlformats.org/drawingml/2006/main" w="9525">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44000" tIns="108000" rIns="144000" bIns="108000"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800" b="0" i="0" u="none" cap="none" spc="0">
                <a:ln>
                  <a:noFill/>
                </a:ln>
                <a:solidFill>
                  <a:srgbClr val="000000"/>
                </a:solidFill>
                <a:latin typeface="Segoe Sans Display"/>
                <a:ea typeface="Segoe Sans Display"/>
                <a:cs typeface="Segoe Sans Display"/>
              </a:rPr>
              <a:t>How would you describe the agent, so it is discoverable by other agents?</a:t>
            </a:r>
          </a:p>
        </p:txBody>
      </p:sp>
      <p:sp>
        <p:nvSpPr>
          <p:cNvPr id="16" name="Straight Connector 15">
            <a:extLst xmlns:a="http://schemas.openxmlformats.org/drawingml/2006/main">
              <a:ext uri="{FF2B5EF4-FFF2-40B4-BE49-F238E27FC236}">
                <a16:creationId xmlns:a16="http://schemas.microsoft.com/office/drawing/2014/main" id="{FE6C1221-051A-4337-835C-EA799C038909}"/>
              </a:ext>
            </a:extLst>
          </p:cNvPr>
          <p:cNvSpPr>
            <a:spLocks xmlns:a="http://schemas.openxmlformats.org/drawingml/2006/main" noGrp="1"/>
          </p:cNvSpPr>
          <p:nvPr/>
        </p:nvSpPr>
        <p:spPr>
          <a:xfrm xmlns:a="http://schemas.openxmlformats.org/drawingml/2006/main">
            <a:off x="566955" y="4373215"/>
            <a:ext cx="2640959" cy="0"/>
          </a:xfrm>
          <a:prstGeom xmlns:a="http://schemas.openxmlformats.org/drawingml/2006/main" prst="line">
            <a:avLst/>
          </a:prstGeom>
          <a:ln xmlns:a="http://schemas.openxmlformats.org/drawingml/2006/main" w="952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Round Same-side Corner of Rectangle 16">
            <a:extLst xmlns:a="http://schemas.openxmlformats.org/drawingml/2006/main">
              <a:ext uri="{FF2B5EF4-FFF2-40B4-BE49-F238E27FC236}">
                <a16:creationId xmlns:a16="http://schemas.microsoft.com/office/drawing/2014/main" id="{3AD407CB-1F49-B7A9-42B9-7F597C925FAA}"/>
              </a:ext>
            </a:extLst>
          </p:cNvPr>
          <p:cNvSpPr>
            <a:spLocks xmlns:a="http://schemas.openxmlformats.org/drawingml/2006/main" noGrp="1"/>
          </p:cNvSpPr>
          <p:nvPr/>
        </p:nvSpPr>
        <p:spPr>
          <a:xfrm xmlns:a="http://schemas.openxmlformats.org/drawingml/2006/main">
            <a:off x="716456" y="4487196"/>
            <a:ext cx="2335742" cy="415498"/>
          </a:xfrm>
          <a:prstGeom xmlns:a="http://schemas.openxmlformats.org/drawingml/2006/main" prst="round2SameRect">
            <a:avLst>
              <a:gd name="adj1" fmla="val 0"/>
              <a:gd name="adj2" fmla="val 2128"/>
            </a:avLst>
          </a:prstGeom>
          <a:noFill xmlns:a="http://schemas.openxmlformats.org/drawingml/2006/main"/>
          <a:ln xmlns:a="http://schemas.openxmlformats.org/drawingml/2006/main" w="9525">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900" b="0" i="0" u="none" cap="none" spc="0">
                <a:ln>
                  <a:noFill/>
                </a:ln>
                <a:solidFill>
                  <a:srgbClr val="000000"/>
                </a:solidFill>
                <a:latin typeface="Segoe Sans Display"/>
                <a:ea typeface="Segoe Sans Display"/>
                <a:cs typeface="Segoe Sans Display"/>
              </a:rPr>
              <a:t>What team or business unit would this agent be aligned to? Who would directly interact with and maintain this agent? </a:t>
            </a:r>
          </a:p>
        </p:txBody>
      </p:sp>
      <p:sp>
        <p:nvSpPr>
          <p:cNvPr id="9001" name="TopStrip">
            <a:extLst xmlns:a="http://schemas.openxmlformats.org/drawingml/2006/main">
              <a:ext uri="{FF2B5EF4-FFF2-40B4-BE49-F238E27FC236}">
                <a16:creationId xmlns:a16="http://schemas.microsoft.com/office/drawing/2014/main" id="{1A39A565-45E7-4B29-B244-3CB29A7D1318}"/>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599E4201-B466-41D9-8BD5-5F8563D0DF7D}"/>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366728496"/>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4A07BE-DE49-4920-9FEB-3E2222A4C3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Session 9 Summary</a:t>
            </a:r>
          </a:p>
        </p:txBody>
      </p:sp>
      <p:sp>
        <p:nvSpPr>
          <p:cNvPr id="3" name="Content Placeholder 2">
            <a:extLst xmlns:a="http://schemas.openxmlformats.org/drawingml/2006/main">
              <a:ext uri="{FF2B5EF4-FFF2-40B4-BE49-F238E27FC236}">
                <a16:creationId xmlns:a16="http://schemas.microsoft.com/office/drawing/2014/main" id="{D50A360C-8F2E-4702-815B-D50854322EB0}"/>
              </a:ext>
            </a:extLst>
          </p:cNvPr>
          <p:cNvSpPr>
            <a:spLocks xmlns:a="http://schemas.openxmlformats.org/drawingml/2006/main" noGrp="1"/>
          </p:cNvSpPr>
          <p:nvPr>
            <p:ph idx="1"/>
          </p:nvPr>
        </p:nvSpPr>
        <p:spPr/>
        <p:txBody>
          <a:bodyPr xmlns:a="http://schemas.openxmlformats.org/drawingml/2006/main">
            <a:normAutofit fontScale="76695" lnSpcReduction="20000"/>
          </a:bodyPr>
          <a:lstStyle xmlns:a="http://schemas.openxmlformats.org/drawingml/2006/main"/>
          <a:p xmlns:a="http://schemas.openxmlformats.org/drawingml/2006/main">
            <a:pPr marL="0" indent="0">
              <a:spcAft>
                <a:spcPts val="400"/>
              </a:spcAft>
              <a:buNone/>
            </a:pPr>
            <a:r>
              <a:rPr b="1"/>
              <a:t>From RAG to agents</a:t>
            </a:r>
          </a:p>
          <a:p xmlns:a="http://schemas.openxmlformats.org/drawingml/2006/main">
            <a:pPr marL="254000" indent="-127000">
              <a:spcAft>
                <a:spcPts val="500"/>
              </a:spcAft>
              <a:buChar char="•"/>
            </a:pPr>
            <a:r>
              <a:t>Agents let the model select tools and control the next step.</a:t>
            </a:r>
          </a:p>
          <a:p xmlns:a="http://schemas.openxmlformats.org/drawingml/2006/main">
            <a:pPr marL="254000" indent="-127000">
              <a:spcAft>
                <a:spcPts val="500"/>
              </a:spcAft>
              <a:buChar char="•"/>
            </a:pPr>
            <a:r>
              <a:t>Deterministic workflows remain the better choice when the path is known.</a:t>
            </a:r>
          </a:p>
          <a:p xmlns:a="http://schemas.openxmlformats.org/drawingml/2006/main">
            <a:pPr marL="0" indent="0">
              <a:spcBef>
                <a:spcPts val="700"/>
              </a:spcBef>
              <a:spcAft>
                <a:spcPts val="400"/>
              </a:spcAft>
              <a:buNone/>
            </a:pPr>
            <a:r>
              <a:rPr b="1"/>
              <a:t>Core implementation</a:t>
            </a:r>
          </a:p>
          <a:p xmlns:a="http://schemas.openxmlformats.org/drawingml/2006/main">
            <a:pPr marL="254000" indent="-127000">
              <a:spcAft>
                <a:spcPts val="500"/>
              </a:spcAft>
              <a:buChar char="•"/>
            </a:pPr>
            <a:r>
              <a:t>Notebook 01: agentic RAG, workflow patterns, and MCPServer</a:t>
            </a:r>
          </a:p>
          <a:p xmlns:a="http://schemas.openxmlformats.org/drawingml/2006/main">
            <a:pPr marL="254000" indent="-127000">
              <a:spcAft>
                <a:spcPts val="500"/>
              </a:spcAft>
              <a:buChar char="•"/>
            </a:pPr>
            <a:r>
              <a:t>Notebook 02: tools, tracing, agents as tools, and handoffs</a:t>
            </a:r>
          </a:p>
          <a:p xmlns:a="http://schemas.openxmlformats.org/drawingml/2006/main">
            <a:pPr marL="0" indent="0">
              <a:spcBef>
                <a:spcPts val="700"/>
              </a:spcBef>
              <a:spcAft>
                <a:spcPts val="400"/>
              </a:spcAft>
              <a:buNone/>
            </a:pPr>
            <a:r>
              <a:rPr b="1"/>
              <a:t>Reliability boundaries</a:t>
            </a:r>
          </a:p>
          <a:p xmlns:a="http://schemas.openxmlformats.org/drawingml/2006/main">
            <a:pPr marL="254000" indent="-127000">
              <a:spcAft>
                <a:spcPts val="500"/>
              </a:spcAft>
              <a:buChar char="•"/>
            </a:pPr>
            <a:r>
              <a:t>Clear tool contracts, tracing, guardrails, and human approval</a:t>
            </a:r>
          </a:p>
          <a:p xmlns:a="http://schemas.openxmlformats.org/drawingml/2006/main">
            <a:pPr marL="254000" indent="-127000">
              <a:spcAft>
                <a:spcPts val="500"/>
              </a:spcAft>
              <a:buChar char="•"/>
            </a:pPr>
            <a:r>
              <a:t>MCP connects applications to tools. A2A connects agents to agents.</a:t>
            </a:r>
          </a:p>
          <a:p xmlns:a="http://schemas.openxmlformats.org/drawingml/2006/main">
            <a:pPr marL="0" indent="0">
              <a:spcBef>
                <a:spcPts val="700"/>
              </a:spcBef>
              <a:spcAft>
                <a:spcPts val="400"/>
              </a:spcAft>
              <a:buNone/>
            </a:pPr>
            <a:r>
              <a:rPr b="1"/>
              <a:t>Optional extension</a:t>
            </a:r>
          </a:p>
          <a:p xmlns:a="http://schemas.openxmlformats.org/drawingml/2006/main">
            <a:pPr marL="254000" indent="-127000">
              <a:spcAft>
                <a:spcPts val="500"/>
              </a:spcAft>
              <a:buChar char="•"/>
            </a:pPr>
            <a:r>
              <a:t>Notebooks 03–05 cover streaming, approval UI, Ollama, and MLflow tracing</a:t>
            </a:r>
          </a:p>
        </p:txBody>
      </p:sp>
      <p:sp>
        <p:nvSpPr>
          <p:cNvPr id="9001" name="TopStrip">
            <a:extLst xmlns:a="http://schemas.openxmlformats.org/drawingml/2006/main">
              <a:ext uri="{FF2B5EF4-FFF2-40B4-BE49-F238E27FC236}">
                <a16:creationId xmlns:a16="http://schemas.microsoft.com/office/drawing/2014/main" id="{A1094716-3A8F-4F5A-B840-73F468946DD6}"/>
              </a:ext>
            </a:extLst>
          </p:cNvPr>
          <p:cNvSpPr>
            <a:spLocks xmlns:a="http://schemas.openxmlformats.org/drawingml/2006/main" noGrp="1"/>
          </p:cNvSpPr>
          <p:nvPr/>
        </p:nvSpPr>
        <p:spPr>
          <a:xfrm xmlns:a="http://schemas.openxmlformats.org/drawingml/2006/main">
            <a:off x="0" y="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002" name="BottomStrip">
            <a:extLst xmlns:a="http://schemas.openxmlformats.org/drawingml/2006/main">
              <a:ext uri="{FF2B5EF4-FFF2-40B4-BE49-F238E27FC236}">
                <a16:creationId xmlns:a16="http://schemas.microsoft.com/office/drawing/2014/main" id="{F098F547-E324-4C49-B141-6EB4725DAF05}"/>
              </a:ext>
            </a:extLst>
          </p:cNvPr>
          <p:cNvSpPr>
            <a:spLocks xmlns:a="http://schemas.openxmlformats.org/drawingml/2006/main" noGrp="1"/>
          </p:cNvSpPr>
          <p:nvPr/>
        </p:nvSpPr>
        <p:spPr>
          <a:xfrm xmlns:a="http://schemas.openxmlformats.org/drawingml/2006/main">
            <a:off x="0" y="6718300"/>
            <a:ext cx="12192000" cy="139700"/>
          </a:xfrm>
          <a:prstGeom xmlns:a="http://schemas.openxmlformats.org/drawingml/2006/main" prst="rect">
            <a:avLst/>
          </a:prstGeom>
          <a:solidFill xmlns:a="http://schemas.openxmlformats.org/drawingml/2006/main">
            <a:srgbClr val="0F4BEB"/>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79005302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2026-09-18T00:12:29.3490000Z</dcterms:created>
  <dcterms:modified xsi:type="dcterms:W3CDTF">2026-09-18T00:12:29.3490000Z</dcterms:modified>
</coreProperties>
</file>